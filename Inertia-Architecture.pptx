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c3043ee6f44a8e" /><Relationship Type="http://schemas.openxmlformats.org/officeDocument/2006/relationships/extended-properties" Target="/docProps/app.xml" Id="R042625daeeaf4762" /><Relationship Type="http://schemas.openxmlformats.org/officeDocument/2006/relationships/officeDocument" Target="/ppt/presentation.xml" Id="R90524325b1c146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e3756c8c8e4d06"/>
  </p:sldMasterIdLst>
  <p:notesMasterIdLst>
    <p:notesMasterId xmlns:r="http://schemas.openxmlformats.org/officeDocument/2006/relationships" r:id="R919ed80d140d4fc7"/>
  </p:notesMasterIdLst>
  <p:sldIdLst>
    <p:sldId xmlns:r="http://schemas.openxmlformats.org/officeDocument/2006/relationships" id="256" r:id="Re58f4a1192c74eb7"/>
    <p:sldId xmlns:r="http://schemas.openxmlformats.org/officeDocument/2006/relationships" id="257" r:id="Rb1ef7f9abbed4c2f"/>
    <p:sldId xmlns:r="http://schemas.openxmlformats.org/officeDocument/2006/relationships" id="258" r:id="R5d83b06a76334ccd"/>
    <p:sldId xmlns:r="http://schemas.openxmlformats.org/officeDocument/2006/relationships" id="259" r:id="R766df985260e44a9"/>
    <p:sldId xmlns:r="http://schemas.openxmlformats.org/officeDocument/2006/relationships" id="260" r:id="Rb41a4fe761d7431d"/>
    <p:sldId xmlns:r="http://schemas.openxmlformats.org/officeDocument/2006/relationships" id="261" r:id="R6d062e6c2d2d4a16"/>
    <p:sldId xmlns:r="http://schemas.openxmlformats.org/officeDocument/2006/relationships" id="262" r:id="R4bc29f4189db4bbe"/>
    <p:sldId xmlns:r="http://schemas.openxmlformats.org/officeDocument/2006/relationships" id="263" r:id="Ref3549c8c3f0404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31e7444c5b4fbb" /><Relationship Type="http://schemas.openxmlformats.org/officeDocument/2006/relationships/slideMaster" Target="/ppt/slideMasters/slideMaster1.xml" Id="R3be3756c8c8e4d06" /><Relationship Type="http://schemas.openxmlformats.org/officeDocument/2006/relationships/notesMaster" Target="/ppt/notesMasters/notesMaster1.xml" Id="R919ed80d140d4fc7" /><Relationship Type="http://schemas.openxmlformats.org/officeDocument/2006/relationships/presProps" Target="/ppt/presProps.xml" Id="R05608fdc52bc4663" /><Relationship Type="http://schemas.openxmlformats.org/officeDocument/2006/relationships/tableStyles" Target="/ppt/tableStyles.xml" Id="Ra86c036215d24fd9" /><Relationship Type="http://schemas.openxmlformats.org/officeDocument/2006/relationships/slide" Target="/ppt/slides/slide1.xml" Id="Re58f4a1192c74eb7" /><Relationship Type="http://schemas.openxmlformats.org/officeDocument/2006/relationships/slide" Target="/ppt/slides/slide2.xml" Id="Rb1ef7f9abbed4c2f" /><Relationship Type="http://schemas.openxmlformats.org/officeDocument/2006/relationships/slide" Target="/ppt/slides/slide3.xml" Id="R5d83b06a76334ccd" /><Relationship Type="http://schemas.openxmlformats.org/officeDocument/2006/relationships/slide" Target="/ppt/slides/slide4.xml" Id="R766df985260e44a9" /><Relationship Type="http://schemas.openxmlformats.org/officeDocument/2006/relationships/slide" Target="/ppt/slides/slide5.xml" Id="Rb41a4fe761d7431d" /><Relationship Type="http://schemas.openxmlformats.org/officeDocument/2006/relationships/slide" Target="/ppt/slides/slide6.xml" Id="R6d062e6c2d2d4a16" /><Relationship Type="http://schemas.openxmlformats.org/officeDocument/2006/relationships/slide" Target="/ppt/slides/slide7.xml" Id="R4bc29f4189db4bbe" /><Relationship Type="http://schemas.openxmlformats.org/officeDocument/2006/relationships/slide" Target="/ppt/slides/slide8.xml" Id="Ref3549c8c3f040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28794eef5b42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2eae2110b247c1" /><Relationship Type="http://schemas.openxmlformats.org/officeDocument/2006/relationships/notesMaster" Target="/ppt/notesMasters/notesMaster1.xml" Id="R408edecea82d4d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d88cf61fec4f8a" /><Relationship Type="http://schemas.openxmlformats.org/officeDocument/2006/relationships/notesMaster" Target="/ppt/notesMasters/notesMaster1.xml" Id="Rf53fff3c28054a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bc0fc305ed4936" /><Relationship Type="http://schemas.openxmlformats.org/officeDocument/2006/relationships/notesMaster" Target="/ppt/notesMasters/notesMaster1.xml" Id="Rfa58dae452b04f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3f22a89619492f" /><Relationship Type="http://schemas.openxmlformats.org/officeDocument/2006/relationships/notesMaster" Target="/ppt/notesMasters/notesMaster1.xml" Id="R23915b081cc843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630ab0bb2f4572" /><Relationship Type="http://schemas.openxmlformats.org/officeDocument/2006/relationships/notesMaster" Target="/ppt/notesMasters/notesMaster1.xml" Id="R07847bb2c2014a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2fd3a0627a4cb4" /><Relationship Type="http://schemas.openxmlformats.org/officeDocument/2006/relationships/notesMaster" Target="/ppt/notesMasters/notesMaster1.xml" Id="Rce174c46eb6d40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6a4b2de5994556" /><Relationship Type="http://schemas.openxmlformats.org/officeDocument/2006/relationships/notesMaster" Target="/ppt/notesMasters/notesMaster1.xml" Id="R4ac7a09ae95f4a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5ceaea2d0f44a0" /><Relationship Type="http://schemas.openxmlformats.org/officeDocument/2006/relationships/notesMaster" Target="/ppt/notesMasters/notesMaster1.xml" Id="R85a68d26a0604c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INERTIA-2026-10-23-r7. Sources: spec.md, testing.md, decisions.md, plan.md. Merged baseline https://github.com/NetRxn/Inertia/commit/53d0f2eedf62778f8af6cc92da6fc7b84f3f0435;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8adf9a6d254d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57f8c02184b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614ef3def4c4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d349b7c6fa4a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aa881018a42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1f9ce33d147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D1E57F-B585-48FA-B271-4C568F5362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DCBF4C5-38CE-4382-ADFF-8D349780FF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1B867D4-3DA0-47B2-9D01-3112A1B2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0D570B-6EBC-43AC-B476-FB076AF1E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D6B71A-F54F-42C7-A877-7354E41140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C2C14D-F684-4909-88F4-3F250CAAB7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CDF51D0-11A0-4E3D-A341-7B7B2CE8E0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FD43888-3962-41C3-8D69-C94503E9CB1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7F9286-8D75-4BA5-A753-5F902D8904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137C6C-C699-4A3B-9DF9-6DA18ED53D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77eebf9f684cc5" /><Relationship Type="http://schemas.openxmlformats.org/officeDocument/2006/relationships/slideLayout" Target="/ppt/slideLayouts/slideLayout1.xml" Id="R233f2e708c214e04" /><Relationship Type="http://schemas.openxmlformats.org/officeDocument/2006/relationships/slideLayout" Target="/ppt/slideLayouts/slideLayout2.xml" Id="R16173458a66b442b" /><Relationship Type="http://schemas.openxmlformats.org/officeDocument/2006/relationships/slideLayout" Target="/ppt/slideLayouts/slideLayout3.xml" Id="Rb005901e47b247ed" /><Relationship Type="http://schemas.openxmlformats.org/officeDocument/2006/relationships/slideLayout" Target="/ppt/slideLayouts/slideLayout4.xml" Id="Rb8747a1593ac46e5" /><Relationship Type="http://schemas.openxmlformats.org/officeDocument/2006/relationships/slideLayout" Target="/ppt/slideLayouts/slideLayout5.xml" Id="R48da9b55596e4ba5" /><Relationship Type="http://schemas.openxmlformats.org/officeDocument/2006/relationships/slideLayout" Target="/ppt/slideLayouts/slideLayout6.xml" Id="Re252940858574b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3f2e708c214e04"/>
    <p:sldLayoutId xmlns:r="http://schemas.openxmlformats.org/officeDocument/2006/relationships" id="2147483650" r:id="R16173458a66b442b"/>
    <p:sldLayoutId xmlns:r="http://schemas.openxmlformats.org/officeDocument/2006/relationships" id="2147483651" r:id="Rb005901e47b247ed"/>
    <p:sldLayoutId xmlns:r="http://schemas.openxmlformats.org/officeDocument/2006/relationships" id="2147483652" r:id="Rb8747a1593ac46e5"/>
    <p:sldLayoutId xmlns:r="http://schemas.openxmlformats.org/officeDocument/2006/relationships" id="2147483653" r:id="R48da9b55596e4ba5"/>
    <p:sldLayoutId xmlns:r="http://schemas.openxmlformats.org/officeDocument/2006/relationships" id="2147483654" r:id="Re252940858574b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f104a70a0b4fb3" /><Relationship Type="http://schemas.openxmlformats.org/officeDocument/2006/relationships/notesSlide" Target="/ppt/notesSlides/notesSlide1.xml" Id="Rbc71ed68eea542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d1c48e4c574281" /><Relationship Type="http://schemas.openxmlformats.org/officeDocument/2006/relationships/notesSlide" Target="/ppt/notesSlides/notesSlide2.xml" Id="R779a02427d624e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07e774db3d4f31" /><Relationship Type="http://schemas.openxmlformats.org/officeDocument/2006/relationships/notesSlide" Target="/ppt/notesSlides/notesSlide3.xml" Id="Re76a1eec29d74e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62a12b857f4873" /><Relationship Type="http://schemas.openxmlformats.org/officeDocument/2006/relationships/notesSlide" Target="/ppt/notesSlides/notesSlide4.xml" Id="R4ed64ee424654f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0222b0f6f54c14" /><Relationship Type="http://schemas.openxmlformats.org/officeDocument/2006/relationships/notesSlide" Target="/ppt/notesSlides/notesSlide5.xml" Id="Red069f3c16fe44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257663e4064735" /><Relationship Type="http://schemas.openxmlformats.org/officeDocument/2006/relationships/notesSlide" Target="/ppt/notesSlides/notesSlide6.xml" Id="R706f07f77bd444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b4a87e2224425d" /><Relationship Type="http://schemas.openxmlformats.org/officeDocument/2006/relationships/notesSlide" Target="/ppt/notesSlides/notesSlide7.xml" Id="R402f4309a1a849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d8c808ed31413e" /><Relationship Type="http://schemas.openxmlformats.org/officeDocument/2006/relationships/notesSlide" Target="/ppt/notesSlides/notesSlide8.xml" Id="R8fe602e60c3248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A17CB0-39A8-4057-8703-88DC0F47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AA5AE-3884-4754-BB21-036316BC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Inertia makes DAO work easier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E8E11-3AAB-4161-BA43-A873C284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 shared work system, with Buzz and the Paperclip dashboard as equal entry points.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EDA0C-5311-4F7A-B0E4-BC61B4DD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7853C-D0FA-442D-B83B-10E24355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AD32A-738A-4B4D-AF3B-E1039F8B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CD7D3-4E64-4D64-95EC-AE898156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2820E-389C-4386-ABF5-8F3E89F8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Automatic meetings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2FB39-8503-4F7F-A20E-D799FFC3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Gemini output in Drive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Clean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Verified website publication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Links back to the conversation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4AFB3-3884-4B91-84F9-D9DBD29A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01A74-09B1-4889-AF4F-41F9C25D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Current grant packet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61843-971E-4E58-A870-49045C7C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scanner discovers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Team reviews the application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Blockchain vote binds the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keeps interests current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6583E-D56A-43F0-97A0-A8C7DC6F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D5DAD-5402-4ACA-B83A-9A0DD584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Member spare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0549C-210B-4AA3-B9A5-A2121A07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 an authorized agent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Acquire eligible work eagerly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a validated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Continue useful follow-ups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F0EA3-9DEE-4358-9B37-79AC719B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Required demo outcomes: meeting publication, a packet-bound vote and a second member’s contribution.</a:t>
            </a:r>
          </a:p>
        </p:txBody>
      </p:sp>
    </p:spTree>
    <p:extLst>
      <p:ext uri="{BB962C8B-B14F-4D97-AF65-F5344CB8AC3E}">
        <p14:creationId xmlns:p14="http://schemas.microsoft.com/office/powerpoint/2010/main" val="19685876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6281D-7DA2-4A51-9FB6-D45B89B3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260F7-D566-4389-8653-E77D369E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Paperclip owns the 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AB686-7526-49D9-BFF9-E1FDC2B4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platform’s CEO, hiring, hierarchy and execution primitives.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9046B-B47F-4269-8A3F-B410C60F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4B095-112B-43C9-B8C3-FED820A4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636F2-19A8-4444-9E5C-EAC575F8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F6D0B6-C34F-4F11-95B4-E702EE3C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AA1ADC-CCFE-4008-9E98-BF3BBF7D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Native platform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2B8EF-39D5-412B-8A7B-24B0745D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Goals, issues and dependencies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Hiring and policy permissions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Checkout, runs and budgets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Documents and human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C8D86-6522-47BF-A332-D13A0565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D9FF4-17E6-413C-9349-22137D1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Thin Buzz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29DB9-D370-43DB-8A01-DCC57E26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Signed requests and identity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native task IDs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Shared decisions and receipts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Durable delivery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95EA0B-045D-491F-80B4-C54E28EF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751F6-B7D3-4B44-8391-576F0F93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Existing infrastructure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47B70-629C-4D99-BD56-6DA417CF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Qualified hardened provider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Client-side task isolation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PlanetScale DAO database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Cloudflare available as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50F4DE-8F17-40A3-AA49-4DD93E98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 narrow plugin fits the selected Paperclip release. Shared records keep the two interfaces coherent.</a:t>
            </a:r>
          </a:p>
        </p:txBody>
      </p:sp>
    </p:spTree>
    <p:extLst>
      <p:ext uri="{BB962C8B-B14F-4D97-AF65-F5344CB8AC3E}">
        <p14:creationId xmlns:p14="http://schemas.microsoft.com/office/powerpoint/2010/main" val="7339591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F80F0F-375A-4B24-A0C5-A8CBDDE1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88023-8372-4D9F-AE47-A9345B2F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Automatic Roundtable publication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D17F5-A822-4FC5-83B8-7A3C435B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 recording and Gemini processing feed the organization’s Drive folder.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02C5E-0670-40F2-997D-DA582BC5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77A4C-05D8-406A-9A87-EBD6B2AF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4DAEF-B56A-4E10-94A2-06346AE4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0AE12-E67A-47B6-848C-EFBF3557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359B6-55AA-467E-A1E0-849449F2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Ready 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25060-F203-465B-804A-C4F08593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Identify meeting and revision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Retain original source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uncertain wording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Handle notes-only input honestly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8BDE7-EB9F-484E-B8C4-5C7DD628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638D8-CD51-41FA-B258-DD582E92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Faithful transformation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D344B-EE5B-4FE6-961D-BBCE8E8F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Separate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Cite source for action items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names and claims grounded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Apply the configured audience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75A13-9C7C-400A-9B51-0C8CE79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61293-C6F2-470F-85CC-5CE76B44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Trusted publication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3254B7-D753-4857-8759-D4058038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Upsert the website record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content and audience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the published URLs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corrections and retries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F7F52-762A-48D1-B7F9-0D46C204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After one-time setup, routine publication runs automatically. Exceptions name the precise action needed.</a:t>
            </a:r>
          </a:p>
        </p:txBody>
      </p:sp>
    </p:spTree>
    <p:extLst>
      <p:ext uri="{BB962C8B-B14F-4D97-AF65-F5344CB8AC3E}">
        <p14:creationId xmlns:p14="http://schemas.microsoft.com/office/powerpoint/2010/main" val="3247297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DC6921-6E3D-49C1-B77F-EBE2BB3A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53B3B-1E11-495E-98FC-DE65910F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Grant decisions and Y2 updates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4734B-514E-419D-B2F6-3847209B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grant scanner and preserve review before freezing the application.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3E10F-7FD3-4729-9EE8-9302C9B6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24CB6-7559-4A83-AB54-CCD1EA62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5A98B-27B7-4926-82D6-0B633EC7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89028D-C5A1-44AC-98B9-F522566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29054-E808-44A2-BA67-FD4F1878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Find and 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61BDF-B9DB-47A2-BDBE-C6CBEC1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Refresh opportunities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Check deadline and eligibility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Build a cited draft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reviewer signoffs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E1725-29FC-492E-9F4D-3E5CEFAE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617B6-2AAB-454B-933E-8788E506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Bind the vote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80E9C-7E60-44E0-8F0F-585CC9A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Freeze packet version and hash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network and finality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Match the authorized action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Apply the result once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2DE98C-7B7F-4898-B100-6BF8B907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CDD26-91C4-46B0-9C01-515EB159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Continue the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245FA-627E-4331-B5DF-B8E13DC0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registered interests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Updates attach to existing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Ordinary work proceeds normally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990 enrichment remains stretch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18133-2949-4E57-B0E4-632E9309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The demo demonstrates the ratified packet. Actual funder submission remains a separately authorized action.</a:t>
            </a:r>
          </a:p>
        </p:txBody>
      </p:sp>
    </p:spTree>
    <p:extLst>
      <p:ext uri="{BB962C8B-B14F-4D97-AF65-F5344CB8AC3E}">
        <p14:creationId xmlns:p14="http://schemas.microsoft.com/office/powerpoint/2010/main" val="3215993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DC141-D254-4DE5-BD71-76EF407D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038F5-85DB-4E70-BD88-0E1621BE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Secure member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84259-C62C-402F-B013-77FA9FEE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An enrolled member’s agent contributes from its own isolated execution environment.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0F645-E639-4397-8E4F-03F21AAC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7AEBB-DCFB-45C7-85E3-8FD384A7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CBF1F-B28A-49CC-8A5C-0435571F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86E29-1A85-4932-A63A-EF2E664E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1FFC3-388A-4CC5-AC05-690B1E24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Eager acquisition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C9603-C241-411B-AEE8-D90AB526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CEO delegates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Agent selects eligible tasks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Atomic checkout wins ownership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Budgets bound activity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50DD4D-0C59-4A75-BA62-4B2317A1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20630-DC1C-44FD-A160-DA26F896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Scoped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76621-66CA-4E7C-8B68-2BBADF10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Task-specific inputs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Sandbox and isolated worktree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provider lifecycle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No shared publisher credentials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7C6E8-5FDC-4695-A315-C5F042AB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B727E6-9693-45B3-A114-23FF705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Useful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1D98ED-45D6-476F-A6A0-17312C98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Server validates the artifact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review accepts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Trusted adapter publishes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Bounded follow-ups preserve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EEFB9-D08E-4A71-8ACE-A5F9A402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Integrate through existing public execution contracts. Qualify runtime isolation and enrollment before live participation.</a:t>
            </a:r>
          </a:p>
        </p:txBody>
      </p:sp>
    </p:spTree>
    <p:extLst>
      <p:ext uri="{BB962C8B-B14F-4D97-AF65-F5344CB8AC3E}">
        <p14:creationId xmlns:p14="http://schemas.microsoft.com/office/powerpoint/2010/main" val="21237396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B4703C-6380-4DB5-9C85-7BF843F5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1F36B-5B6B-47F9-A74C-9F87BE67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Reliable operation without babysitting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09CB2-CCE7-43D8-B3F9-7B85C37B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One-time pairing and configuration support automatic normal work and recovery.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80204-1B19-43AA-9A69-460FA265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35216B-9D63-4B73-BB56-B68EBBBF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59E5AC-3CE7-4068-86F1-41FE801F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C981A4-6F99-47F3-A096-2CD9D2DA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D9F90-2BB7-493A-A78A-12BBC740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Configure once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0F005-C273-4DA2-8A52-7200348F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Install verified archive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Use Node 24.11 or newer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Fill disabled configuration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Validate, pair and enable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7951A-2B99-420A-925A-0F37A4D1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2A06D-DD7C-4EB7-993D-1C9F1C4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Recover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D8827-F4E9-4C22-B40E-FEF00E8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Persist receipts and checkpoints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Retry the same signed event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Respect server retry timing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uncertain writes first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00A3D-7A7E-46BB-8400-3C94B84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8BD01-8E6C-496A-86B1-8587DA88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Show what matters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01368-6612-47BA-A09E-DF5B0B72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Useful same-thread results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Backlog and last successful sync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Clear permanent setup errors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UI for complex decisions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268FE-615B-4B0E-B778-926E0D57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Source text cannot grant authority. Current host permissions govern every human-attributed native action.</a:t>
            </a:r>
          </a:p>
        </p:txBody>
      </p:sp>
    </p:spTree>
    <p:extLst>
      <p:ext uri="{BB962C8B-B14F-4D97-AF65-F5344CB8AC3E}">
        <p14:creationId xmlns:p14="http://schemas.microsoft.com/office/powerpoint/2010/main" val="12650018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3A0F38-B73F-4B71-AD7B-292F0DFA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7B871-C8CB-4528-A968-63C3B3AE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Build evidence on 23 October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123BF2-95A5-4DF3-8145-D32045B3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Grant packet binding and installable-package qualification extend the connected loop.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576AF-4BD2-4AA1-AF73-C9F37804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9C22E-FC38-4A89-9D73-681B6C59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CDB74-4903-4445-8C21-C7C714DC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17874-9FF5-4915-8CA6-B7D4ABD8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D6E2AF-1EB3-4582-9DF4-1BE9F829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Merged foundation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F21E8-DB54-4991-B8EC-E9387EBA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Signed transport and native core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Connected bridge: 85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Roundtable core: 23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Actual website publisher pending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89C6C-D208-47EA-8F33-9D667AB7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E38AA-64E5-4EA1-9BD0-A77BDF03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Grant packet binding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F5B84-AAD2-45F1-A9B3-13C8AA43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7 grant core: 37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Packet, review and vote binding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Source freshness and replay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Production adapters 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75AFE-4AE2-4691-9FA0-A458C7E8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CF57D-258D-4AFF-846A-C46A43A4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Installable delivery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A5A5D-AA08-4A57-A275-AA0DE930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149 combined tests passing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Fresh production installation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worker RPC handshake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Guided configuration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B2408-1C1E-4D89-8275-A0662A08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Fixture evidence uses real bridge code with substituted external I/O. Deployment and live rehearsal are still ahead.</a:t>
            </a:r>
          </a:p>
        </p:txBody>
      </p:sp>
    </p:spTree>
    <p:extLst>
      <p:ext uri="{BB962C8B-B14F-4D97-AF65-F5344CB8AC3E}">
        <p14:creationId xmlns:p14="http://schemas.microsoft.com/office/powerpoint/2010/main" val="8297093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3441E-F063-4E8A-BF1A-3FE90B8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871FE-F01B-488E-9C0A-CAF465CA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Delivery focused on working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1A65F4-3C73-462B-8F26-C26536A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delivery sequence. Tested and reviewed feature branches merge into develop.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2C142C-5C03-4D47-BFD4-3D6B04CE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4C865-930F-462E-96D0-8847246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INERTIA-2026-10-23-r7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73A89-E773-4F3B-9E34-A682312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FF0A0-B33A-4487-BFDB-6835B173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AE9B0-2039-47D3-9C4F-6A4CBFAA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22–23 OCT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0D6A5-1A4D-4994-85B3-97D9159D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Bridge and domain cores merged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Plugin archive qualified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Website publisher pending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artifacts aligned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41325-326B-4F86-8450-C7509CC5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D5DE3-0E52-4993-A7C2-FA7308C2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23–27 OCT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341400-E46A-4547-A3B9-6E2DCF4F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Complete domain adapters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Integrate approved targets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Exercise member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normal automatic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50665-ABDE-434C-BCE8-FC777D1F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E3AEA-04D6-4FCE-A14B-5FE39DB8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28–30 OCT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ED335-5776-42AC-BBC1-81BD8EC9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Recovery and isolation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Oct 29 rehearsal buffer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Deck and reproducible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Oct 30 owner submission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1ACA3-223A-4D47-BBE2-A8593645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Main stays untouched. Helix is de-prioritized. Configuration details stay in one decision register.</a:t>
            </a:r>
          </a:p>
        </p:txBody>
      </p:sp>
    </p:spTree>
    <p:extLst>
      <p:ext uri="{BB962C8B-B14F-4D97-AF65-F5344CB8AC3E}">
        <p14:creationId xmlns:p14="http://schemas.microsoft.com/office/powerpoint/2010/main" val="4853577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2026-10-23T00:21:53.5060000Z</dcterms:created>
  <dcterms:modified xsi:type="dcterms:W3CDTF">2026-10-23T00:21:53.5070000Z</dcterms:modified>
</coreProperties>
</file>