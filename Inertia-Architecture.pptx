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8399df2b61047e7" /><Relationship Type="http://schemas.openxmlformats.org/officeDocument/2006/relationships/extended-properties" Target="/docProps/app.xml" Id="R20761d8dcedc4166" /><Relationship Type="http://schemas.openxmlformats.org/officeDocument/2006/relationships/officeDocument" Target="/ppt/presentation.xml" Id="R3467e120088b4ca5" /></Relationships>
</file>

<file path=ppt/presentation.xml><?xml version="1.0" encoding="utf-8"?>
<p:presentation xmlns:p="http://schemas.openxmlformats.org/presentationml/2006/main">
  <p:sldMasterIdLst>
    <p:sldMasterId xmlns:r="http://schemas.openxmlformats.org/officeDocument/2006/relationships" id="2147483648" r:id="Re691d457a91043a0"/>
  </p:sldMasterIdLst>
  <p:notesMasterIdLst>
    <p:notesMasterId xmlns:r="http://schemas.openxmlformats.org/officeDocument/2006/relationships" r:id="R6d7917bc560d457c"/>
  </p:notesMasterIdLst>
  <p:sldIdLst>
    <p:sldId xmlns:r="http://schemas.openxmlformats.org/officeDocument/2006/relationships" id="256" r:id="R0fedb4e012c341c2"/>
    <p:sldId xmlns:r="http://schemas.openxmlformats.org/officeDocument/2006/relationships" id="257" r:id="R6a3a954ac17c488b"/>
    <p:sldId xmlns:r="http://schemas.openxmlformats.org/officeDocument/2006/relationships" id="258" r:id="R172aafb786e7425f"/>
    <p:sldId xmlns:r="http://schemas.openxmlformats.org/officeDocument/2006/relationships" id="259" r:id="Ra964bf0368a248da"/>
    <p:sldId xmlns:r="http://schemas.openxmlformats.org/officeDocument/2006/relationships" id="260" r:id="R5bbb8aebe3a84b9c"/>
    <p:sldId xmlns:r="http://schemas.openxmlformats.org/officeDocument/2006/relationships" id="261" r:id="Rf1a6a06db2da42fe"/>
    <p:sldId xmlns:r="http://schemas.openxmlformats.org/officeDocument/2006/relationships" id="262" r:id="Rfc786949916b408b"/>
    <p:sldId xmlns:r="http://schemas.openxmlformats.org/officeDocument/2006/relationships" id="263" r:id="R9d40d8509a514db6"/>
    <p:sldId xmlns:r="http://schemas.openxmlformats.org/officeDocument/2006/relationships" id="264" r:id="Rd6a4bc2316e74b5f"/>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897c8e9344d41f2" /><Relationship Type="http://schemas.openxmlformats.org/officeDocument/2006/relationships/slideMaster" Target="/ppt/slideMasters/slideMaster1.xml" Id="Re691d457a91043a0" /><Relationship Type="http://schemas.openxmlformats.org/officeDocument/2006/relationships/notesMaster" Target="/ppt/notesMasters/notesMaster1.xml" Id="R6d7917bc560d457c" /><Relationship Type="http://schemas.openxmlformats.org/officeDocument/2006/relationships/presProps" Target="/ppt/presProps.xml" Id="R8f2155e774224d0d" /><Relationship Type="http://schemas.openxmlformats.org/officeDocument/2006/relationships/tableStyles" Target="/ppt/tableStyles.xml" Id="Ra3c136bd6dbf446f" /><Relationship Type="http://schemas.openxmlformats.org/officeDocument/2006/relationships/slide" Target="/ppt/slides/slide1.xml" Id="R0fedb4e012c341c2" /><Relationship Type="http://schemas.openxmlformats.org/officeDocument/2006/relationships/slide" Target="/ppt/slides/slide2.xml" Id="R6a3a954ac17c488b" /><Relationship Type="http://schemas.openxmlformats.org/officeDocument/2006/relationships/slide" Target="/ppt/slides/slide3.xml" Id="R172aafb786e7425f" /><Relationship Type="http://schemas.openxmlformats.org/officeDocument/2006/relationships/slide" Target="/ppt/slides/slide4.xml" Id="Ra964bf0368a248da" /><Relationship Type="http://schemas.openxmlformats.org/officeDocument/2006/relationships/slide" Target="/ppt/slides/slide5.xml" Id="R5bbb8aebe3a84b9c" /><Relationship Type="http://schemas.openxmlformats.org/officeDocument/2006/relationships/slide" Target="/ppt/slides/slide6.xml" Id="Rf1a6a06db2da42fe" /><Relationship Type="http://schemas.openxmlformats.org/officeDocument/2006/relationships/slide" Target="/ppt/slides/slide7.xml" Id="Rfc786949916b408b" /><Relationship Type="http://schemas.openxmlformats.org/officeDocument/2006/relationships/slide" Target="/ppt/slides/slide8.xml" Id="R9d40d8509a514db6" /><Relationship Type="http://schemas.openxmlformats.org/officeDocument/2006/relationships/slide" Target="/ppt/slides/slide9.xml" Id="Rd6a4bc2316e74b5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a4b96e8f5d34e9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341ae8995e7449b" /><Relationship Type="http://schemas.openxmlformats.org/officeDocument/2006/relationships/notesMaster" Target="/ppt/notesMasters/notesMaster1.xml" Id="R8c425d423d42481e" /></Relationships>
</file>

<file path=ppt/notesSlides/_rels/notesSlide2.xml.rels>&#65279;<?xml version="1.0" encoding="utf-8"?><Relationships xmlns="http://schemas.openxmlformats.org/package/2006/relationships"><Relationship Type="http://schemas.openxmlformats.org/officeDocument/2006/relationships/slide" Target="/ppt/slides/slide2.xml" Id="R2475382d84bf4a59" /><Relationship Type="http://schemas.openxmlformats.org/officeDocument/2006/relationships/notesMaster" Target="/ppt/notesMasters/notesMaster1.xml" Id="R6c4eb94b30aa4e3e" /></Relationships>
</file>

<file path=ppt/notesSlides/_rels/notesSlide3.xml.rels>&#65279;<?xml version="1.0" encoding="utf-8"?><Relationships xmlns="http://schemas.openxmlformats.org/package/2006/relationships"><Relationship Type="http://schemas.openxmlformats.org/officeDocument/2006/relationships/slide" Target="/ppt/slides/slide3.xml" Id="R2edfe9d88b8643aa" /><Relationship Type="http://schemas.openxmlformats.org/officeDocument/2006/relationships/notesMaster" Target="/ppt/notesMasters/notesMaster1.xml" Id="R8ccda6ac7e0b4559" /></Relationships>
</file>

<file path=ppt/notesSlides/_rels/notesSlide4.xml.rels>&#65279;<?xml version="1.0" encoding="utf-8"?><Relationships xmlns="http://schemas.openxmlformats.org/package/2006/relationships"><Relationship Type="http://schemas.openxmlformats.org/officeDocument/2006/relationships/slide" Target="/ppt/slides/slide4.xml" Id="Rc80a6076b83d46bb" /><Relationship Type="http://schemas.openxmlformats.org/officeDocument/2006/relationships/notesMaster" Target="/ppt/notesMasters/notesMaster1.xml" Id="R7e5765c2416e46f1" /></Relationships>
</file>

<file path=ppt/notesSlides/_rels/notesSlide5.xml.rels>&#65279;<?xml version="1.0" encoding="utf-8"?><Relationships xmlns="http://schemas.openxmlformats.org/package/2006/relationships"><Relationship Type="http://schemas.openxmlformats.org/officeDocument/2006/relationships/slide" Target="/ppt/slides/slide5.xml" Id="Rd7c8e61887ae4f76" /><Relationship Type="http://schemas.openxmlformats.org/officeDocument/2006/relationships/notesMaster" Target="/ppt/notesMasters/notesMaster1.xml" Id="R66795576aacc4070" /></Relationships>
</file>

<file path=ppt/notesSlides/_rels/notesSlide6.xml.rels>&#65279;<?xml version="1.0" encoding="utf-8"?><Relationships xmlns="http://schemas.openxmlformats.org/package/2006/relationships"><Relationship Type="http://schemas.openxmlformats.org/officeDocument/2006/relationships/slide" Target="/ppt/slides/slide6.xml" Id="Rb464fbdd13864ce1" /><Relationship Type="http://schemas.openxmlformats.org/officeDocument/2006/relationships/notesMaster" Target="/ppt/notesMasters/notesMaster1.xml" Id="R1d1ab3ba916f445a" /></Relationships>
</file>

<file path=ppt/notesSlides/_rels/notesSlide7.xml.rels>&#65279;<?xml version="1.0" encoding="utf-8"?><Relationships xmlns="http://schemas.openxmlformats.org/package/2006/relationships"><Relationship Type="http://schemas.openxmlformats.org/officeDocument/2006/relationships/slide" Target="/ppt/slides/slide7.xml" Id="R644f2f23e94d4b23" /><Relationship Type="http://schemas.openxmlformats.org/officeDocument/2006/relationships/notesMaster" Target="/ppt/notesMasters/notesMaster1.xml" Id="R1ca70ab3e0ac42ad" /></Relationships>
</file>

<file path=ppt/notesSlides/_rels/notesSlide8.xml.rels>&#65279;<?xml version="1.0" encoding="utf-8"?><Relationships xmlns="http://schemas.openxmlformats.org/package/2006/relationships"><Relationship Type="http://schemas.openxmlformats.org/officeDocument/2006/relationships/slide" Target="/ppt/slides/slide8.xml" Id="Rfb825d41ae58416d" /><Relationship Type="http://schemas.openxmlformats.org/officeDocument/2006/relationships/notesMaster" Target="/ppt/notesMasters/notesMaster1.xml" Id="Rdec2a9a0cccc4745" /></Relationships>
</file>

<file path=ppt/notesSlides/_rels/notesSlide9.xml.rels>&#65279;<?xml version="1.0" encoding="utf-8"?><Relationships xmlns="http://schemas.openxmlformats.org/package/2006/relationships"><Relationship Type="http://schemas.openxmlformats.org/officeDocument/2006/relationships/slide" Target="/ppt/slides/slide9.xml" Id="R322aca8f78974dff" /><Relationship Type="http://schemas.openxmlformats.org/officeDocument/2006/relationships/notesMaster" Target="/ppt/notesMasters/notesMaster1.xml" Id="R2449f17479d24c0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spec.md, decisions.md and plan.md. Current source: native exact-action capture https://github.com/NetRxn/Inertia/pull/58; Packet UI reviewed draft https://github.com/NetRxn/Inertia/pull/62. PR53 host qualification remains historical.</a:t>
            </a:r>
          </a:p>
          <a:p xmlns:a="http://schemas.openxmlformats.org/drawingml/2006/main">
            <a:r>
              <a:t/>
            </a:r>
          </a:p>
          <a:p xmlns:a="http://schemas.openxmlformats.org/drawingml/2006/main">
            <a:r>
              <a:t>Wednesday October 28 target is actual application preparation through existing authorized PostgreSQL/domain tools and the existing authorized Buzz agent. Paperclip owns native work; Buzz and dashboard expose the same permitted records. Current identity, DAO membership and application action access govern member actions. Helix and Y2 are explicitly deferred.</a:t>
            </a:r>
          </a:p>
          <a:p xmlns:a="http://schemas.openxmlformats.org/drawingml/2006/main">
            <a:r>
              <a:t/>
            </a:r>
          </a:p>
          <a:p xmlns:a="http://schemas.openxmlformats.org/drawingml/2006/main">
            <a:r>
              <a:t>This chosen target is not a deployed-integration claim. PR53 source-qualified default-disabled host assembly, early SDK pre-buffer byte/deadline checks, manual invocation and native state-delete reset. Actual data/source/action bindings, bounded receipt-read allocation, remaining deployment/latency compatibility, approved lifecycle/authentication/network integration, writer fencing and live walkthrough remain gates. Packet-v2 contract/freeze core source is merged. Native capture source is merged with synthetic callbacks and absent authority/retention disabled. Packet UI/attestation is reviewed draft PR62, not merged/live. Browser walkthrough, mutual #48 recovery agreement and real authority/runtime/domain/Buzz remain pending. Legacy v1 records remain intact.</a:t>
            </a:r>
          </a:p>
          <a:p xmlns:a="http://schemas.openxmlformats.org/drawingml/2006/main">
            <a:r>
              <a:t/>
            </a:r>
          </a:p>
          <a:p xmlns:a="http://schemas.openxmlformats.org/drawingml/2006/main">
            <a:r>
              <a:t>The remaining #42 read-only assessment proposes early SQL filtering and bounded receipt projection, retaining pending identity. No generic activity acceptance-forgery path was established; no implementation or approved new page interface is claimed. https://github.com/NetRxn/Inertia/issues/42#issuecomment-6389560049</a:t>
            </a:r>
          </a:p>
          <a:p xmlns:a="http://schemas.openxmlformats.org/drawingml/2006/main">
            <a:r>
              <a:t/>
            </a:r>
          </a:p>
          <a:p xmlns:a="http://schemas.openxmlformats.org/drawingml/2006/main">
            <a:r>
              <a:t>Current execution clarification: provider/role assignments are configurable. Two-provider funding and general member/bounty scenarios test existing requirements. Reuse Paperclip native coordination, checkout and budgets; no new dispatcher or framework. See spec.md section 2 and testing.md, Two-provider scenarios for existing requirements.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spec.md R-F01–08/R-K01–08/R-C01–05; testing.md.</a:t>
            </a:r>
          </a:p>
          <a:p xmlns:a="http://schemas.openxmlformats.org/drawingml/2006/main">
            <a:r>
              <a:t/>
            </a:r>
          </a:p>
          <a:p xmlns:a="http://schemas.openxmlformats.org/drawingml/2006/main">
            <a:r>
              <a:t>The actual system must query saved SQL evidence first, research gaps and generate substantial preparation and a near-complete current application draft. An agent contributes and independently critiques quality within that packet outcome. A task result or quality review is not human approval.</a:t>
            </a:r>
          </a:p>
          <a:p xmlns:a="http://schemas.openxmlformats.org/drawingml/2006/main">
            <a:r>
              <a:t/>
            </a:r>
          </a:p>
          <a:p xmlns:a="http://schemas.openxmlformats.org/drawingml/2006/main">
            <a:r>
              <a:t>Any authenticated, currently verified DAO member with current application action access may confirm the exact immutable version under the chosen v2 policy. No named application owner or default five specialist human gates. Packet-v2 core and native exact-action capture are merged in PR56/PR58. Packet UI is reviewed draft PR62, not merged/live; browser, mutual recovery agreement and real authority/runtime/domain/Buzz remain pending. Real sponsor signatures or DAO/Vocdoni governance apply only when genuinely required. Preserve exact versions, source scope, replay/conflict denial and current access checks. Reference packets and answer keys are separate from actual generated output.</a:t>
            </a:r>
          </a:p>
          <a:p xmlns:a="http://schemas.openxmlformats.org/drawingml/2006/main">
            <a:r>
              <a:t/>
            </a:r>
          </a:p>
          <a:p xmlns:a="http://schemas.openxmlformats.org/drawingml/2006/main">
            <a:r>
              <a:t>Native coordination already covers decomposition, role/capability-based acquisition, exclusive checkout, budgets, review and follow-up. Test complementary research, partner-discovery, assembly and review roles rather than fixing Codex as writer and Claude as checker. Two agents owned by John are not two independent human members.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spec.md R-M01–04; existing meeting/publication contracts; Needed-from-team.md NTF01–03.</a:t>
            </a:r>
          </a:p>
          <a:p xmlns:a="http://schemas.openxmlformats.org/drawingml/2006/main">
            <a:r>
              <a:t/>
            </a:r>
          </a:p>
          <a:p xmlns:a="http://schemas.openxmlformats.org/drawingml/2006/main">
            <a:r>
              <a:t>Source/native composition is merged with controlled Google/website I/O and actual native PostgreSQL recovery, not live-source deployment. Qualify approved Drive/Gemini readiness, exact source identity/version and the members-only website publication/readback contract. Produce a faithful cleaned transcript and separate notes. Summary-only material must never become an invented transcript; notes-only website behavior remains partial until qualified.</a:t>
            </a:r>
          </a:p>
          <a:p xmlns:a="http://schemas.openxmlformats.org/drawingml/2006/main">
            <a:r>
              <a:t/>
            </a:r>
          </a:p>
          <a:p xmlns:a="http://schemas.openxmlformats.org/drawingml/2006/main">
            <a:r>
              <a:t>Source-linked tasks and SQL candidate knowledge retain provenance, current audience and actual adoption scope. Wednesday participation/recording inputs are operational references, not permission to publish private source material. Retention defaults are settled planning choices; no deletion or live activation is enabled.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spec.md R-G01–04; docs/development/native-grant-workflow.md; testing.md T-G06–15.</a:t>
            </a:r>
          </a:p>
          <a:p xmlns:a="http://schemas.openxmlformats.org/drawingml/2006/main">
            <a:r>
              <a:t/>
            </a:r>
          </a:p>
          <a:p xmlns:a="http://schemas.openxmlformats.org/drawingml/2006/main">
            <a:r>
              <a:t>V2 core and native exact-action capture are merged in https://github.com/NetRxn/Inertia/pull/56 and https://github.com/NetRxn/Inertia/pull/58. Packet UI/attestation is reviewed draft https://github.com/NetRxn/Inertia/pull/62, not merged/live. Browser, mutual #48 recovery agreement and real authority/runtime/domain/Buzz remain pending; this diagram is not a deployment claim. Agents prepare and independently critique; they never supply human approval. Any authenticated, currently verified DAO member with current application review access may confirm the exact immutable packet/version/artifact bytes. There is no named application owner or default five-specialist human ceremony. Actual sponsor signatures and DAO/Vocdoni governance apply only when the real case requires them.</a:t>
            </a:r>
          </a:p>
          <a:p xmlns:a="http://schemas.openxmlformats.org/drawingml/2006/main">
            <a:r>
              <a:t/>
            </a:r>
          </a:p>
          <a:p xmlns:a="http://schemas.openxmlformats.org/drawingml/2006/main">
            <a:r>
              <a:t>A human performs any separately authorized external submission. Mark submitted or equivalent authenticated Buzz intent records a selected immutable packet and actual date, reporter and evidence level. Optional image/email/reference evidence may be added later. Historical selection can be recorded honestly with missing prior approvals; do not fabricate approval or treat member attestation as provider verification. Corrections/evidence append audit history. The normal sequence drawn here does not make earlier native approvals a prerequisite to recording a real past fact. No action here submits, pays or votes.</a:t>
            </a:r>
          </a:p>
          <a:p xmlns:a="http://schemas.openxmlformats.org/drawingml/2006/main">
            <a:r>
              <a:t/>
            </a:r>
          </a:p>
          <a:p xmlns:a="http://schemas.openxmlformats.org/drawingml/2006/main">
            <a:r>
              <a:t>Legacy v1 role-gated source, approvals, immutable packets, receipts and cancellation state remain historically intact. PR53 remains default-disabled source qualification. Current member/application action access, versioned v2 guarded writes and live walkthrough remain to qualify.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spec.md R-C01–05; plan.md; Needed-from-team.md NTF02/07/09/11.</a:t>
            </a:r>
          </a:p>
          <a:p xmlns:a="http://schemas.openxmlformats.org/drawingml/2006/main">
            <a:r>
              <a:t/>
            </a:r>
          </a:p>
          <a:p xmlns:a="http://schemas.openxmlformats.org/drawingml/2006/main">
            <a:r>
              <a:t>The existing authorized Buzz agent is the achievable Wednesday contribution path within the application packet. It must actually use permitted tools/evidence and return generated preparation with provenance and an independent quality critique. Current DAO membership and application action access govern any human contribution or exact-version confirmation; public visibility, a pairing or generic role alone is insufficient. Agents never approve.</a:t>
            </a:r>
          </a:p>
          <a:p xmlns:a="http://schemas.openxmlformats.org/drawingml/2006/main">
            <a:r>
              <a:t/>
            </a:r>
          </a:p>
          <a:p xmlns:a="http://schemas.openxmlformats.org/drawingml/2006/main">
            <a:r>
              <a:t>V2 packet primitives are merged in https://github.com/NetRxn/Inertia/pull/56. Native exact-action capture is merged in PR58. Packet UI/attestation is reviewed draft PR62, not merged/live; browser, real authorization/runtime/domain/Buzz and actual provider/human execution remain pending. Preserve original authenticated actor, exact packet/version/policy, current action rights, stale/conflict denial and authoritative readback. No named application owner or default five-specialist setup is needed.</a:t>
            </a:r>
          </a:p>
          <a:p xmlns:a="http://schemas.openxmlformats.org/drawingml/2006/main">
            <a:r>
              <a:t/>
            </a:r>
          </a:p>
          <a:p xmlns:a="http://schemas.openxmlformats.org/drawingml/2006/main">
            <a:r>
              <a:t>This path does not qualify full untrusted member-owned runtime isolation. PR37 only stages inert candidates; PR51 is draft/unmerged/inactive ingress/per-attempt authority. Full untrusted isolation, enrollment/provider execution and native authoritative completion remain separate unqualified work. No candidate receipt alone means completed work.</a:t>
            </a:r>
          </a:p>
          <a:p xmlns:a="http://schemas.openxmlformats.org/drawingml/2006/main">
            <a:r>
              <a:t/>
            </a:r>
          </a:p>
          <a:p xmlns:a="http://schemas.openxmlformats.org/drawingml/2006/main">
            <a:r>
              <a:t>The simpler same-pending-ID re-entry is a PR62 candidate awaiting mutual #48 agreement, not an adopted shared workflow. No retirement endpoint, new store or payload persistence was added.</a:t>
            </a:r>
          </a:p>
          <a:p xmlns:a="http://schemas.openxmlformats.org/drawingml/2006/main">
            <a:r>
              <a:t/>
            </a:r>
          </a:p>
          <a:p xmlns:a="http://schemas.openxmlformats.org/drawingml/2006/main">
            <a:r>
              <a:t>Two-provider test preparation maps funding to existing R-F01–04/R-F06–08, R-K01–08, R-C01–05 and R-O01; general member/bounty objectives map to R-I01–04, R-C01–05 and R-O01. Use existing T-K05/T-K10/T-K12 and T-C01–04. Separate workspace/history and configurable roles; no model run or successful native coordination is claimed. The owning-service member-domain adapter and Inertia result readback are merged, not activated. Full-checkout and public-package checks passed within source scope. Native event delivery, current-member authority and transport integration remain pending; no operational end-to-end or live completion is claimed. Public source: https://github.com/NetRxn/Inertia/pull/63.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spec.md data/authority; funding-enhancement/spec.md; Needed-from-team.md NTF02/04/06/12/13.</a:t>
            </a:r>
          </a:p>
          <a:p xmlns:a="http://schemas.openxmlformats.org/drawingml/2006/main">
            <a:r>
              <a:t/>
            </a:r>
          </a:p>
          <a:p xmlns:a="http://schemas.openxmlformats.org/drawingml/2006/main">
            <a:r>
              <a:t>PostgreSQL-native knowledge through existing authorized domain tools is the Wednesday baseline. Preserve authoritative domain evidence/history and independent Paperclip native work storage, canonical IDs and least-scope current application/source access. Tool availability does not prove deployed application integration. Actual connections, protected documents and live binding still require qualification.</a:t>
            </a:r>
          </a:p>
          <a:p xmlns:a="http://schemas.openxmlformats.org/drawingml/2006/main">
            <a:r>
              <a:t/>
            </a:r>
          </a:p>
          <a:p xmlns:a="http://schemas.openxmlformats.org/drawingml/2006/main">
            <a:r>
              <a:t>Query before research, preserve supported useful writeback and retrieve it next run. Unknown/revoked/unavailable authoritative access withholds affected results. Private financial/organizational documents not publicly obtainable require protected access, not guesses or public record dumps.</a:t>
            </a:r>
          </a:p>
          <a:p xmlns:a="http://schemas.openxmlformats.org/drawingml/2006/main">
            <a:r>
              <a:t/>
            </a:r>
          </a:p>
          <a:p xmlns:a="http://schemas.openxmlformats.org/drawingml/2006/main">
            <a:r>
              <a:t>Helix and Y2 are explicitly deferred. Keep future adapters reversible with source/access, fencing, removal and recovery guarantees. Settled planning defaults are 90 days for recordings after validated transcript/minutes, expendable drafts and operational logs; one year for security logs. Meaningful reviewed/final/submitted and authoritative records remain retained under applicable archive/grant schedules and holds. Storage binding/record owner/holds are operational inputs. No deletion is enabled.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spec.md R-K01–08; testing.md T-K01–12; funding-enhancement acceptance P01–12.</a:t>
            </a:r>
          </a:p>
          <a:p xmlns:a="http://schemas.openxmlformats.org/drawingml/2006/main">
            <a:r>
              <a:t/>
            </a:r>
          </a:p>
          <a:p xmlns:a="http://schemas.openxmlformats.org/drawingml/2006/main">
            <a:r>
              <a:t>Use a bounded authorized SQL/source inventory for the selected application. Preserve canonical identities or explicit unresolved outcomes, exact evidence/version, known dates, audience and application/project/opportunity scope. Prospects, evidence status and activity stage remain separate; names, coattendance and elapsed dates alone prove no relationship or delivered work.</a:t>
            </a:r>
          </a:p>
          <a:p xmlns:a="http://schemas.openxmlformats.org/drawingml/2006/main">
            <a:r>
              <a:t/>
            </a:r>
          </a:p>
          <a:p xmlns:a="http://schemas.openxmlformats.org/drawingml/2006/main">
            <a:r>
              <a:t>The actual system queries saved PostgreSQL evidence, researches missing/stale facts, persists useful source-bound findings/preparation with expected revision and payload-safe replay, and retrieves the result on the next run. Relevant rejected opportunities can yield reusable knowledge. An explained no-change result is valid; a silently lost useful writeback is not. Revalidate current application/source access before every returned contact/quote or admitted write and fail closed when authoritative checks are unavailable.</a:t>
            </a:r>
          </a:p>
          <a:p xmlns:a="http://schemas.openxmlformats.org/drawingml/2006/main">
            <a:r>
              <a:t/>
            </a:r>
          </a:p>
          <a:p xmlns:a="http://schemas.openxmlformats.org/drawingml/2006/main">
            <a:r>
              <a:t>Helix and Y2 are deferred from Wednesday. Do not require full graph backfill, a graph migration or historical graph p95/size targets as entry gates. Future reversible adapters still need actual fencing/revision, tombstone/removal, lost-response and rebuild qualification. Measure actual current-path timing and coverage; no deployed SQL integration or unmeasured performance is claimed.</a:t>
            </a:r>
          </a:p>
          <a:p xmlns:a="http://schemas.openxmlformats.org/drawingml/2006/main">
            <a:r>
              <a:t/>
            </a:r>
          </a:p>
          <a:p xmlns:a="http://schemas.openxmlformats.org/drawingml/2006/main">
            <a:r>
              <a:t>Named owning-domain SQL knowledge tools are merged with local PostgreSQL facade qualification. Production current-authority resolver/transport, provider execution and actual system-run evidence remain unqualified; source qualification is not deployment.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Needed-from-team.md NTF01–15; plan.md; testing.md.</a:t>
            </a:r>
          </a:p>
          <a:p xmlns:a="http://schemas.openxmlformats.org/drawingml/2006/main">
            <a:r>
              <a:t/>
            </a:r>
          </a:p>
          <a:p xmlns:a="http://schemas.openxmlformats.org/drawingml/2006/main">
            <a:r>
              <a:t>Consolidate remaining operational inputs once: existing data/connections/deployment/runtime; current verified DAO membership and application action ACL; existing Buzz agent/relay identity; actual governance example where applicable; protected financial/organizational documents unavailable publicly; Wednesday participants and event roster/talent/check-in/recording logistics. Do not re-ask settled SQL architecture, retention defaults or whether universal role/vote ceremonies are needed.</a:t>
            </a:r>
          </a:p>
          <a:p xmlns:a="http://schemas.openxmlformats.org/drawingml/2006/main">
            <a:r>
              <a:t/>
            </a:r>
          </a:p>
          <a:p xmlns:a="http://schemas.openxmlformats.org/drawingml/2006/main">
            <a:r>
              <a:t>Named-owner/five-specialist setup is superseded. NTF09 now uses the current member/application access walkthrough. Helix/Y2 NTF10 and graph deployment obligations are deferred rather than silently deleted. NTF11 uses the achievable authorized Buzz contribution path; full untrusted member enrollment/isolation remains separate.</a:t>
            </a:r>
          </a:p>
          <a:p xmlns:a="http://schemas.openxmlformats.org/drawingml/2006/main">
            <a:r>
              <a:t/>
            </a:r>
          </a:p>
          <a:p xmlns:a="http://schemas.openxmlformats.org/drawingml/2006/main">
            <a:r>
              <a:t>Engineering owns the remaining native/Buzz member-action and submitted-record wiring, actual system-generated research/draft/critique, SQL writeback/reuse, runbook/video and measurements. Packet-v2 core and native capture source are merged in PR56/PR58; Packet UI/attestation is reviewed draft https://github.com/NetRxn/Inertia/pull/62, not merged/live. Named owning-domain SQL tools have merged source/local PostgreSQL facade qualification. Real resolver/transport/provider execution and end-to-end member action remain unqualified. Team contacts are operational contacts, not named application approval owners. No new permissions, deployment, deletion, account or external submission is performed.</a:t>
            </a:r>
          </a:p>
          <a:p xmlns:a="http://schemas.openxmlformats.org/drawingml/2006/main">
            <a:r>
              <a:t/>
            </a:r>
          </a:p>
          <a:p xmlns:a="http://schemas.openxmlformats.org/drawingml/2006/main">
            <a:r>
              <a:t>PR59 is noncanonical discussion only. Contributor-owned PR60 passed scoped rereview but awaits their readiness/nonblocking-note choice. PR61 awaits its clarification and R-02 recovery alignment. Shared workflow adoption requires mutual agreement; contributor proposal/validator/rehearsal files are untouched. Follow #40 for live coordination.</a:t>
            </a:r>
          </a:p>
          <a:p xmlns:a="http://schemas.openxmlformats.org/drawingml/2006/main">
            <a:r>
              <a:t/>
            </a:r>
          </a:p>
          <a:p xmlns:a="http://schemas.openxmlformats.org/drawingml/2006/main">
            <a:r>
              <a:t>Reuse existing references; this is an interface map, not a new owner/dependency/handoff register. John plans shared runtime deployment before Wednesday. Laptop Docker is sufficient for local development with his own credentials. The cloud CLI failed at read-only Codex-home writes before authentication/model execution, not for a demonstrated API-key requirement. New sign-in requires exact approval.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spec.md; plan.md; testing.md; decisions.md; Needed-from-team.md; https://github.com/NetRxn/Inertia/pull/53; https://github.com/NetRxn/Inertia/pull/51; https://hackfw.devpost.com/rules.</a:t>
            </a:r>
          </a:p>
          <a:p xmlns:a="http://schemas.openxmlformats.org/drawingml/2006/main">
            <a:r>
              <a:t/>
            </a:r>
          </a:p>
          <a:p xmlns:a="http://schemas.openxmlformats.org/drawingml/2006/main">
            <a:r>
              <a:t>Operational goal is Wednesday October 28 Roundtable. Actual system-generated substantial research/preparation and a near-complete current application draft are required, with agent contribution/independent critique and SQL query/writeback/next-run reuse. The existing authorized Buzz agent is the achievable path. Helix and Y2 are deferred; it does not qualify full untrusted member-owned isolation or draft PR51/native authoritative completion.</a:t>
            </a:r>
          </a:p>
          <a:p xmlns:a="http://schemas.openxmlformats.org/drawingml/2006/main">
            <a:r>
              <a:t/>
            </a:r>
          </a:p>
          <a:p xmlns:a="http://schemas.openxmlformats.org/drawingml/2006/main">
            <a:r>
              <a:t>Chosen v2 allows any authenticated, currently verified DAO member with current application action access to confirm the exact immutable version, with no named owner or default five-specialist gates. Real sponsor signatures and DAO/Vocdoni governance apply only when required. Mark submitted records a selected immutable packet/date and reporter/evidence level with optional later evidence; no automatic submission or fake prior approvals. V2 core and native capture are merged in PR56/PR58. Packet UI/attestation is reviewed draft https://github.com/NetRxn/Inertia/pull/62, not merged/live. Browser, mutual #48 recovery and real authority/runtime/domain/Buzz remain unqualified, with legacy v1 intact.</a:t>
            </a:r>
          </a:p>
          <a:p xmlns:a="http://schemas.openxmlformats.org/drawingml/2006/main">
            <a:r>
              <a:t/>
            </a:r>
          </a:p>
          <a:p xmlns:a="http://schemas.openxmlformats.org/drawingml/2006/main">
            <a:r>
              <a:t>Park Place is real historical human-submitted proof, approximately one hour user-reported elapsed time only. It is not deployed automation or measured active time. Keep reference packets/answer keys separate from actual generated system outputs. Exemplary NSF preparation is sufficient for that case and an achievable current backup should be chosen. No extra submission is automatic. Measure actual system elapsed/active human time, known cost, corrections and evidence coverage with sample size.</a:t>
            </a:r>
          </a:p>
          <a:p xmlns:a="http://schemas.openxmlformats.org/drawingml/2006/main">
            <a:r>
              <a:t/>
            </a:r>
          </a:p>
          <a:p xmlns:a="http://schemas.openxmlformats.org/drawingml/2006/main">
            <a:r>
              <a:t>Friday event deadline is October 30, 11:00am CDT (16:00 UTC). Actual roster/talent/attendance/check-in, public tested source/video and administrator verification remain operational entry inputs. The five equal-20 judging axes are checked-in defaults, not verified live weights. No entry/account/outreach action is performed. PR53 source qualification stays default-disabled; actual source/ACL/tool/lifecycle/deployment/writer and human walkthrough gates remain explicit.</a:t>
            </a:r>
          </a:p>
          <a:p xmlns:a="http://schemas.openxmlformats.org/drawingml/2006/main">
            <a:r>
              <a:t/>
            </a:r>
          </a:p>
          <a:p xmlns:a="http://schemas.openxmlformats.org/drawingml/2006/main">
            <a:r>
              <a:t>PR62 source checks and an isolated full package check passed after earlier fixture timeout/relation collision and dependency-install failures. Those attempts remain evidence; their causes are not established. No actual browser walkthrough is claimed. PR59 is discussion-only; PR60/61 shared recovery/readiness remains subject to mutual alignment.</a:t>
            </a:r>
          </a:p>
          <a:p xmlns:a="http://schemas.openxmlformats.org/drawingml/2006/main">
            <a:r>
              <a:t/>
            </a:r>
          </a:p>
          <a:p xmlns:a="http://schemas.openxmlformats.org/drawingml/2006/main">
            <a:r>
              <a:t>Recommended Pareto ordering, not a verbatim user-authored ranking: generated funding research/draft; PostgreSQL read/admit/reuse; member review to durable outcome; autonomous meeting/bounty collaboration; meeting cleanup/publication/readback; measured rehearsal. Helix, Y2 and extra UI polish are deferred. The first two proposals are with John; hold a new external work split until his review is clear. See plan.md for the concise task list. No new requirements, contributor assignments or publication are implied.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40d8211714a4ca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6969d20653244a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58f4c71dee5461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bb4281cb639408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d013c55d9a9425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bea1b113f564cd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A950BFC-217D-4774-A620-BEBEE0ED29B8}"/>
              </a:ext>
            </a:extLst>
          </p:cNvPr>
          <p:cNvSpPr>
            <a:spLocks xmlns:a="http://schemas.openxmlformats.org/drawingml/2006/main" noGrp="1"/>
          </p:cNvSpPr>
          <p:nvPr>
            <p:ph type="title" idx="0"/>
          </p:nvPr>
        </p:nvSpPr>
        <p:spPr>
          <a:xfrm xmlns:a="http://schemas.openxmlformats.org/drawingml/2006/main">
            <a:off x="1524000" y="3238500"/>
            <a:ext cx="12192000" cy="12382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000" b="1">
                <a:solidFill>
                  <a:schemeClr val="tx1"/>
                </a:solidFill>
                <a:latin typeface="+mj-lt"/>
                <a:ea typeface="+mj-lt"/>
                <a:cs typeface="+mj-lt"/>
              </a:defRPr>
            </a:defPPr>
            <a:lvl1pPr marL="0" indent="0" algn="ctr">
              <a:lnSpc>
                <a:spcPct val="110000"/>
              </a:lnSpc>
              <a:spcBef>
                <a:spcPts val="0"/>
              </a:spcBef>
              <a:spcAft>
                <a:spcPts val="0"/>
              </a:spcAft>
              <a:buNone/>
              <a:defRPr sz="6000" b="1">
                <a:solidFill>
                  <a:schemeClr val="tx1"/>
                </a:solidFill>
                <a:latin typeface="+mj-lt"/>
                <a:ea typeface="+mj-lt"/>
                <a:cs typeface="+mj-lt"/>
              </a:defRPr>
            </a:lvl1pPr>
            <a:lvl2pPr marL="0" indent="0" algn="ctr">
              <a:lnSpc>
                <a:spcPct val="110000"/>
              </a:lnSpc>
              <a:spcBef>
                <a:spcPts val="0"/>
              </a:spcBef>
              <a:spcAft>
                <a:spcPts val="0"/>
              </a:spcAft>
              <a:buNone/>
              <a:defRPr sz="6000" b="1">
                <a:solidFill>
                  <a:schemeClr val="tx1"/>
                </a:solidFill>
                <a:latin typeface="+mj-lt"/>
                <a:ea typeface="+mj-lt"/>
                <a:cs typeface="+mj-lt"/>
              </a:defRPr>
            </a:lvl2pPr>
            <a:lvl3pPr marL="0" indent="0" algn="ctr">
              <a:lnSpc>
                <a:spcPct val="110000"/>
              </a:lnSpc>
              <a:spcBef>
                <a:spcPts val="0"/>
              </a:spcBef>
              <a:spcAft>
                <a:spcPts val="0"/>
              </a:spcAft>
              <a:buNone/>
              <a:defRPr sz="6000" b="1">
                <a:solidFill>
                  <a:schemeClr val="tx1"/>
                </a:solidFill>
                <a:latin typeface="+mj-lt"/>
                <a:ea typeface="+mj-lt"/>
                <a:cs typeface="+mj-lt"/>
              </a:defRPr>
            </a:lvl3pPr>
            <a:lvl4pPr marL="0" indent="0" algn="ctr">
              <a:lnSpc>
                <a:spcPct val="110000"/>
              </a:lnSpc>
              <a:spcBef>
                <a:spcPts val="0"/>
              </a:spcBef>
              <a:spcAft>
                <a:spcPts val="0"/>
              </a:spcAft>
              <a:buNone/>
              <a:defRPr sz="6000" b="1">
                <a:solidFill>
                  <a:schemeClr val="tx1"/>
                </a:solidFill>
                <a:latin typeface="+mj-lt"/>
                <a:ea typeface="+mj-lt"/>
                <a:cs typeface="+mj-lt"/>
              </a:defRPr>
            </a:lvl4pPr>
            <a:lvl5pPr marL="0" indent="0" algn="ctr">
              <a:lnSpc>
                <a:spcPct val="110000"/>
              </a:lnSpc>
              <a:spcBef>
                <a:spcPts val="0"/>
              </a:spcBef>
              <a:spcAft>
                <a:spcPts val="0"/>
              </a:spcAft>
              <a:buNone/>
              <a:defRPr sz="6000" b="1">
                <a:solidFill>
                  <a:schemeClr val="tx1"/>
                </a:solidFill>
                <a:latin typeface="+mj-lt"/>
                <a:ea typeface="+mj-lt"/>
                <a:cs typeface="+mj-lt"/>
              </a:defRPr>
            </a:lvl5pPr>
            <a:lvl6pPr marL="0" indent="0" algn="ctr">
              <a:lnSpc>
                <a:spcPct val="110000"/>
              </a:lnSpc>
              <a:spcBef>
                <a:spcPts val="0"/>
              </a:spcBef>
              <a:spcAft>
                <a:spcPts val="0"/>
              </a:spcAft>
              <a:buNone/>
              <a:defRPr sz="6000" b="1">
                <a:solidFill>
                  <a:schemeClr val="tx1"/>
                </a:solidFill>
                <a:latin typeface="+mj-lt"/>
                <a:ea typeface="+mj-lt"/>
                <a:cs typeface="+mj-lt"/>
              </a:defRPr>
            </a:lvl6pPr>
            <a:lvl7pPr marL="0" indent="0" algn="ctr">
              <a:lnSpc>
                <a:spcPct val="110000"/>
              </a:lnSpc>
              <a:spcBef>
                <a:spcPts val="0"/>
              </a:spcBef>
              <a:spcAft>
                <a:spcPts val="0"/>
              </a:spcAft>
              <a:buNone/>
              <a:defRPr sz="6000" b="1">
                <a:solidFill>
                  <a:schemeClr val="tx1"/>
                </a:solidFill>
                <a:latin typeface="+mj-lt"/>
                <a:ea typeface="+mj-lt"/>
                <a:cs typeface="+mj-lt"/>
              </a:defRPr>
            </a:lvl7pPr>
            <a:lvl8pPr marL="0" indent="0" algn="ctr">
              <a:lnSpc>
                <a:spcPct val="110000"/>
              </a:lnSpc>
              <a:spcBef>
                <a:spcPts val="0"/>
              </a:spcBef>
              <a:spcAft>
                <a:spcPts val="0"/>
              </a:spcAft>
              <a:buNone/>
              <a:defRPr sz="6000" b="1">
                <a:solidFill>
                  <a:schemeClr val="tx1"/>
                </a:solidFill>
                <a:latin typeface="+mj-lt"/>
                <a:ea typeface="+mj-lt"/>
                <a:cs typeface="+mj-lt"/>
              </a:defRPr>
            </a:lvl8pPr>
            <a:lvl9pPr marL="0" indent="0" algn="ctr">
              <a:lnSpc>
                <a:spcPct val="110000"/>
              </a:lnSpc>
              <a:spcBef>
                <a:spcPts val="0"/>
              </a:spcBef>
              <a:spcAft>
                <a:spcPts val="0"/>
              </a:spcAft>
              <a:buNone/>
              <a:defRPr sz="60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B746DF64-0B39-41A7-9E28-4CF2841F3815}"/>
              </a:ext>
            </a:extLst>
          </p:cNvPr>
          <p:cNvSpPr>
            <a:spLocks xmlns:a="http://schemas.openxmlformats.org/drawingml/2006/main" noGrp="1"/>
          </p:cNvSpPr>
          <p:nvPr>
            <p:ph type="subTitle" idx="1"/>
          </p:nvPr>
        </p:nvSpPr>
        <p:spPr>
          <a:xfrm xmlns:a="http://schemas.openxmlformats.org/drawingml/2006/main">
            <a:off x="2286000" y="4714875"/>
            <a:ext cx="10668000" cy="952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625" b="0">
                <a:solidFill>
                  <a:schemeClr val="tx1"/>
                </a:solidFill>
                <a:latin typeface="+mn-lt"/>
                <a:ea typeface="+mn-lt"/>
                <a:cs typeface="+mn-lt"/>
              </a:defRPr>
            </a:defPPr>
            <a:lvl1pPr marL="0" indent="0" algn="ctr">
              <a:lnSpc>
                <a:spcPct val="110000"/>
              </a:lnSpc>
              <a:spcBef>
                <a:spcPts val="0"/>
              </a:spcBef>
              <a:spcAft>
                <a:spcPts val="0"/>
              </a:spcAft>
              <a:buNone/>
              <a:defRPr sz="2625" b="0">
                <a:solidFill>
                  <a:schemeClr val="tx1"/>
                </a:solidFill>
                <a:latin typeface="+mn-lt"/>
                <a:ea typeface="+mn-lt"/>
                <a:cs typeface="+mn-lt"/>
              </a:defRPr>
            </a:lvl1pPr>
            <a:lvl2pPr marL="0" indent="0" algn="ctr">
              <a:lnSpc>
                <a:spcPct val="110000"/>
              </a:lnSpc>
              <a:spcBef>
                <a:spcPts val="0"/>
              </a:spcBef>
              <a:spcAft>
                <a:spcPts val="0"/>
              </a:spcAft>
              <a:buNone/>
              <a:defRPr sz="2625" b="0">
                <a:solidFill>
                  <a:schemeClr val="tx1"/>
                </a:solidFill>
                <a:latin typeface="+mn-lt"/>
                <a:ea typeface="+mn-lt"/>
                <a:cs typeface="+mn-lt"/>
              </a:defRPr>
            </a:lvl2pPr>
            <a:lvl3pPr marL="0" indent="0" algn="ctr">
              <a:lnSpc>
                <a:spcPct val="110000"/>
              </a:lnSpc>
              <a:spcBef>
                <a:spcPts val="0"/>
              </a:spcBef>
              <a:spcAft>
                <a:spcPts val="0"/>
              </a:spcAft>
              <a:buNone/>
              <a:defRPr sz="2625" b="0">
                <a:solidFill>
                  <a:schemeClr val="tx1"/>
                </a:solidFill>
                <a:latin typeface="+mn-lt"/>
                <a:ea typeface="+mn-lt"/>
                <a:cs typeface="+mn-lt"/>
              </a:defRPr>
            </a:lvl3pPr>
            <a:lvl4pPr marL="0" indent="0" algn="ctr">
              <a:lnSpc>
                <a:spcPct val="110000"/>
              </a:lnSpc>
              <a:spcBef>
                <a:spcPts val="0"/>
              </a:spcBef>
              <a:spcAft>
                <a:spcPts val="0"/>
              </a:spcAft>
              <a:buNone/>
              <a:defRPr sz="2625" b="0">
                <a:solidFill>
                  <a:schemeClr val="tx1"/>
                </a:solidFill>
                <a:latin typeface="+mn-lt"/>
                <a:ea typeface="+mn-lt"/>
                <a:cs typeface="+mn-lt"/>
              </a:defRPr>
            </a:lvl4pPr>
            <a:lvl5pPr marL="0" indent="0" algn="ctr">
              <a:lnSpc>
                <a:spcPct val="110000"/>
              </a:lnSpc>
              <a:spcBef>
                <a:spcPts val="0"/>
              </a:spcBef>
              <a:spcAft>
                <a:spcPts val="0"/>
              </a:spcAft>
              <a:buNone/>
              <a:defRPr sz="2625" b="0">
                <a:solidFill>
                  <a:schemeClr val="tx1"/>
                </a:solidFill>
                <a:latin typeface="+mn-lt"/>
                <a:ea typeface="+mn-lt"/>
                <a:cs typeface="+mn-lt"/>
              </a:defRPr>
            </a:lvl5pPr>
            <a:lvl6pPr marL="0" indent="0" algn="ctr">
              <a:lnSpc>
                <a:spcPct val="110000"/>
              </a:lnSpc>
              <a:spcBef>
                <a:spcPts val="0"/>
              </a:spcBef>
              <a:spcAft>
                <a:spcPts val="0"/>
              </a:spcAft>
              <a:buNone/>
              <a:defRPr sz="2625" b="0">
                <a:solidFill>
                  <a:schemeClr val="tx1"/>
                </a:solidFill>
                <a:latin typeface="+mn-lt"/>
                <a:ea typeface="+mn-lt"/>
                <a:cs typeface="+mn-lt"/>
              </a:defRPr>
            </a:lvl6pPr>
            <a:lvl7pPr marL="0" indent="0" algn="ctr">
              <a:lnSpc>
                <a:spcPct val="110000"/>
              </a:lnSpc>
              <a:spcBef>
                <a:spcPts val="0"/>
              </a:spcBef>
              <a:spcAft>
                <a:spcPts val="0"/>
              </a:spcAft>
              <a:buNone/>
              <a:defRPr sz="2625" b="0">
                <a:solidFill>
                  <a:schemeClr val="tx1"/>
                </a:solidFill>
                <a:latin typeface="+mn-lt"/>
                <a:ea typeface="+mn-lt"/>
                <a:cs typeface="+mn-lt"/>
              </a:defRPr>
            </a:lvl7pPr>
            <a:lvl8pPr marL="0" indent="0" algn="ctr">
              <a:lnSpc>
                <a:spcPct val="110000"/>
              </a:lnSpc>
              <a:spcBef>
                <a:spcPts val="0"/>
              </a:spcBef>
              <a:spcAft>
                <a:spcPts val="0"/>
              </a:spcAft>
              <a:buNone/>
              <a:defRPr sz="2625" b="0">
                <a:solidFill>
                  <a:schemeClr val="tx1"/>
                </a:solidFill>
                <a:latin typeface="+mn-lt"/>
                <a:ea typeface="+mn-lt"/>
                <a:cs typeface="+mn-lt"/>
              </a:defRPr>
            </a:lvl8pPr>
            <a:lvl9pPr marL="0" indent="0" algn="ctr">
              <a:lnSpc>
                <a:spcPct val="110000"/>
              </a:lnSpc>
              <a:spcBef>
                <a:spcPts val="0"/>
              </a:spcBef>
              <a:spcAft>
                <a:spcPts val="0"/>
              </a:spcAft>
              <a:buNone/>
              <a:defRPr sz="2625"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5ABE3B87-8148-4C27-8BAF-DC41AB1A03EB}"/>
              </a:ext>
            </a:extLst>
          </p:cNvPr>
          <p:cNvSpPr>
            <a:spLocks xmlns:a="http://schemas.openxmlformats.org/drawingml/2006/main" noGrp="1"/>
          </p:cNvSpPr>
          <p:nvPr>
            <p:ph type="title" idx="0"/>
          </p:nvPr>
        </p:nvSpPr>
        <p:spPr>
          <a:xfrm xmlns:a="http://schemas.openxmlformats.org/drawingml/2006/main">
            <a:off x="1524000" y="3571875"/>
            <a:ext cx="12192000" cy="1428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5250" b="1">
                <a:solidFill>
                  <a:schemeClr val="tx1"/>
                </a:solidFill>
                <a:latin typeface="+mj-lt"/>
                <a:ea typeface="+mj-lt"/>
                <a:cs typeface="+mj-lt"/>
              </a:defRPr>
            </a:defPPr>
            <a:lvl1pPr marL="0" indent="0" algn="ctr">
              <a:lnSpc>
                <a:spcPct val="110000"/>
              </a:lnSpc>
              <a:spcBef>
                <a:spcPts val="0"/>
              </a:spcBef>
              <a:spcAft>
                <a:spcPts val="0"/>
              </a:spcAft>
              <a:buNone/>
              <a:defRPr sz="5250" b="1">
                <a:solidFill>
                  <a:schemeClr val="tx1"/>
                </a:solidFill>
                <a:latin typeface="+mj-lt"/>
                <a:ea typeface="+mj-lt"/>
                <a:cs typeface="+mj-lt"/>
              </a:defRPr>
            </a:lvl1pPr>
            <a:lvl2pPr marL="0" indent="0" algn="ctr">
              <a:lnSpc>
                <a:spcPct val="110000"/>
              </a:lnSpc>
              <a:spcBef>
                <a:spcPts val="0"/>
              </a:spcBef>
              <a:spcAft>
                <a:spcPts val="0"/>
              </a:spcAft>
              <a:buNone/>
              <a:defRPr sz="5250" b="1">
                <a:solidFill>
                  <a:schemeClr val="tx1"/>
                </a:solidFill>
                <a:latin typeface="+mj-lt"/>
                <a:ea typeface="+mj-lt"/>
                <a:cs typeface="+mj-lt"/>
              </a:defRPr>
            </a:lvl2pPr>
            <a:lvl3pPr marL="0" indent="0" algn="ctr">
              <a:lnSpc>
                <a:spcPct val="110000"/>
              </a:lnSpc>
              <a:spcBef>
                <a:spcPts val="0"/>
              </a:spcBef>
              <a:spcAft>
                <a:spcPts val="0"/>
              </a:spcAft>
              <a:buNone/>
              <a:defRPr sz="5250" b="1">
                <a:solidFill>
                  <a:schemeClr val="tx1"/>
                </a:solidFill>
                <a:latin typeface="+mj-lt"/>
                <a:ea typeface="+mj-lt"/>
                <a:cs typeface="+mj-lt"/>
              </a:defRPr>
            </a:lvl3pPr>
            <a:lvl4pPr marL="0" indent="0" algn="ctr">
              <a:lnSpc>
                <a:spcPct val="110000"/>
              </a:lnSpc>
              <a:spcBef>
                <a:spcPts val="0"/>
              </a:spcBef>
              <a:spcAft>
                <a:spcPts val="0"/>
              </a:spcAft>
              <a:buNone/>
              <a:defRPr sz="5250" b="1">
                <a:solidFill>
                  <a:schemeClr val="tx1"/>
                </a:solidFill>
                <a:latin typeface="+mj-lt"/>
                <a:ea typeface="+mj-lt"/>
                <a:cs typeface="+mj-lt"/>
              </a:defRPr>
            </a:lvl4pPr>
            <a:lvl5pPr marL="0" indent="0" algn="ctr">
              <a:lnSpc>
                <a:spcPct val="110000"/>
              </a:lnSpc>
              <a:spcBef>
                <a:spcPts val="0"/>
              </a:spcBef>
              <a:spcAft>
                <a:spcPts val="0"/>
              </a:spcAft>
              <a:buNone/>
              <a:defRPr sz="5250" b="1">
                <a:solidFill>
                  <a:schemeClr val="tx1"/>
                </a:solidFill>
                <a:latin typeface="+mj-lt"/>
                <a:ea typeface="+mj-lt"/>
                <a:cs typeface="+mj-lt"/>
              </a:defRPr>
            </a:lvl5pPr>
            <a:lvl6pPr marL="0" indent="0" algn="ctr">
              <a:lnSpc>
                <a:spcPct val="110000"/>
              </a:lnSpc>
              <a:spcBef>
                <a:spcPts val="0"/>
              </a:spcBef>
              <a:spcAft>
                <a:spcPts val="0"/>
              </a:spcAft>
              <a:buNone/>
              <a:defRPr sz="5250" b="1">
                <a:solidFill>
                  <a:schemeClr val="tx1"/>
                </a:solidFill>
                <a:latin typeface="+mj-lt"/>
                <a:ea typeface="+mj-lt"/>
                <a:cs typeface="+mj-lt"/>
              </a:defRPr>
            </a:lvl6pPr>
            <a:lvl7pPr marL="0" indent="0" algn="ctr">
              <a:lnSpc>
                <a:spcPct val="110000"/>
              </a:lnSpc>
              <a:spcBef>
                <a:spcPts val="0"/>
              </a:spcBef>
              <a:spcAft>
                <a:spcPts val="0"/>
              </a:spcAft>
              <a:buNone/>
              <a:defRPr sz="5250" b="1">
                <a:solidFill>
                  <a:schemeClr val="tx1"/>
                </a:solidFill>
                <a:latin typeface="+mj-lt"/>
                <a:ea typeface="+mj-lt"/>
                <a:cs typeface="+mj-lt"/>
              </a:defRPr>
            </a:lvl7pPr>
            <a:lvl8pPr marL="0" indent="0" algn="ctr">
              <a:lnSpc>
                <a:spcPct val="110000"/>
              </a:lnSpc>
              <a:spcBef>
                <a:spcPts val="0"/>
              </a:spcBef>
              <a:spcAft>
                <a:spcPts val="0"/>
              </a:spcAft>
              <a:buNone/>
              <a:defRPr sz="5250" b="1">
                <a:solidFill>
                  <a:schemeClr val="tx1"/>
                </a:solidFill>
                <a:latin typeface="+mj-lt"/>
                <a:ea typeface="+mj-lt"/>
                <a:cs typeface="+mj-lt"/>
              </a:defRPr>
            </a:lvl8pPr>
            <a:lvl9pPr marL="0" indent="0" algn="ctr">
              <a:lnSpc>
                <a:spcPct val="110000"/>
              </a:lnSpc>
              <a:spcBef>
                <a:spcPts val="0"/>
              </a:spcBef>
              <a:spcAft>
                <a:spcPts val="0"/>
              </a:spcAft>
              <a:buNone/>
              <a:defRPr sz="525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1EBA59C-8BC5-4719-AAFB-4C721B407E47}"/>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gn="l">
              <a:lnSpc>
                <a:spcPct val="110000"/>
              </a:lnSpc>
              <a:spcBef>
                <a:spcPts val="0"/>
              </a:spcBef>
              <a:spcAft>
                <a:spcPts val="0"/>
              </a:spcAft>
              <a:buNone/>
              <a:defRPr sz="4125" b="1">
                <a:solidFill>
                  <a:schemeClr val="tx1"/>
                </a:solidFill>
                <a:latin typeface="+mj-lt"/>
                <a:ea typeface="+mj-lt"/>
                <a:cs typeface="+mj-lt"/>
              </a:defRPr>
            </a:lvl1pPr>
            <a:lvl2pPr marL="0" indent="0" algn="l">
              <a:lnSpc>
                <a:spcPct val="110000"/>
              </a:lnSpc>
              <a:spcBef>
                <a:spcPts val="0"/>
              </a:spcBef>
              <a:spcAft>
                <a:spcPts val="0"/>
              </a:spcAft>
              <a:buNone/>
              <a:defRPr sz="4125" b="1">
                <a:solidFill>
                  <a:schemeClr val="tx1"/>
                </a:solidFill>
                <a:latin typeface="+mj-lt"/>
                <a:ea typeface="+mj-lt"/>
                <a:cs typeface="+mj-lt"/>
              </a:defRPr>
            </a:lvl2pPr>
            <a:lvl3pPr marL="0" indent="0" algn="l">
              <a:lnSpc>
                <a:spcPct val="110000"/>
              </a:lnSpc>
              <a:spcBef>
                <a:spcPts val="0"/>
              </a:spcBef>
              <a:spcAft>
                <a:spcPts val="0"/>
              </a:spcAft>
              <a:buNone/>
              <a:defRPr sz="4125" b="1">
                <a:solidFill>
                  <a:schemeClr val="tx1"/>
                </a:solidFill>
                <a:latin typeface="+mj-lt"/>
                <a:ea typeface="+mj-lt"/>
                <a:cs typeface="+mj-lt"/>
              </a:defRPr>
            </a:lvl3pPr>
            <a:lvl4pPr marL="0" indent="0" algn="l">
              <a:lnSpc>
                <a:spcPct val="110000"/>
              </a:lnSpc>
              <a:spcBef>
                <a:spcPts val="0"/>
              </a:spcBef>
              <a:spcAft>
                <a:spcPts val="0"/>
              </a:spcAft>
              <a:buNone/>
              <a:defRPr sz="4125" b="1">
                <a:solidFill>
                  <a:schemeClr val="tx1"/>
                </a:solidFill>
                <a:latin typeface="+mj-lt"/>
                <a:ea typeface="+mj-lt"/>
                <a:cs typeface="+mj-lt"/>
              </a:defRPr>
            </a:lvl4pPr>
            <a:lvl5pPr marL="0" indent="0" algn="l">
              <a:lnSpc>
                <a:spcPct val="110000"/>
              </a:lnSpc>
              <a:spcBef>
                <a:spcPts val="0"/>
              </a:spcBef>
              <a:spcAft>
                <a:spcPts val="0"/>
              </a:spcAft>
              <a:buNone/>
              <a:defRPr sz="4125" b="1">
                <a:solidFill>
                  <a:schemeClr val="tx1"/>
                </a:solidFill>
                <a:latin typeface="+mj-lt"/>
                <a:ea typeface="+mj-lt"/>
                <a:cs typeface="+mj-lt"/>
              </a:defRPr>
            </a:lvl5pPr>
            <a:lvl6pPr marL="0" indent="0" algn="l">
              <a:lnSpc>
                <a:spcPct val="110000"/>
              </a:lnSpc>
              <a:spcBef>
                <a:spcPts val="0"/>
              </a:spcBef>
              <a:spcAft>
                <a:spcPts val="0"/>
              </a:spcAft>
              <a:buNone/>
              <a:defRPr sz="4125" b="1">
                <a:solidFill>
                  <a:schemeClr val="tx1"/>
                </a:solidFill>
                <a:latin typeface="+mj-lt"/>
                <a:ea typeface="+mj-lt"/>
                <a:cs typeface="+mj-lt"/>
              </a:defRPr>
            </a:lvl6pPr>
            <a:lvl7pPr marL="0" indent="0" algn="l">
              <a:lnSpc>
                <a:spcPct val="110000"/>
              </a:lnSpc>
              <a:spcBef>
                <a:spcPts val="0"/>
              </a:spcBef>
              <a:spcAft>
                <a:spcPts val="0"/>
              </a:spcAft>
              <a:buNone/>
              <a:defRPr sz="4125" b="1">
                <a:solidFill>
                  <a:schemeClr val="tx1"/>
                </a:solidFill>
                <a:latin typeface="+mj-lt"/>
                <a:ea typeface="+mj-lt"/>
                <a:cs typeface="+mj-lt"/>
              </a:defRPr>
            </a:lvl7pPr>
            <a:lvl8pPr marL="0" indent="0" algn="l">
              <a:lnSpc>
                <a:spcPct val="110000"/>
              </a:lnSpc>
              <a:spcBef>
                <a:spcPts val="0"/>
              </a:spcBef>
              <a:spcAft>
                <a:spcPts val="0"/>
              </a:spcAft>
              <a:buNone/>
              <a:defRPr sz="4125" b="1">
                <a:solidFill>
                  <a:schemeClr val="tx1"/>
                </a:solidFill>
                <a:latin typeface="+mj-lt"/>
                <a:ea typeface="+mj-lt"/>
                <a:cs typeface="+mj-lt"/>
              </a:defRPr>
            </a:lvl8pPr>
            <a:lvl9pPr marL="0" indent="0" algn="l">
              <a:lnSpc>
                <a:spcPct val="110000"/>
              </a:lnSpc>
              <a:spcBef>
                <a:spcPts val="0"/>
              </a:spcBef>
              <a:spcAft>
                <a:spcPts val="0"/>
              </a:spcAft>
              <a:buNone/>
              <a:defRPr sz="4125"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95E92294-CC5F-4B36-AF96-9E55CDE00C5A}"/>
              </a:ext>
            </a:extLst>
          </p:cNvPr>
          <p:cNvSpPr>
            <a:spLocks xmlns:a="http://schemas.openxmlformats.org/drawingml/2006/main" noGrp="1"/>
          </p:cNvSpPr>
          <p:nvPr>
            <p:ph type="body" idx="1"/>
          </p:nvPr>
        </p:nvSpPr>
        <p:spPr>
          <a:xfrm xmlns:a="http://schemas.openxmlformats.org/drawingml/2006/main">
            <a:off x="857250" y="2381250"/>
            <a:ext cx="13525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gn="l">
              <a:lnSpc>
                <a:spcPct val="110000"/>
              </a:lnSpc>
              <a:spcBef>
                <a:spcPts val="0"/>
              </a:spcBef>
              <a:spcAft>
                <a:spcPts val="1500"/>
              </a:spcAft>
              <a:buChar char="•"/>
              <a:defRPr sz="2813" b="0">
                <a:solidFill>
                  <a:schemeClr val="tx1"/>
                </a:solidFill>
                <a:latin typeface="+mn-lt"/>
                <a:ea typeface="+mn-lt"/>
                <a:cs typeface="+mn-lt"/>
              </a:defRPr>
            </a:lvl1pPr>
            <a:lvl2pPr marL="666750" indent="-285750" algn="l">
              <a:lnSpc>
                <a:spcPct val="110000"/>
              </a:lnSpc>
              <a:spcBef>
                <a:spcPts val="0"/>
              </a:spcBef>
              <a:spcAft>
                <a:spcPts val="1500"/>
              </a:spcAft>
              <a:buChar char="•"/>
              <a:defRPr sz="2813" b="0">
                <a:solidFill>
                  <a:schemeClr val="tx1"/>
                </a:solidFill>
                <a:latin typeface="+mn-lt"/>
                <a:ea typeface="+mn-lt"/>
                <a:cs typeface="+mn-lt"/>
              </a:defRPr>
            </a:lvl2pPr>
            <a:lvl3pPr marL="1047750" indent="-285750" algn="l">
              <a:lnSpc>
                <a:spcPct val="110000"/>
              </a:lnSpc>
              <a:spcBef>
                <a:spcPts val="0"/>
              </a:spcBef>
              <a:spcAft>
                <a:spcPts val="1500"/>
              </a:spcAft>
              <a:buChar char="•"/>
              <a:defRPr sz="2813" b="0">
                <a:solidFill>
                  <a:schemeClr val="tx1"/>
                </a:solidFill>
                <a:latin typeface="+mn-lt"/>
                <a:ea typeface="+mn-lt"/>
                <a:cs typeface="+mn-lt"/>
              </a:defRPr>
            </a:lvl3pPr>
            <a:lvl4pPr marL="1428750" indent="-285750" algn="l">
              <a:lnSpc>
                <a:spcPct val="110000"/>
              </a:lnSpc>
              <a:spcBef>
                <a:spcPts val="0"/>
              </a:spcBef>
              <a:spcAft>
                <a:spcPts val="1500"/>
              </a:spcAft>
              <a:buChar char="•"/>
              <a:defRPr sz="2813" b="0">
                <a:solidFill>
                  <a:schemeClr val="tx1"/>
                </a:solidFill>
                <a:latin typeface="+mn-lt"/>
                <a:ea typeface="+mn-lt"/>
                <a:cs typeface="+mn-lt"/>
              </a:defRPr>
            </a:lvl4pPr>
            <a:lvl5pPr marL="1809750" indent="-285750" algn="l">
              <a:lnSpc>
                <a:spcPct val="110000"/>
              </a:lnSpc>
              <a:spcBef>
                <a:spcPts val="0"/>
              </a:spcBef>
              <a:spcAft>
                <a:spcPts val="1500"/>
              </a:spcAft>
              <a:buChar char="•"/>
              <a:defRPr sz="2813" b="0">
                <a:solidFill>
                  <a:schemeClr val="tx1"/>
                </a:solidFill>
                <a:latin typeface="+mn-lt"/>
                <a:ea typeface="+mn-lt"/>
                <a:cs typeface="+mn-lt"/>
              </a:defRPr>
            </a:lvl5pPr>
            <a:lvl6pPr marL="2190750" indent="-285750" algn="l">
              <a:lnSpc>
                <a:spcPct val="110000"/>
              </a:lnSpc>
              <a:spcBef>
                <a:spcPts val="0"/>
              </a:spcBef>
              <a:spcAft>
                <a:spcPts val="1500"/>
              </a:spcAft>
              <a:buChar char="•"/>
              <a:defRPr sz="2813" b="0">
                <a:solidFill>
                  <a:schemeClr val="tx1"/>
                </a:solidFill>
                <a:latin typeface="+mn-lt"/>
                <a:ea typeface="+mn-lt"/>
                <a:cs typeface="+mn-lt"/>
              </a:defRPr>
            </a:lvl6pPr>
            <a:lvl7pPr marL="2571750" indent="-285750" algn="l">
              <a:lnSpc>
                <a:spcPct val="110000"/>
              </a:lnSpc>
              <a:spcBef>
                <a:spcPts val="0"/>
              </a:spcBef>
              <a:spcAft>
                <a:spcPts val="1500"/>
              </a:spcAft>
              <a:buChar char="•"/>
              <a:defRPr sz="2813" b="0">
                <a:solidFill>
                  <a:schemeClr val="tx1"/>
                </a:solidFill>
                <a:latin typeface="+mn-lt"/>
                <a:ea typeface="+mn-lt"/>
                <a:cs typeface="+mn-lt"/>
              </a:defRPr>
            </a:lvl7pPr>
            <a:lvl8pPr marL="2952750" indent="-285750" algn="l">
              <a:lnSpc>
                <a:spcPct val="110000"/>
              </a:lnSpc>
              <a:spcBef>
                <a:spcPts val="0"/>
              </a:spcBef>
              <a:spcAft>
                <a:spcPts val="1500"/>
              </a:spcAft>
              <a:buChar char="•"/>
              <a:defRPr sz="2813" b="0">
                <a:solidFill>
                  <a:schemeClr val="tx1"/>
                </a:solidFill>
                <a:latin typeface="+mn-lt"/>
                <a:ea typeface="+mn-lt"/>
                <a:cs typeface="+mn-lt"/>
              </a:defRPr>
            </a:lvl8pPr>
            <a:lvl9pPr marL="3333750" indent="-285750" algn="l">
              <a:lnSpc>
                <a:spcPct val="110000"/>
              </a:lnSpc>
              <a:spcBef>
                <a:spcPts val="0"/>
              </a:spcBef>
              <a:spcAft>
                <a:spcPts val="1500"/>
              </a:spcAft>
              <a:buChar char="•"/>
              <a:defRPr sz="2813"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08E5A83E-7693-46A4-A5EE-8535B3A79973}"/>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gn="l">
              <a:lnSpc>
                <a:spcPct val="110000"/>
              </a:lnSpc>
              <a:spcBef>
                <a:spcPts val="0"/>
              </a:spcBef>
              <a:spcAft>
                <a:spcPts val="0"/>
              </a:spcAft>
              <a:buNone/>
              <a:defRPr sz="4125" b="1">
                <a:solidFill>
                  <a:schemeClr val="tx1"/>
                </a:solidFill>
                <a:latin typeface="+mj-lt"/>
                <a:ea typeface="+mj-lt"/>
                <a:cs typeface="+mj-lt"/>
              </a:defRPr>
            </a:lvl1pPr>
            <a:lvl2pPr marL="0" indent="0" algn="l">
              <a:lnSpc>
                <a:spcPct val="110000"/>
              </a:lnSpc>
              <a:spcBef>
                <a:spcPts val="0"/>
              </a:spcBef>
              <a:spcAft>
                <a:spcPts val="0"/>
              </a:spcAft>
              <a:buNone/>
              <a:defRPr sz="4125" b="1">
                <a:solidFill>
                  <a:schemeClr val="tx1"/>
                </a:solidFill>
                <a:latin typeface="+mj-lt"/>
                <a:ea typeface="+mj-lt"/>
                <a:cs typeface="+mj-lt"/>
              </a:defRPr>
            </a:lvl2pPr>
            <a:lvl3pPr marL="0" indent="0" algn="l">
              <a:lnSpc>
                <a:spcPct val="110000"/>
              </a:lnSpc>
              <a:spcBef>
                <a:spcPts val="0"/>
              </a:spcBef>
              <a:spcAft>
                <a:spcPts val="0"/>
              </a:spcAft>
              <a:buNone/>
              <a:defRPr sz="4125" b="1">
                <a:solidFill>
                  <a:schemeClr val="tx1"/>
                </a:solidFill>
                <a:latin typeface="+mj-lt"/>
                <a:ea typeface="+mj-lt"/>
                <a:cs typeface="+mj-lt"/>
              </a:defRPr>
            </a:lvl3pPr>
            <a:lvl4pPr marL="0" indent="0" algn="l">
              <a:lnSpc>
                <a:spcPct val="110000"/>
              </a:lnSpc>
              <a:spcBef>
                <a:spcPts val="0"/>
              </a:spcBef>
              <a:spcAft>
                <a:spcPts val="0"/>
              </a:spcAft>
              <a:buNone/>
              <a:defRPr sz="4125" b="1">
                <a:solidFill>
                  <a:schemeClr val="tx1"/>
                </a:solidFill>
                <a:latin typeface="+mj-lt"/>
                <a:ea typeface="+mj-lt"/>
                <a:cs typeface="+mj-lt"/>
              </a:defRPr>
            </a:lvl4pPr>
            <a:lvl5pPr marL="0" indent="0" algn="l">
              <a:lnSpc>
                <a:spcPct val="110000"/>
              </a:lnSpc>
              <a:spcBef>
                <a:spcPts val="0"/>
              </a:spcBef>
              <a:spcAft>
                <a:spcPts val="0"/>
              </a:spcAft>
              <a:buNone/>
              <a:defRPr sz="4125" b="1">
                <a:solidFill>
                  <a:schemeClr val="tx1"/>
                </a:solidFill>
                <a:latin typeface="+mj-lt"/>
                <a:ea typeface="+mj-lt"/>
                <a:cs typeface="+mj-lt"/>
              </a:defRPr>
            </a:lvl5pPr>
            <a:lvl6pPr marL="0" indent="0" algn="l">
              <a:lnSpc>
                <a:spcPct val="110000"/>
              </a:lnSpc>
              <a:spcBef>
                <a:spcPts val="0"/>
              </a:spcBef>
              <a:spcAft>
                <a:spcPts val="0"/>
              </a:spcAft>
              <a:buNone/>
              <a:defRPr sz="4125" b="1">
                <a:solidFill>
                  <a:schemeClr val="tx1"/>
                </a:solidFill>
                <a:latin typeface="+mj-lt"/>
                <a:ea typeface="+mj-lt"/>
                <a:cs typeface="+mj-lt"/>
              </a:defRPr>
            </a:lvl6pPr>
            <a:lvl7pPr marL="0" indent="0" algn="l">
              <a:lnSpc>
                <a:spcPct val="110000"/>
              </a:lnSpc>
              <a:spcBef>
                <a:spcPts val="0"/>
              </a:spcBef>
              <a:spcAft>
                <a:spcPts val="0"/>
              </a:spcAft>
              <a:buNone/>
              <a:defRPr sz="4125" b="1">
                <a:solidFill>
                  <a:schemeClr val="tx1"/>
                </a:solidFill>
                <a:latin typeface="+mj-lt"/>
                <a:ea typeface="+mj-lt"/>
                <a:cs typeface="+mj-lt"/>
              </a:defRPr>
            </a:lvl7pPr>
            <a:lvl8pPr marL="0" indent="0" algn="l">
              <a:lnSpc>
                <a:spcPct val="110000"/>
              </a:lnSpc>
              <a:spcBef>
                <a:spcPts val="0"/>
              </a:spcBef>
              <a:spcAft>
                <a:spcPts val="0"/>
              </a:spcAft>
              <a:buNone/>
              <a:defRPr sz="4125" b="1">
                <a:solidFill>
                  <a:schemeClr val="tx1"/>
                </a:solidFill>
                <a:latin typeface="+mj-lt"/>
                <a:ea typeface="+mj-lt"/>
                <a:cs typeface="+mj-lt"/>
              </a:defRPr>
            </a:lvl8pPr>
            <a:lvl9pPr marL="0" indent="0" algn="l">
              <a:lnSpc>
                <a:spcPct val="110000"/>
              </a:lnSpc>
              <a:spcBef>
                <a:spcPts val="0"/>
              </a:spcBef>
              <a:spcAft>
                <a:spcPts val="0"/>
              </a:spcAft>
              <a:buNone/>
              <a:defRPr sz="4125"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098BAEE-66F5-488E-8CF8-8CA3CE38EB51}"/>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gn="l">
              <a:lnSpc>
                <a:spcPct val="110000"/>
              </a:lnSpc>
              <a:spcBef>
                <a:spcPts val="0"/>
              </a:spcBef>
              <a:spcAft>
                <a:spcPts val="1500"/>
              </a:spcAft>
              <a:buChar char="•"/>
              <a:defRPr sz="2625" b="0">
                <a:solidFill>
                  <a:schemeClr val="tx1"/>
                </a:solidFill>
                <a:latin typeface="+mn-lt"/>
                <a:ea typeface="+mn-lt"/>
                <a:cs typeface="+mn-lt"/>
              </a:defRPr>
            </a:lvl1pPr>
            <a:lvl2pPr marL="666750" indent="-285750" algn="l">
              <a:lnSpc>
                <a:spcPct val="110000"/>
              </a:lnSpc>
              <a:spcBef>
                <a:spcPts val="0"/>
              </a:spcBef>
              <a:spcAft>
                <a:spcPts val="1500"/>
              </a:spcAft>
              <a:buChar char="•"/>
              <a:defRPr sz="2625" b="0">
                <a:solidFill>
                  <a:schemeClr val="tx1"/>
                </a:solidFill>
                <a:latin typeface="+mn-lt"/>
                <a:ea typeface="+mn-lt"/>
                <a:cs typeface="+mn-lt"/>
              </a:defRPr>
            </a:lvl2pPr>
            <a:lvl3pPr marL="1047750" indent="-285750" algn="l">
              <a:lnSpc>
                <a:spcPct val="110000"/>
              </a:lnSpc>
              <a:spcBef>
                <a:spcPts val="0"/>
              </a:spcBef>
              <a:spcAft>
                <a:spcPts val="1500"/>
              </a:spcAft>
              <a:buChar char="•"/>
              <a:defRPr sz="2625" b="0">
                <a:solidFill>
                  <a:schemeClr val="tx1"/>
                </a:solidFill>
                <a:latin typeface="+mn-lt"/>
                <a:ea typeface="+mn-lt"/>
                <a:cs typeface="+mn-lt"/>
              </a:defRPr>
            </a:lvl3pPr>
            <a:lvl4pPr marL="1428750" indent="-285750" algn="l">
              <a:lnSpc>
                <a:spcPct val="110000"/>
              </a:lnSpc>
              <a:spcBef>
                <a:spcPts val="0"/>
              </a:spcBef>
              <a:spcAft>
                <a:spcPts val="1500"/>
              </a:spcAft>
              <a:buChar char="•"/>
              <a:defRPr sz="2625" b="0">
                <a:solidFill>
                  <a:schemeClr val="tx1"/>
                </a:solidFill>
                <a:latin typeface="+mn-lt"/>
                <a:ea typeface="+mn-lt"/>
                <a:cs typeface="+mn-lt"/>
              </a:defRPr>
            </a:lvl4pPr>
            <a:lvl5pPr marL="1809750" indent="-285750" algn="l">
              <a:lnSpc>
                <a:spcPct val="110000"/>
              </a:lnSpc>
              <a:spcBef>
                <a:spcPts val="0"/>
              </a:spcBef>
              <a:spcAft>
                <a:spcPts val="1500"/>
              </a:spcAft>
              <a:buChar char="•"/>
              <a:defRPr sz="2625" b="0">
                <a:solidFill>
                  <a:schemeClr val="tx1"/>
                </a:solidFill>
                <a:latin typeface="+mn-lt"/>
                <a:ea typeface="+mn-lt"/>
                <a:cs typeface="+mn-lt"/>
              </a:defRPr>
            </a:lvl5pPr>
            <a:lvl6pPr marL="2190750" indent="-285750" algn="l">
              <a:lnSpc>
                <a:spcPct val="110000"/>
              </a:lnSpc>
              <a:spcBef>
                <a:spcPts val="0"/>
              </a:spcBef>
              <a:spcAft>
                <a:spcPts val="1500"/>
              </a:spcAft>
              <a:buChar char="•"/>
              <a:defRPr sz="2625" b="0">
                <a:solidFill>
                  <a:schemeClr val="tx1"/>
                </a:solidFill>
                <a:latin typeface="+mn-lt"/>
                <a:ea typeface="+mn-lt"/>
                <a:cs typeface="+mn-lt"/>
              </a:defRPr>
            </a:lvl6pPr>
            <a:lvl7pPr marL="2571750" indent="-285750" algn="l">
              <a:lnSpc>
                <a:spcPct val="110000"/>
              </a:lnSpc>
              <a:spcBef>
                <a:spcPts val="0"/>
              </a:spcBef>
              <a:spcAft>
                <a:spcPts val="1500"/>
              </a:spcAft>
              <a:buChar char="•"/>
              <a:defRPr sz="2625" b="0">
                <a:solidFill>
                  <a:schemeClr val="tx1"/>
                </a:solidFill>
                <a:latin typeface="+mn-lt"/>
                <a:ea typeface="+mn-lt"/>
                <a:cs typeface="+mn-lt"/>
              </a:defRPr>
            </a:lvl7pPr>
            <a:lvl8pPr marL="2952750" indent="-285750" algn="l">
              <a:lnSpc>
                <a:spcPct val="110000"/>
              </a:lnSpc>
              <a:spcBef>
                <a:spcPts val="0"/>
              </a:spcBef>
              <a:spcAft>
                <a:spcPts val="1500"/>
              </a:spcAft>
              <a:buChar char="•"/>
              <a:defRPr sz="2625" b="0">
                <a:solidFill>
                  <a:schemeClr val="tx1"/>
                </a:solidFill>
                <a:latin typeface="+mn-lt"/>
                <a:ea typeface="+mn-lt"/>
                <a:cs typeface="+mn-lt"/>
              </a:defRPr>
            </a:lvl8pPr>
            <a:lvl9pPr marL="3333750" indent="-285750" algn="l">
              <a:lnSpc>
                <a:spcPct val="110000"/>
              </a:lnSpc>
              <a:spcBef>
                <a:spcPts val="0"/>
              </a:spcBef>
              <a:spcAft>
                <a:spcPts val="1500"/>
              </a:spcAft>
              <a:buChar char="•"/>
              <a:defRPr sz="2625"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1383F8B2-8DF4-4AE1-B211-52A168DF6CC4}"/>
              </a:ext>
            </a:extLst>
          </p:cNvPr>
          <p:cNvSpPr>
            <a:spLocks xmlns:a="http://schemas.openxmlformats.org/drawingml/2006/main" noGrp="1"/>
          </p:cNvSpPr>
          <p:nvPr>
            <p:ph type="body" idx="2"/>
          </p:nvPr>
        </p:nvSpPr>
        <p:spPr>
          <a:xfrm xmlns:a="http://schemas.openxmlformats.org/drawingml/2006/main">
            <a:off x="8096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gn="l">
              <a:lnSpc>
                <a:spcPct val="110000"/>
              </a:lnSpc>
              <a:spcBef>
                <a:spcPts val="0"/>
              </a:spcBef>
              <a:spcAft>
                <a:spcPts val="1500"/>
              </a:spcAft>
              <a:buChar char="•"/>
              <a:defRPr sz="2625" b="0">
                <a:solidFill>
                  <a:schemeClr val="tx1"/>
                </a:solidFill>
                <a:latin typeface="+mn-lt"/>
                <a:ea typeface="+mn-lt"/>
                <a:cs typeface="+mn-lt"/>
              </a:defRPr>
            </a:lvl1pPr>
            <a:lvl2pPr marL="666750" indent="-285750" algn="l">
              <a:lnSpc>
                <a:spcPct val="110000"/>
              </a:lnSpc>
              <a:spcBef>
                <a:spcPts val="0"/>
              </a:spcBef>
              <a:spcAft>
                <a:spcPts val="1500"/>
              </a:spcAft>
              <a:buChar char="•"/>
              <a:defRPr sz="2625" b="0">
                <a:solidFill>
                  <a:schemeClr val="tx1"/>
                </a:solidFill>
                <a:latin typeface="+mn-lt"/>
                <a:ea typeface="+mn-lt"/>
                <a:cs typeface="+mn-lt"/>
              </a:defRPr>
            </a:lvl2pPr>
            <a:lvl3pPr marL="1047750" indent="-285750" algn="l">
              <a:lnSpc>
                <a:spcPct val="110000"/>
              </a:lnSpc>
              <a:spcBef>
                <a:spcPts val="0"/>
              </a:spcBef>
              <a:spcAft>
                <a:spcPts val="1500"/>
              </a:spcAft>
              <a:buChar char="•"/>
              <a:defRPr sz="2625" b="0">
                <a:solidFill>
                  <a:schemeClr val="tx1"/>
                </a:solidFill>
                <a:latin typeface="+mn-lt"/>
                <a:ea typeface="+mn-lt"/>
                <a:cs typeface="+mn-lt"/>
              </a:defRPr>
            </a:lvl3pPr>
            <a:lvl4pPr marL="1428750" indent="-285750" algn="l">
              <a:lnSpc>
                <a:spcPct val="110000"/>
              </a:lnSpc>
              <a:spcBef>
                <a:spcPts val="0"/>
              </a:spcBef>
              <a:spcAft>
                <a:spcPts val="1500"/>
              </a:spcAft>
              <a:buChar char="•"/>
              <a:defRPr sz="2625" b="0">
                <a:solidFill>
                  <a:schemeClr val="tx1"/>
                </a:solidFill>
                <a:latin typeface="+mn-lt"/>
                <a:ea typeface="+mn-lt"/>
                <a:cs typeface="+mn-lt"/>
              </a:defRPr>
            </a:lvl4pPr>
            <a:lvl5pPr marL="1809750" indent="-285750" algn="l">
              <a:lnSpc>
                <a:spcPct val="110000"/>
              </a:lnSpc>
              <a:spcBef>
                <a:spcPts val="0"/>
              </a:spcBef>
              <a:spcAft>
                <a:spcPts val="1500"/>
              </a:spcAft>
              <a:buChar char="•"/>
              <a:defRPr sz="2625" b="0">
                <a:solidFill>
                  <a:schemeClr val="tx1"/>
                </a:solidFill>
                <a:latin typeface="+mn-lt"/>
                <a:ea typeface="+mn-lt"/>
                <a:cs typeface="+mn-lt"/>
              </a:defRPr>
            </a:lvl5pPr>
            <a:lvl6pPr marL="2190750" indent="-285750" algn="l">
              <a:lnSpc>
                <a:spcPct val="110000"/>
              </a:lnSpc>
              <a:spcBef>
                <a:spcPts val="0"/>
              </a:spcBef>
              <a:spcAft>
                <a:spcPts val="1500"/>
              </a:spcAft>
              <a:buChar char="•"/>
              <a:defRPr sz="2625" b="0">
                <a:solidFill>
                  <a:schemeClr val="tx1"/>
                </a:solidFill>
                <a:latin typeface="+mn-lt"/>
                <a:ea typeface="+mn-lt"/>
                <a:cs typeface="+mn-lt"/>
              </a:defRPr>
            </a:lvl6pPr>
            <a:lvl7pPr marL="2571750" indent="-285750" algn="l">
              <a:lnSpc>
                <a:spcPct val="110000"/>
              </a:lnSpc>
              <a:spcBef>
                <a:spcPts val="0"/>
              </a:spcBef>
              <a:spcAft>
                <a:spcPts val="1500"/>
              </a:spcAft>
              <a:buChar char="•"/>
              <a:defRPr sz="2625" b="0">
                <a:solidFill>
                  <a:schemeClr val="tx1"/>
                </a:solidFill>
                <a:latin typeface="+mn-lt"/>
                <a:ea typeface="+mn-lt"/>
                <a:cs typeface="+mn-lt"/>
              </a:defRPr>
            </a:lvl7pPr>
            <a:lvl8pPr marL="2952750" indent="-285750" algn="l">
              <a:lnSpc>
                <a:spcPct val="110000"/>
              </a:lnSpc>
              <a:spcBef>
                <a:spcPts val="0"/>
              </a:spcBef>
              <a:spcAft>
                <a:spcPts val="1500"/>
              </a:spcAft>
              <a:buChar char="•"/>
              <a:defRPr sz="2625" b="0">
                <a:solidFill>
                  <a:schemeClr val="tx1"/>
                </a:solidFill>
                <a:latin typeface="+mn-lt"/>
                <a:ea typeface="+mn-lt"/>
                <a:cs typeface="+mn-lt"/>
              </a:defRPr>
            </a:lvl8pPr>
            <a:lvl9pPr marL="3333750" indent="-285750" algn="l">
              <a:lnSpc>
                <a:spcPct val="110000"/>
              </a:lnSpc>
              <a:spcBef>
                <a:spcPts val="0"/>
              </a:spcBef>
              <a:spcAft>
                <a:spcPts val="1500"/>
              </a:spcAft>
              <a:buChar char="•"/>
              <a:defRPr sz="2625"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A57D6E9-88D9-4BB7-9A8A-508C144DC90C}"/>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gn="l">
              <a:lnSpc>
                <a:spcPct val="110000"/>
              </a:lnSpc>
              <a:spcBef>
                <a:spcPts val="0"/>
              </a:spcBef>
              <a:spcAft>
                <a:spcPts val="0"/>
              </a:spcAft>
              <a:buNone/>
              <a:defRPr sz="4125" b="1">
                <a:solidFill>
                  <a:schemeClr val="tx1"/>
                </a:solidFill>
                <a:latin typeface="+mj-lt"/>
                <a:ea typeface="+mj-lt"/>
                <a:cs typeface="+mj-lt"/>
              </a:defRPr>
            </a:lvl1pPr>
            <a:lvl2pPr marL="0" indent="0" algn="l">
              <a:lnSpc>
                <a:spcPct val="110000"/>
              </a:lnSpc>
              <a:spcBef>
                <a:spcPts val="0"/>
              </a:spcBef>
              <a:spcAft>
                <a:spcPts val="0"/>
              </a:spcAft>
              <a:buNone/>
              <a:defRPr sz="4125" b="1">
                <a:solidFill>
                  <a:schemeClr val="tx1"/>
                </a:solidFill>
                <a:latin typeface="+mj-lt"/>
                <a:ea typeface="+mj-lt"/>
                <a:cs typeface="+mj-lt"/>
              </a:defRPr>
            </a:lvl2pPr>
            <a:lvl3pPr marL="0" indent="0" algn="l">
              <a:lnSpc>
                <a:spcPct val="110000"/>
              </a:lnSpc>
              <a:spcBef>
                <a:spcPts val="0"/>
              </a:spcBef>
              <a:spcAft>
                <a:spcPts val="0"/>
              </a:spcAft>
              <a:buNone/>
              <a:defRPr sz="4125" b="1">
                <a:solidFill>
                  <a:schemeClr val="tx1"/>
                </a:solidFill>
                <a:latin typeface="+mj-lt"/>
                <a:ea typeface="+mj-lt"/>
                <a:cs typeface="+mj-lt"/>
              </a:defRPr>
            </a:lvl3pPr>
            <a:lvl4pPr marL="0" indent="0" algn="l">
              <a:lnSpc>
                <a:spcPct val="110000"/>
              </a:lnSpc>
              <a:spcBef>
                <a:spcPts val="0"/>
              </a:spcBef>
              <a:spcAft>
                <a:spcPts val="0"/>
              </a:spcAft>
              <a:buNone/>
              <a:defRPr sz="4125" b="1">
                <a:solidFill>
                  <a:schemeClr val="tx1"/>
                </a:solidFill>
                <a:latin typeface="+mj-lt"/>
                <a:ea typeface="+mj-lt"/>
                <a:cs typeface="+mj-lt"/>
              </a:defRPr>
            </a:lvl4pPr>
            <a:lvl5pPr marL="0" indent="0" algn="l">
              <a:lnSpc>
                <a:spcPct val="110000"/>
              </a:lnSpc>
              <a:spcBef>
                <a:spcPts val="0"/>
              </a:spcBef>
              <a:spcAft>
                <a:spcPts val="0"/>
              </a:spcAft>
              <a:buNone/>
              <a:defRPr sz="4125" b="1">
                <a:solidFill>
                  <a:schemeClr val="tx1"/>
                </a:solidFill>
                <a:latin typeface="+mj-lt"/>
                <a:ea typeface="+mj-lt"/>
                <a:cs typeface="+mj-lt"/>
              </a:defRPr>
            </a:lvl5pPr>
            <a:lvl6pPr marL="0" indent="0" algn="l">
              <a:lnSpc>
                <a:spcPct val="110000"/>
              </a:lnSpc>
              <a:spcBef>
                <a:spcPts val="0"/>
              </a:spcBef>
              <a:spcAft>
                <a:spcPts val="0"/>
              </a:spcAft>
              <a:buNone/>
              <a:defRPr sz="4125" b="1">
                <a:solidFill>
                  <a:schemeClr val="tx1"/>
                </a:solidFill>
                <a:latin typeface="+mj-lt"/>
                <a:ea typeface="+mj-lt"/>
                <a:cs typeface="+mj-lt"/>
              </a:defRPr>
            </a:lvl6pPr>
            <a:lvl7pPr marL="0" indent="0" algn="l">
              <a:lnSpc>
                <a:spcPct val="110000"/>
              </a:lnSpc>
              <a:spcBef>
                <a:spcPts val="0"/>
              </a:spcBef>
              <a:spcAft>
                <a:spcPts val="0"/>
              </a:spcAft>
              <a:buNone/>
              <a:defRPr sz="4125" b="1">
                <a:solidFill>
                  <a:schemeClr val="tx1"/>
                </a:solidFill>
                <a:latin typeface="+mj-lt"/>
                <a:ea typeface="+mj-lt"/>
                <a:cs typeface="+mj-lt"/>
              </a:defRPr>
            </a:lvl7pPr>
            <a:lvl8pPr marL="0" indent="0" algn="l">
              <a:lnSpc>
                <a:spcPct val="110000"/>
              </a:lnSpc>
              <a:spcBef>
                <a:spcPts val="0"/>
              </a:spcBef>
              <a:spcAft>
                <a:spcPts val="0"/>
              </a:spcAft>
              <a:buNone/>
              <a:defRPr sz="4125" b="1">
                <a:solidFill>
                  <a:schemeClr val="tx1"/>
                </a:solidFill>
                <a:latin typeface="+mj-lt"/>
                <a:ea typeface="+mj-lt"/>
                <a:cs typeface="+mj-lt"/>
              </a:defRPr>
            </a:lvl8pPr>
            <a:lvl9pPr marL="0" indent="0" algn="l">
              <a:lnSpc>
                <a:spcPct val="110000"/>
              </a:lnSpc>
              <a:spcBef>
                <a:spcPts val="0"/>
              </a:spcBef>
              <a:spcAft>
                <a:spcPts val="0"/>
              </a:spcAft>
              <a:buNone/>
              <a:defRPr sz="4125"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1A47CAD-E9AD-4DED-96D6-E8055D1321AB}"/>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gn="l">
              <a:lnSpc>
                <a:spcPct val="110000"/>
              </a:lnSpc>
              <a:spcBef>
                <a:spcPts val="0"/>
              </a:spcBef>
              <a:spcAft>
                <a:spcPts val="1500"/>
              </a:spcAft>
              <a:buChar char="•"/>
              <a:defRPr sz="2813" b="0">
                <a:solidFill>
                  <a:schemeClr val="tx1"/>
                </a:solidFill>
                <a:latin typeface="+mn-lt"/>
                <a:ea typeface="+mn-lt"/>
                <a:cs typeface="+mn-lt"/>
              </a:defRPr>
            </a:lvl1pPr>
            <a:lvl2pPr marL="666750" indent="-285750" algn="l">
              <a:lnSpc>
                <a:spcPct val="110000"/>
              </a:lnSpc>
              <a:spcBef>
                <a:spcPts val="0"/>
              </a:spcBef>
              <a:spcAft>
                <a:spcPts val="1500"/>
              </a:spcAft>
              <a:buChar char="•"/>
              <a:defRPr sz="2813" b="0">
                <a:solidFill>
                  <a:schemeClr val="tx1"/>
                </a:solidFill>
                <a:latin typeface="+mn-lt"/>
                <a:ea typeface="+mn-lt"/>
                <a:cs typeface="+mn-lt"/>
              </a:defRPr>
            </a:lvl2pPr>
            <a:lvl3pPr marL="1047750" indent="-285750" algn="l">
              <a:lnSpc>
                <a:spcPct val="110000"/>
              </a:lnSpc>
              <a:spcBef>
                <a:spcPts val="0"/>
              </a:spcBef>
              <a:spcAft>
                <a:spcPts val="1500"/>
              </a:spcAft>
              <a:buChar char="•"/>
              <a:defRPr sz="2813" b="0">
                <a:solidFill>
                  <a:schemeClr val="tx1"/>
                </a:solidFill>
                <a:latin typeface="+mn-lt"/>
                <a:ea typeface="+mn-lt"/>
                <a:cs typeface="+mn-lt"/>
              </a:defRPr>
            </a:lvl3pPr>
            <a:lvl4pPr marL="1428750" indent="-285750" algn="l">
              <a:lnSpc>
                <a:spcPct val="110000"/>
              </a:lnSpc>
              <a:spcBef>
                <a:spcPts val="0"/>
              </a:spcBef>
              <a:spcAft>
                <a:spcPts val="1500"/>
              </a:spcAft>
              <a:buChar char="•"/>
              <a:defRPr sz="2813" b="0">
                <a:solidFill>
                  <a:schemeClr val="tx1"/>
                </a:solidFill>
                <a:latin typeface="+mn-lt"/>
                <a:ea typeface="+mn-lt"/>
                <a:cs typeface="+mn-lt"/>
              </a:defRPr>
            </a:lvl4pPr>
            <a:lvl5pPr marL="1809750" indent="-285750" algn="l">
              <a:lnSpc>
                <a:spcPct val="110000"/>
              </a:lnSpc>
              <a:spcBef>
                <a:spcPts val="0"/>
              </a:spcBef>
              <a:spcAft>
                <a:spcPts val="1500"/>
              </a:spcAft>
              <a:buChar char="•"/>
              <a:defRPr sz="2813" b="0">
                <a:solidFill>
                  <a:schemeClr val="tx1"/>
                </a:solidFill>
                <a:latin typeface="+mn-lt"/>
                <a:ea typeface="+mn-lt"/>
                <a:cs typeface="+mn-lt"/>
              </a:defRPr>
            </a:lvl5pPr>
            <a:lvl6pPr marL="2190750" indent="-285750" algn="l">
              <a:lnSpc>
                <a:spcPct val="110000"/>
              </a:lnSpc>
              <a:spcBef>
                <a:spcPts val="0"/>
              </a:spcBef>
              <a:spcAft>
                <a:spcPts val="1500"/>
              </a:spcAft>
              <a:buChar char="•"/>
              <a:defRPr sz="2813" b="0">
                <a:solidFill>
                  <a:schemeClr val="tx1"/>
                </a:solidFill>
                <a:latin typeface="+mn-lt"/>
                <a:ea typeface="+mn-lt"/>
                <a:cs typeface="+mn-lt"/>
              </a:defRPr>
            </a:lvl6pPr>
            <a:lvl7pPr marL="2571750" indent="-285750" algn="l">
              <a:lnSpc>
                <a:spcPct val="110000"/>
              </a:lnSpc>
              <a:spcBef>
                <a:spcPts val="0"/>
              </a:spcBef>
              <a:spcAft>
                <a:spcPts val="1500"/>
              </a:spcAft>
              <a:buChar char="•"/>
              <a:defRPr sz="2813" b="0">
                <a:solidFill>
                  <a:schemeClr val="tx1"/>
                </a:solidFill>
                <a:latin typeface="+mn-lt"/>
                <a:ea typeface="+mn-lt"/>
                <a:cs typeface="+mn-lt"/>
              </a:defRPr>
            </a:lvl7pPr>
            <a:lvl8pPr marL="2952750" indent="-285750" algn="l">
              <a:lnSpc>
                <a:spcPct val="110000"/>
              </a:lnSpc>
              <a:spcBef>
                <a:spcPts val="0"/>
              </a:spcBef>
              <a:spcAft>
                <a:spcPts val="1500"/>
              </a:spcAft>
              <a:buChar char="•"/>
              <a:defRPr sz="2813" b="0">
                <a:solidFill>
                  <a:schemeClr val="tx1"/>
                </a:solidFill>
                <a:latin typeface="+mn-lt"/>
                <a:ea typeface="+mn-lt"/>
                <a:cs typeface="+mn-lt"/>
              </a:defRPr>
            </a:lvl8pPr>
            <a:lvl9pPr marL="3333750" indent="-285750" algn="l">
              <a:lnSpc>
                <a:spcPct val="110000"/>
              </a:lnSpc>
              <a:spcBef>
                <a:spcPts val="0"/>
              </a:spcBef>
              <a:spcAft>
                <a:spcPts val="1500"/>
              </a:spcAft>
              <a:buChar char="•"/>
              <a:defRPr sz="2813"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a6f393dd2ce4a41" /><Relationship Type="http://schemas.openxmlformats.org/officeDocument/2006/relationships/slideLayout" Target="/ppt/slideLayouts/slideLayout1.xml" Id="Rd8f74dfe61a848ad" /><Relationship Type="http://schemas.openxmlformats.org/officeDocument/2006/relationships/slideLayout" Target="/ppt/slideLayouts/slideLayout2.xml" Id="R15eb50a0fa5b4fb7" /><Relationship Type="http://schemas.openxmlformats.org/officeDocument/2006/relationships/slideLayout" Target="/ppt/slideLayouts/slideLayout3.xml" Id="Rd8bb0ea592f6453c" /><Relationship Type="http://schemas.openxmlformats.org/officeDocument/2006/relationships/slideLayout" Target="/ppt/slideLayouts/slideLayout4.xml" Id="R3def14decf4746a1" /><Relationship Type="http://schemas.openxmlformats.org/officeDocument/2006/relationships/slideLayout" Target="/ppt/slideLayouts/slideLayout5.xml" Id="R75e4ebea60df49f8" /><Relationship Type="http://schemas.openxmlformats.org/officeDocument/2006/relationships/slideLayout" Target="/ppt/slideLayouts/slideLayout6.xml" Id="Rf692c337f562415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8f74dfe61a848ad"/>
    <p:sldLayoutId xmlns:r="http://schemas.openxmlformats.org/officeDocument/2006/relationships" id="2147483650" r:id="R15eb50a0fa5b4fb7"/>
    <p:sldLayoutId xmlns:r="http://schemas.openxmlformats.org/officeDocument/2006/relationships" id="2147483651" r:id="Rd8bb0ea592f6453c"/>
    <p:sldLayoutId xmlns:r="http://schemas.openxmlformats.org/officeDocument/2006/relationships" id="2147483652" r:id="R3def14decf4746a1"/>
    <p:sldLayoutId xmlns:r="http://schemas.openxmlformats.org/officeDocument/2006/relationships" id="2147483653" r:id="R75e4ebea60df49f8"/>
    <p:sldLayoutId xmlns:r="http://schemas.openxmlformats.org/officeDocument/2006/relationships" id="2147483654" r:id="Rf692c337f562415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dcbf74e7729d478b" /><Relationship Type="http://schemas.openxmlformats.org/officeDocument/2006/relationships/notesSlide" Target="/ppt/notesSlides/notesSlide1.xml" Id="R047752689ed144c9"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ecb49a59a64c4309" /><Relationship Type="http://schemas.openxmlformats.org/officeDocument/2006/relationships/notesSlide" Target="/ppt/notesSlides/notesSlide2.xml" Id="R63946d295a08415a"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cbc53032625a46de" /><Relationship Type="http://schemas.openxmlformats.org/officeDocument/2006/relationships/notesSlide" Target="/ppt/notesSlides/notesSlide3.xml" Id="R039a19e526974978"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9ee84149ba26499d" /><Relationship Type="http://schemas.openxmlformats.org/officeDocument/2006/relationships/notesSlide" Target="/ppt/notesSlides/notesSlide4.xml" Id="Ra5eaaf1ed6d94bec"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22ad520cbcc54d57" /><Relationship Type="http://schemas.openxmlformats.org/officeDocument/2006/relationships/notesSlide" Target="/ppt/notesSlides/notesSlide5.xml" Id="R079bf21da30c420b"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f3db45c2eeee4e56" /><Relationship Type="http://schemas.openxmlformats.org/officeDocument/2006/relationships/notesSlide" Target="/ppt/notesSlides/notesSlide6.xml" Id="Rda851dce803b45fb"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55b444f02e454feb" /><Relationship Type="http://schemas.openxmlformats.org/officeDocument/2006/relationships/notesSlide" Target="/ppt/notesSlides/notesSlide7.xml" Id="R46a1d193f28f4fde"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361ab6f5c60d47b1" /><Relationship Type="http://schemas.openxmlformats.org/officeDocument/2006/relationships/notesSlide" Target="/ppt/notesSlides/notesSlide8.xml" Id="R02875582961c4818"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b1f990afcf794c54" /><Relationship Type="http://schemas.openxmlformats.org/officeDocument/2006/relationships/notesSlide" Target="/ppt/notesSlides/notesSlide9.xml" Id="R49639948fc67413b" /></Relationships>
</file>

<file path=ppt/slides/slide1.xml><?xml version="1.0" encoding="utf-8"?>
<p:sld xmlns:p="http://schemas.openxmlformats.org/presentationml/2006/main">
  <p:cSld>
    <p:bg>
      <p:bgPr>
        <a:solidFill xmlns:a="http://schemas.openxmlformats.org/drawingml/2006/main">
          <a:srgbClr val="F6F5F0"/>
        </a:solidFill>
      </p:bgPr>
    </p:bg>
    <p:spTree>
      <p:nvGrpSpPr>
        <p:cNvPr id="1" name=""/>
        <p:cNvGrpSpPr/>
        <p:nvPr/>
      </p:nvGrpSpPr>
      <p:grpSpPr>
        <a:xfrm xmlns:a="http://schemas.openxmlformats.org/drawingml/2006/main"/>
      </p:grpSpPr>
      <p:cxnSp>
        <p:nvCxnSpPr>
          <p:cNvPr id="39" name="">
            <a:extLst xmlns:a="http://schemas.openxmlformats.org/drawingml/2006/main">
              <a:ext uri="{FF2B5EF4-FFF2-40B4-BE49-F238E27FC236}">
                <a16:creationId xmlns:a16="http://schemas.microsoft.com/office/drawing/2014/main" id="{7FA8B869-90AB-49D3-8F0F-245C0D14BB0E}"/>
              </a:ext>
            </a:extLst>
          </p:cNvPr>
          <p:cNvCxnSpPr>
            <a:stCxn xmlns:a="http://schemas.openxmlformats.org/drawingml/2006/main" id="23" idx="3"/>
            <a:endCxn xmlns:a="http://schemas.openxmlformats.org/drawingml/2006/main" id="26" idx="1"/>
          </p:cNvCxnSpPr>
          <p:nvPr/>
        </p:nvCxnSpPr>
        <p:spPr>
          <a:xfrm xmlns:a="http://schemas.openxmlformats.org/drawingml/2006/main">
            <a:off x="10001250" y="7215188"/>
            <a:ext cx="1333500" cy="0"/>
          </a:xfrm>
          <a:prstGeom xmlns:a="http://schemas.openxmlformats.org/drawingml/2006/main" prst="straightConnector1">
            <a:avLst/>
          </a:prstGeom>
          <a:ln xmlns:a="http://schemas.openxmlformats.org/drawingml/2006/main" w="23813">
            <a:solidFill>
              <a:srgbClr val="157D80"/>
            </a:solidFill>
            <a:prstDash val="dash"/>
            <a:headEnd type="triangle" w="med" len="med"/>
            <a:tailEnd type="triangle" w="med" len="med"/>
          </a:ln>
        </p:spPr>
      </p:cxnSp>
      <p:cxnSp>
        <p:nvCxnSpPr>
          <p:cNvPr id="32" name="">
            <a:extLst xmlns:a="http://schemas.openxmlformats.org/drawingml/2006/main">
              <a:ext uri="{FF2B5EF4-FFF2-40B4-BE49-F238E27FC236}">
                <a16:creationId xmlns:a16="http://schemas.microsoft.com/office/drawing/2014/main" id="{21A8C252-84F4-4DF4-92C5-F75301C0CFA6}"/>
              </a:ext>
            </a:extLst>
          </p:cNvPr>
          <p:cNvCxnSpPr>
            <a:stCxn xmlns:a="http://schemas.openxmlformats.org/drawingml/2006/main" id="14" idx="3"/>
            <a:endCxn xmlns:a="http://schemas.openxmlformats.org/drawingml/2006/main" id="17" idx="1"/>
          </p:cNvCxnSpPr>
          <p:nvPr/>
        </p:nvCxnSpPr>
        <p:spPr>
          <a:xfrm xmlns:a="http://schemas.openxmlformats.org/drawingml/2006/main">
            <a:off x="3848100" y="4752975"/>
            <a:ext cx="1390650" cy="0"/>
          </a:xfrm>
          <a:prstGeom xmlns:a="http://schemas.openxmlformats.org/drawingml/2006/main" prst="straightConnector1">
            <a:avLst/>
          </a:prstGeom>
          <a:ln xmlns:a="http://schemas.openxmlformats.org/drawingml/2006/main" w="23813">
            <a:solidFill>
              <a:srgbClr val="157D80"/>
            </a:solidFill>
            <a:prstDash val="dash"/>
            <a:tailEnd type="triangle" w="med" len="med"/>
          </a:ln>
        </p:spPr>
      </p:cxnSp>
      <p:cxnSp>
        <p:nvCxnSpPr>
          <p:cNvPr id="29" name="">
            <a:extLst xmlns:a="http://schemas.openxmlformats.org/drawingml/2006/main">
              <a:ext uri="{FF2B5EF4-FFF2-40B4-BE49-F238E27FC236}">
                <a16:creationId xmlns:a16="http://schemas.microsoft.com/office/drawing/2014/main" id="{F56FFB93-9D8C-4B5E-9887-7564F0A420AF}"/>
              </a:ext>
            </a:extLst>
          </p:cNvPr>
          <p:cNvCxnSpPr>
            <a:stCxn xmlns:a="http://schemas.openxmlformats.org/drawingml/2006/main" id="5" idx="3"/>
            <a:endCxn xmlns:a="http://schemas.openxmlformats.org/drawingml/2006/main" id="8" idx="1"/>
          </p:cNvCxnSpPr>
          <p:nvPr/>
        </p:nvCxnSpPr>
        <p:spPr>
          <a:xfrm xmlns:a="http://schemas.openxmlformats.org/drawingml/2006/main">
            <a:off x="3848100" y="2595563"/>
            <a:ext cx="1390650" cy="0"/>
          </a:xfrm>
          <a:prstGeom xmlns:a="http://schemas.openxmlformats.org/drawingml/2006/main" prst="straightConnector1">
            <a:avLst/>
          </a:prstGeom>
          <a:ln xmlns:a="http://schemas.openxmlformats.org/drawingml/2006/main" w="23813">
            <a:solidFill>
              <a:srgbClr val="157D80"/>
            </a:solidFill>
            <a:prstDash val="solid"/>
            <a:headEnd type="triangle" w="med" len="med"/>
            <a:tailEnd type="triangle" w="med" len="med"/>
          </a:ln>
        </p:spPr>
      </p:cxnSp>
      <p:sp>
        <p:nvSpPr>
          <p:cNvPr id="41" name="text-1">
            <a:extLst xmlns:a="http://schemas.openxmlformats.org/drawingml/2006/main">
              <a:ext uri="{FF2B5EF4-FFF2-40B4-BE49-F238E27FC236}">
                <a16:creationId xmlns:a16="http://schemas.microsoft.com/office/drawing/2014/main" id="{B7CE4B36-16BE-4360-9692-71EDF529360C}"/>
              </a:ext>
            </a:extLst>
          </p:cNvPr>
          <p:cNvSpPr>
            <a:spLocks xmlns:a="http://schemas.openxmlformats.org/drawingml/2006/main" noGrp="1"/>
          </p:cNvSpPr>
          <p:nvPr/>
        </p:nvSpPr>
        <p:spPr>
          <a:xfrm xmlns:a="http://schemas.openxmlformats.org/drawingml/2006/main">
            <a:off x="609600" y="514350"/>
            <a:ext cx="14020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600" b="1">
                <a:solidFill>
                  <a:srgbClr val="132E38"/>
                </a:solidFill>
                <a:latin typeface="Aptos"/>
                <a:ea typeface="Aptos"/>
                <a:cs typeface="Aptos"/>
              </a:defRPr>
            </a:defPPr>
            <a:lvl1pPr algn="l">
              <a:buNone/>
              <a:defRPr sz="3600" b="1">
                <a:solidFill>
                  <a:srgbClr val="132E38"/>
                </a:solidFill>
                <a:latin typeface="Aptos"/>
                <a:ea typeface="Aptos"/>
                <a:cs typeface="Aptos"/>
              </a:defRPr>
            </a:lvl1pPr>
            <a:lvl2pPr algn="l">
              <a:buNone/>
              <a:defRPr sz="3600" b="1">
                <a:solidFill>
                  <a:srgbClr val="132E38"/>
                </a:solidFill>
                <a:latin typeface="Aptos"/>
                <a:ea typeface="Aptos"/>
                <a:cs typeface="Aptos"/>
              </a:defRPr>
            </a:lvl2pPr>
            <a:lvl3pPr algn="l">
              <a:buNone/>
              <a:defRPr sz="3600" b="1">
                <a:solidFill>
                  <a:srgbClr val="132E38"/>
                </a:solidFill>
                <a:latin typeface="Aptos"/>
                <a:ea typeface="Aptos"/>
                <a:cs typeface="Aptos"/>
              </a:defRPr>
            </a:lvl3pPr>
            <a:lvl4pPr algn="l">
              <a:buNone/>
              <a:defRPr sz="3600" b="1">
                <a:solidFill>
                  <a:srgbClr val="132E38"/>
                </a:solidFill>
                <a:latin typeface="Aptos"/>
                <a:ea typeface="Aptos"/>
                <a:cs typeface="Aptos"/>
              </a:defRPr>
            </a:lvl4pPr>
            <a:lvl5pPr algn="l">
              <a:buNone/>
              <a:defRPr sz="3600" b="1">
                <a:solidFill>
                  <a:srgbClr val="132E38"/>
                </a:solidFill>
                <a:latin typeface="Aptos"/>
                <a:ea typeface="Aptos"/>
                <a:cs typeface="Aptos"/>
              </a:defRPr>
            </a:lvl5pPr>
            <a:lvl6pPr algn="l">
              <a:buNone/>
              <a:defRPr sz="3600" b="1">
                <a:solidFill>
                  <a:srgbClr val="132E38"/>
                </a:solidFill>
                <a:latin typeface="Aptos"/>
                <a:ea typeface="Aptos"/>
                <a:cs typeface="Aptos"/>
              </a:defRPr>
            </a:lvl6pPr>
            <a:lvl7pPr algn="l">
              <a:buNone/>
              <a:defRPr sz="3600" b="1">
                <a:solidFill>
                  <a:srgbClr val="132E38"/>
                </a:solidFill>
                <a:latin typeface="Aptos"/>
                <a:ea typeface="Aptos"/>
                <a:cs typeface="Aptos"/>
              </a:defRPr>
            </a:lvl7pPr>
            <a:lvl8pPr algn="l">
              <a:buNone/>
              <a:defRPr sz="3600" b="1">
                <a:solidFill>
                  <a:srgbClr val="132E38"/>
                </a:solidFill>
                <a:latin typeface="Aptos"/>
                <a:ea typeface="Aptos"/>
                <a:cs typeface="Aptos"/>
              </a:defRPr>
            </a:lvl8pPr>
            <a:lvl9pPr algn="l">
              <a:buNone/>
              <a:defRPr sz="3600" b="1">
                <a:solidFill>
                  <a:srgbClr val="132E38"/>
                </a:solidFill>
                <a:latin typeface="Aptos"/>
                <a:ea typeface="Aptos"/>
                <a:cs typeface="Aptos"/>
              </a:defRPr>
            </a:lvl9pPr>
          </a:lstStyle>
          <a:p xmlns:a="http://schemas.openxmlformats.org/drawingml/2006/main">
            <a:pPr algn="l">
              <a:buNone/>
              <a:defRPr sz="3600" b="1">
                <a:solidFill>
                  <a:srgbClr val="132E38"/>
                </a:solidFill>
                <a:latin typeface="Aptos"/>
                <a:ea typeface="Aptos"/>
                <a:cs typeface="Aptos"/>
              </a:defRPr>
            </a:pPr>
            <a:r>
              <a:rPr sz="3600" b="1">
                <a:solidFill>
                  <a:srgbClr val="132E38"/>
                </a:solidFill>
                <a:latin typeface="Aptos"/>
                <a:ea typeface="Aptos"/>
                <a:cs typeface="Aptos"/>
              </a:rPr>
              <a:t>Wednesday application workflow</a:t>
            </a:r>
          </a:p>
        </p:txBody>
      </p:sp>
      <p:sp>
        <p:nvSpPr>
          <p:cNvPr id="2" name="text-2">
            <a:extLst xmlns:a="http://schemas.openxmlformats.org/drawingml/2006/main">
              <a:ext uri="{FF2B5EF4-FFF2-40B4-BE49-F238E27FC236}">
                <a16:creationId xmlns:a16="http://schemas.microsoft.com/office/drawing/2014/main" id="{24236926-B127-4705-A77F-226EA896E76D}"/>
              </a:ext>
            </a:extLst>
          </p:cNvPr>
          <p:cNvSpPr>
            <a:spLocks xmlns:a="http://schemas.openxmlformats.org/drawingml/2006/main" noGrp="1"/>
          </p:cNvSpPr>
          <p:nvPr/>
        </p:nvSpPr>
        <p:spPr>
          <a:xfrm xmlns:a="http://schemas.openxmlformats.org/drawingml/2006/main">
            <a:off x="14154150" y="8020050"/>
            <a:ext cx="476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500" b="1">
                <a:solidFill>
                  <a:srgbClr val="157D80"/>
                </a:solidFill>
                <a:latin typeface="Aptos"/>
                <a:ea typeface="Aptos"/>
                <a:cs typeface="Aptos"/>
              </a:defRPr>
            </a:defPPr>
            <a:lvl1pPr algn="r">
              <a:buNone/>
              <a:defRPr sz="1500" b="1">
                <a:solidFill>
                  <a:srgbClr val="157D80"/>
                </a:solidFill>
                <a:latin typeface="Aptos"/>
                <a:ea typeface="Aptos"/>
                <a:cs typeface="Aptos"/>
              </a:defRPr>
            </a:lvl1pPr>
            <a:lvl2pPr algn="r">
              <a:buNone/>
              <a:defRPr sz="1500" b="1">
                <a:solidFill>
                  <a:srgbClr val="157D80"/>
                </a:solidFill>
                <a:latin typeface="Aptos"/>
                <a:ea typeface="Aptos"/>
                <a:cs typeface="Aptos"/>
              </a:defRPr>
            </a:lvl2pPr>
            <a:lvl3pPr algn="r">
              <a:buNone/>
              <a:defRPr sz="1500" b="1">
                <a:solidFill>
                  <a:srgbClr val="157D80"/>
                </a:solidFill>
                <a:latin typeface="Aptos"/>
                <a:ea typeface="Aptos"/>
                <a:cs typeface="Aptos"/>
              </a:defRPr>
            </a:lvl3pPr>
            <a:lvl4pPr algn="r">
              <a:buNone/>
              <a:defRPr sz="1500" b="1">
                <a:solidFill>
                  <a:srgbClr val="157D80"/>
                </a:solidFill>
                <a:latin typeface="Aptos"/>
                <a:ea typeface="Aptos"/>
                <a:cs typeface="Aptos"/>
              </a:defRPr>
            </a:lvl4pPr>
            <a:lvl5pPr algn="r">
              <a:buNone/>
              <a:defRPr sz="1500" b="1">
                <a:solidFill>
                  <a:srgbClr val="157D80"/>
                </a:solidFill>
                <a:latin typeface="Aptos"/>
                <a:ea typeface="Aptos"/>
                <a:cs typeface="Aptos"/>
              </a:defRPr>
            </a:lvl5pPr>
            <a:lvl6pPr algn="r">
              <a:buNone/>
              <a:defRPr sz="1500" b="1">
                <a:solidFill>
                  <a:srgbClr val="157D80"/>
                </a:solidFill>
                <a:latin typeface="Aptos"/>
                <a:ea typeface="Aptos"/>
                <a:cs typeface="Aptos"/>
              </a:defRPr>
            </a:lvl6pPr>
            <a:lvl7pPr algn="r">
              <a:buNone/>
              <a:defRPr sz="1500" b="1">
                <a:solidFill>
                  <a:srgbClr val="157D80"/>
                </a:solidFill>
                <a:latin typeface="Aptos"/>
                <a:ea typeface="Aptos"/>
                <a:cs typeface="Aptos"/>
              </a:defRPr>
            </a:lvl7pPr>
            <a:lvl8pPr algn="r">
              <a:buNone/>
              <a:defRPr sz="1500" b="1">
                <a:solidFill>
                  <a:srgbClr val="157D80"/>
                </a:solidFill>
                <a:latin typeface="Aptos"/>
                <a:ea typeface="Aptos"/>
                <a:cs typeface="Aptos"/>
              </a:defRPr>
            </a:lvl8pPr>
            <a:lvl9pPr algn="r">
              <a:buNone/>
              <a:defRPr sz="1500" b="1">
                <a:solidFill>
                  <a:srgbClr val="157D80"/>
                </a:solidFill>
                <a:latin typeface="Aptos"/>
                <a:ea typeface="Aptos"/>
                <a:cs typeface="Aptos"/>
              </a:defRPr>
            </a:lvl9pPr>
          </a:lstStyle>
          <a:p xmlns:a="http://schemas.openxmlformats.org/drawingml/2006/main">
            <a:pPr algn="r">
              <a:buNone/>
              <a:defRPr sz="1500" b="1">
                <a:solidFill>
                  <a:srgbClr val="157D80"/>
                </a:solidFill>
                <a:latin typeface="Aptos"/>
                <a:ea typeface="Aptos"/>
                <a:cs typeface="Aptos"/>
              </a:defRPr>
            </a:pPr>
            <a:r>
              <a:rPr sz="1500" b="1">
                <a:solidFill>
                  <a:srgbClr val="157D80"/>
                </a:solidFill>
                <a:latin typeface="Aptos"/>
                <a:ea typeface="Aptos"/>
                <a:cs typeface="Aptos"/>
              </a:rPr>
              <a:t>1</a:t>
            </a:r>
          </a:p>
        </p:txBody>
      </p:sp>
      <p:sp>
        <p:nvSpPr>
          <p:cNvPr id="3" name="text-3">
            <a:extLst xmlns:a="http://schemas.openxmlformats.org/drawingml/2006/main">
              <a:ext uri="{FF2B5EF4-FFF2-40B4-BE49-F238E27FC236}">
                <a16:creationId xmlns:a16="http://schemas.microsoft.com/office/drawing/2014/main" id="{F9DA98B9-F8B5-4974-B26B-D47D5A4D35C5}"/>
              </a:ext>
            </a:extLst>
          </p:cNvPr>
          <p:cNvSpPr>
            <a:spLocks xmlns:a="http://schemas.openxmlformats.org/drawingml/2006/main" noGrp="1"/>
          </p:cNvSpPr>
          <p:nvPr/>
        </p:nvSpPr>
        <p:spPr>
          <a:xfrm xmlns:a="http://schemas.openxmlformats.org/drawingml/2006/main">
            <a:off x="609600" y="1285875"/>
            <a:ext cx="10477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4A6572"/>
                </a:solidFill>
                <a:latin typeface="Aptos"/>
                <a:ea typeface="Aptos"/>
                <a:cs typeface="Aptos"/>
              </a:defRPr>
            </a:defPPr>
            <a:lvl1pPr algn="l">
              <a:buNone/>
              <a:defRPr sz="2025" b="0">
                <a:solidFill>
                  <a:srgbClr val="4A6572"/>
                </a:solidFill>
                <a:latin typeface="Aptos"/>
                <a:ea typeface="Aptos"/>
                <a:cs typeface="Aptos"/>
              </a:defRPr>
            </a:lvl1pPr>
            <a:lvl2pPr algn="l">
              <a:buNone/>
              <a:defRPr sz="2025" b="0">
                <a:solidFill>
                  <a:srgbClr val="4A6572"/>
                </a:solidFill>
                <a:latin typeface="Aptos"/>
                <a:ea typeface="Aptos"/>
                <a:cs typeface="Aptos"/>
              </a:defRPr>
            </a:lvl2pPr>
            <a:lvl3pPr algn="l">
              <a:buNone/>
              <a:defRPr sz="2025" b="0">
                <a:solidFill>
                  <a:srgbClr val="4A6572"/>
                </a:solidFill>
                <a:latin typeface="Aptos"/>
                <a:ea typeface="Aptos"/>
                <a:cs typeface="Aptos"/>
              </a:defRPr>
            </a:lvl3pPr>
            <a:lvl4pPr algn="l">
              <a:buNone/>
              <a:defRPr sz="2025" b="0">
                <a:solidFill>
                  <a:srgbClr val="4A6572"/>
                </a:solidFill>
                <a:latin typeface="Aptos"/>
                <a:ea typeface="Aptos"/>
                <a:cs typeface="Aptos"/>
              </a:defRPr>
            </a:lvl4pPr>
            <a:lvl5pPr algn="l">
              <a:buNone/>
              <a:defRPr sz="2025" b="0">
                <a:solidFill>
                  <a:srgbClr val="4A6572"/>
                </a:solidFill>
                <a:latin typeface="Aptos"/>
                <a:ea typeface="Aptos"/>
                <a:cs typeface="Aptos"/>
              </a:defRPr>
            </a:lvl5pPr>
            <a:lvl6pPr algn="l">
              <a:buNone/>
              <a:defRPr sz="2025" b="0">
                <a:solidFill>
                  <a:srgbClr val="4A6572"/>
                </a:solidFill>
                <a:latin typeface="Aptos"/>
                <a:ea typeface="Aptos"/>
                <a:cs typeface="Aptos"/>
              </a:defRPr>
            </a:lvl6pPr>
            <a:lvl7pPr algn="l">
              <a:buNone/>
              <a:defRPr sz="2025" b="0">
                <a:solidFill>
                  <a:srgbClr val="4A6572"/>
                </a:solidFill>
                <a:latin typeface="Aptos"/>
                <a:ea typeface="Aptos"/>
                <a:cs typeface="Aptos"/>
              </a:defRPr>
            </a:lvl7pPr>
            <a:lvl8pPr algn="l">
              <a:buNone/>
              <a:defRPr sz="2025" b="0">
                <a:solidFill>
                  <a:srgbClr val="4A6572"/>
                </a:solidFill>
                <a:latin typeface="Aptos"/>
                <a:ea typeface="Aptos"/>
                <a:cs typeface="Aptos"/>
              </a:defRPr>
            </a:lvl8pPr>
            <a:lvl9pPr algn="l">
              <a:buNone/>
              <a:defRPr sz="2025" b="0">
                <a:solidFill>
                  <a:srgbClr val="4A6572"/>
                </a:solidFill>
                <a:latin typeface="Aptos"/>
                <a:ea typeface="Aptos"/>
                <a:cs typeface="Aptos"/>
              </a:defRPr>
            </a:lvl9pPr>
          </a:lstStyle>
          <a:p xmlns:a="http://schemas.openxmlformats.org/drawingml/2006/main">
            <a:pPr algn="l">
              <a:buNone/>
              <a:defRPr sz="2025" b="0">
                <a:solidFill>
                  <a:srgbClr val="4A6572"/>
                </a:solidFill>
                <a:latin typeface="Aptos"/>
                <a:ea typeface="Aptos"/>
                <a:cs typeface="Aptos"/>
              </a:defRPr>
            </a:pPr>
            <a:r>
              <a:rPr sz="2025" b="0">
                <a:solidFill>
                  <a:srgbClr val="4A6572"/>
                </a:solidFill>
                <a:latin typeface="Aptos"/>
                <a:ea typeface="Aptos"/>
                <a:cs typeface="Aptos"/>
              </a:rPr>
              <a:t>Buzz and the dashboard share the same Paperclip tasks and decisions</a:t>
            </a:r>
          </a:p>
        </p:txBody>
      </p:sp>
      <p:sp>
        <p:nvSpPr>
          <p:cNvPr id="4" name="text-4">
            <a:extLst xmlns:a="http://schemas.openxmlformats.org/drawingml/2006/main">
              <a:ext uri="{FF2B5EF4-FFF2-40B4-BE49-F238E27FC236}">
                <a16:creationId xmlns:a16="http://schemas.microsoft.com/office/drawing/2014/main" id="{69DDC3A6-1E54-4A1E-83C4-3F0EC1DC3F63}"/>
              </a:ext>
            </a:extLst>
          </p:cNvPr>
          <p:cNvSpPr>
            <a:spLocks xmlns:a="http://schemas.openxmlformats.org/drawingml/2006/main" noGrp="1"/>
          </p:cNvSpPr>
          <p:nvPr/>
        </p:nvSpPr>
        <p:spPr>
          <a:xfrm xmlns:a="http://schemas.openxmlformats.org/drawingml/2006/main">
            <a:off x="11144250" y="1381125"/>
            <a:ext cx="34861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575" b="0">
                <a:solidFill>
                  <a:srgbClr val="4A6572"/>
                </a:solidFill>
                <a:latin typeface="Aptos"/>
                <a:ea typeface="Aptos"/>
                <a:cs typeface="Aptos"/>
              </a:defRPr>
            </a:defPPr>
            <a:lvl1pPr algn="r">
              <a:buNone/>
              <a:defRPr sz="1575" b="0">
                <a:solidFill>
                  <a:srgbClr val="4A6572"/>
                </a:solidFill>
                <a:latin typeface="Aptos"/>
                <a:ea typeface="Aptos"/>
                <a:cs typeface="Aptos"/>
              </a:defRPr>
            </a:lvl1pPr>
            <a:lvl2pPr algn="r">
              <a:buNone/>
              <a:defRPr sz="1575" b="0">
                <a:solidFill>
                  <a:srgbClr val="4A6572"/>
                </a:solidFill>
                <a:latin typeface="Aptos"/>
                <a:ea typeface="Aptos"/>
                <a:cs typeface="Aptos"/>
              </a:defRPr>
            </a:lvl2pPr>
            <a:lvl3pPr algn="r">
              <a:buNone/>
              <a:defRPr sz="1575" b="0">
                <a:solidFill>
                  <a:srgbClr val="4A6572"/>
                </a:solidFill>
                <a:latin typeface="Aptos"/>
                <a:ea typeface="Aptos"/>
                <a:cs typeface="Aptos"/>
              </a:defRPr>
            </a:lvl3pPr>
            <a:lvl4pPr algn="r">
              <a:buNone/>
              <a:defRPr sz="1575" b="0">
                <a:solidFill>
                  <a:srgbClr val="4A6572"/>
                </a:solidFill>
                <a:latin typeface="Aptos"/>
                <a:ea typeface="Aptos"/>
                <a:cs typeface="Aptos"/>
              </a:defRPr>
            </a:lvl4pPr>
            <a:lvl5pPr algn="r">
              <a:buNone/>
              <a:defRPr sz="1575" b="0">
                <a:solidFill>
                  <a:srgbClr val="4A6572"/>
                </a:solidFill>
                <a:latin typeface="Aptos"/>
                <a:ea typeface="Aptos"/>
                <a:cs typeface="Aptos"/>
              </a:defRPr>
            </a:lvl5pPr>
            <a:lvl6pPr algn="r">
              <a:buNone/>
              <a:defRPr sz="1575" b="0">
                <a:solidFill>
                  <a:srgbClr val="4A6572"/>
                </a:solidFill>
                <a:latin typeface="Aptos"/>
                <a:ea typeface="Aptos"/>
                <a:cs typeface="Aptos"/>
              </a:defRPr>
            </a:lvl6pPr>
            <a:lvl7pPr algn="r">
              <a:buNone/>
              <a:defRPr sz="1575" b="0">
                <a:solidFill>
                  <a:srgbClr val="4A6572"/>
                </a:solidFill>
                <a:latin typeface="Aptos"/>
                <a:ea typeface="Aptos"/>
                <a:cs typeface="Aptos"/>
              </a:defRPr>
            </a:lvl7pPr>
            <a:lvl8pPr algn="r">
              <a:buNone/>
              <a:defRPr sz="1575" b="0">
                <a:solidFill>
                  <a:srgbClr val="4A6572"/>
                </a:solidFill>
                <a:latin typeface="Aptos"/>
                <a:ea typeface="Aptos"/>
                <a:cs typeface="Aptos"/>
              </a:defRPr>
            </a:lvl8pPr>
            <a:lvl9pPr algn="r">
              <a:buNone/>
              <a:defRPr sz="1575" b="0">
                <a:solidFill>
                  <a:srgbClr val="4A6572"/>
                </a:solidFill>
                <a:latin typeface="Aptos"/>
                <a:ea typeface="Aptos"/>
                <a:cs typeface="Aptos"/>
              </a:defRPr>
            </a:lvl9pPr>
          </a:lstStyle>
          <a:p xmlns:a="http://schemas.openxmlformats.org/drawingml/2006/main">
            <a:pPr algn="r">
              <a:buNone/>
              <a:defRPr sz="1575" b="0">
                <a:solidFill>
                  <a:srgbClr val="4A6572"/>
                </a:solidFill>
                <a:latin typeface="Aptos"/>
                <a:ea typeface="Aptos"/>
                <a:cs typeface="Aptos"/>
              </a:defRPr>
            </a:pPr>
            <a:r>
              <a:rPr sz="1575" b="0">
                <a:solidFill>
                  <a:srgbClr val="4A6572"/>
                </a:solidFill>
                <a:latin typeface="Aptos"/>
                <a:ea typeface="Aptos"/>
                <a:cs typeface="Aptos"/>
              </a:rPr>
              <a:t>Dashed: planned connection</a:t>
            </a:r>
          </a:p>
        </p:txBody>
      </p:sp>
      <p:sp>
        <p:nvSpPr>
          <p:cNvPr id="5" name="node-5">
            <a:extLst xmlns:a="http://schemas.openxmlformats.org/drawingml/2006/main">
              <a:ext uri="{FF2B5EF4-FFF2-40B4-BE49-F238E27FC236}">
                <a16:creationId xmlns:a16="http://schemas.microsoft.com/office/drawing/2014/main" id="{69CCB21F-23CF-4191-8D09-1DB8A0DD5563}"/>
              </a:ext>
            </a:extLst>
          </p:cNvPr>
          <p:cNvSpPr>
            <a:spLocks xmlns:a="http://schemas.openxmlformats.org/drawingml/2006/main" noGrp="1"/>
          </p:cNvSpPr>
          <p:nvPr/>
        </p:nvSpPr>
        <p:spPr>
          <a:xfrm xmlns:a="http://schemas.openxmlformats.org/drawingml/2006/main">
            <a:off x="609600" y="2095500"/>
            <a:ext cx="3238500" cy="1000125"/>
          </a:xfrm>
          <a:prstGeom xmlns:a="http://schemas.openxmlformats.org/drawingml/2006/main" prst="rect">
            <a:avLst/>
          </a:prstGeom>
          <a:solidFill xmlns:a="http://schemas.openxmlformats.org/drawingml/2006/main">
            <a:srgbClr val="FFFFFF"/>
          </a:solidFill>
          <a:ln xmlns:a="http://schemas.openxmlformats.org/drawingml/2006/main" w="17145">
            <a:solidFill>
              <a:srgbClr val="B8CACC"/>
            </a:solidFill>
            <a:prstDash val="solid"/>
          </a:ln>
        </p:spPr>
      </p:sp>
      <p:sp>
        <p:nvSpPr>
          <p:cNvPr id="6" name="text-6">
            <a:extLst xmlns:a="http://schemas.openxmlformats.org/drawingml/2006/main">
              <a:ext uri="{FF2B5EF4-FFF2-40B4-BE49-F238E27FC236}">
                <a16:creationId xmlns:a16="http://schemas.microsoft.com/office/drawing/2014/main" id="{A7B92B7D-E123-48A9-8EFB-23C469F6CBCE}"/>
              </a:ext>
            </a:extLst>
          </p:cNvPr>
          <p:cNvSpPr>
            <a:spLocks xmlns:a="http://schemas.openxmlformats.org/drawingml/2006/main" noGrp="1"/>
          </p:cNvSpPr>
          <p:nvPr/>
        </p:nvSpPr>
        <p:spPr>
          <a:xfrm xmlns:a="http://schemas.openxmlformats.org/drawingml/2006/main">
            <a:off x="800100" y="2257425"/>
            <a:ext cx="2857500" cy="3867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132E38"/>
                </a:solidFill>
                <a:latin typeface="Aptos"/>
                <a:ea typeface="Aptos"/>
                <a:cs typeface="Aptos"/>
              </a:defRPr>
            </a:defPPr>
            <a:lvl1pPr algn="l">
              <a:buNone/>
              <a:defRPr sz="2250" b="1">
                <a:solidFill>
                  <a:srgbClr val="132E38"/>
                </a:solidFill>
                <a:latin typeface="Aptos"/>
                <a:ea typeface="Aptos"/>
                <a:cs typeface="Aptos"/>
              </a:defRPr>
            </a:lvl1pPr>
            <a:lvl2pPr algn="l">
              <a:buNone/>
              <a:defRPr sz="2250" b="1">
                <a:solidFill>
                  <a:srgbClr val="132E38"/>
                </a:solidFill>
                <a:latin typeface="Aptos"/>
                <a:ea typeface="Aptos"/>
                <a:cs typeface="Aptos"/>
              </a:defRPr>
            </a:lvl2pPr>
            <a:lvl3pPr algn="l">
              <a:buNone/>
              <a:defRPr sz="2250" b="1">
                <a:solidFill>
                  <a:srgbClr val="132E38"/>
                </a:solidFill>
                <a:latin typeface="Aptos"/>
                <a:ea typeface="Aptos"/>
                <a:cs typeface="Aptos"/>
              </a:defRPr>
            </a:lvl3pPr>
            <a:lvl4pPr algn="l">
              <a:buNone/>
              <a:defRPr sz="2250" b="1">
                <a:solidFill>
                  <a:srgbClr val="132E38"/>
                </a:solidFill>
                <a:latin typeface="Aptos"/>
                <a:ea typeface="Aptos"/>
                <a:cs typeface="Aptos"/>
              </a:defRPr>
            </a:lvl4pPr>
            <a:lvl5pPr algn="l">
              <a:buNone/>
              <a:defRPr sz="2250" b="1">
                <a:solidFill>
                  <a:srgbClr val="132E38"/>
                </a:solidFill>
                <a:latin typeface="Aptos"/>
                <a:ea typeface="Aptos"/>
                <a:cs typeface="Aptos"/>
              </a:defRPr>
            </a:lvl5pPr>
            <a:lvl6pPr algn="l">
              <a:buNone/>
              <a:defRPr sz="2250" b="1">
                <a:solidFill>
                  <a:srgbClr val="132E38"/>
                </a:solidFill>
                <a:latin typeface="Aptos"/>
                <a:ea typeface="Aptos"/>
                <a:cs typeface="Aptos"/>
              </a:defRPr>
            </a:lvl6pPr>
            <a:lvl7pPr algn="l">
              <a:buNone/>
              <a:defRPr sz="2250" b="1">
                <a:solidFill>
                  <a:srgbClr val="132E38"/>
                </a:solidFill>
                <a:latin typeface="Aptos"/>
                <a:ea typeface="Aptos"/>
                <a:cs typeface="Aptos"/>
              </a:defRPr>
            </a:lvl7pPr>
            <a:lvl8pPr algn="l">
              <a:buNone/>
              <a:defRPr sz="2250" b="1">
                <a:solidFill>
                  <a:srgbClr val="132E38"/>
                </a:solidFill>
                <a:latin typeface="Aptos"/>
                <a:ea typeface="Aptos"/>
                <a:cs typeface="Aptos"/>
              </a:defRPr>
            </a:lvl8pPr>
            <a:lvl9pPr algn="l">
              <a:buNone/>
              <a:defRPr sz="2250" b="1">
                <a:solidFill>
                  <a:srgbClr val="132E38"/>
                </a:solidFill>
                <a:latin typeface="Aptos"/>
                <a:ea typeface="Aptos"/>
                <a:cs typeface="Aptos"/>
              </a:defRPr>
            </a:lvl9pPr>
          </a:lstStyle>
          <a:p xmlns:a="http://schemas.openxmlformats.org/drawingml/2006/main">
            <a:pPr algn="l">
              <a:buNone/>
              <a:defRPr sz="2250" b="1">
                <a:solidFill>
                  <a:srgbClr val="132E38"/>
                </a:solidFill>
                <a:latin typeface="Aptos"/>
                <a:ea typeface="Aptos"/>
                <a:cs typeface="Aptos"/>
              </a:defRPr>
            </a:pPr>
            <a:r>
              <a:rPr sz="2250" b="1">
                <a:solidFill>
                  <a:srgbClr val="132E38"/>
                </a:solidFill>
                <a:latin typeface="Aptos"/>
                <a:ea typeface="Aptos"/>
                <a:cs typeface="Aptos"/>
              </a:rPr>
              <a:t>Buzz</a:t>
            </a:r>
          </a:p>
        </p:txBody>
      </p:sp>
      <p:sp>
        <p:nvSpPr>
          <p:cNvPr id="7" name="text-7">
            <a:extLst xmlns:a="http://schemas.openxmlformats.org/drawingml/2006/main">
              <a:ext uri="{FF2B5EF4-FFF2-40B4-BE49-F238E27FC236}">
                <a16:creationId xmlns:a16="http://schemas.microsoft.com/office/drawing/2014/main" id="{0D2C7938-825D-495A-89F0-5854D0406273}"/>
              </a:ext>
            </a:extLst>
          </p:cNvPr>
          <p:cNvSpPr>
            <a:spLocks xmlns:a="http://schemas.openxmlformats.org/drawingml/2006/main" noGrp="1"/>
          </p:cNvSpPr>
          <p:nvPr/>
        </p:nvSpPr>
        <p:spPr>
          <a:xfrm xmlns:a="http://schemas.openxmlformats.org/drawingml/2006/main">
            <a:off x="800100" y="2653665"/>
            <a:ext cx="2857500" cy="34023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4A6572"/>
                </a:solidFill>
                <a:latin typeface="Aptos"/>
                <a:ea typeface="Aptos"/>
                <a:cs typeface="Aptos"/>
              </a:defRPr>
            </a:defPPr>
            <a:lvl1pPr algn="l">
              <a:buNone/>
              <a:defRPr sz="1950" b="0">
                <a:solidFill>
                  <a:srgbClr val="4A6572"/>
                </a:solidFill>
                <a:latin typeface="Aptos"/>
                <a:ea typeface="Aptos"/>
                <a:cs typeface="Aptos"/>
              </a:defRPr>
            </a:lvl1pPr>
            <a:lvl2pPr algn="l">
              <a:buNone/>
              <a:defRPr sz="1950" b="0">
                <a:solidFill>
                  <a:srgbClr val="4A6572"/>
                </a:solidFill>
                <a:latin typeface="Aptos"/>
                <a:ea typeface="Aptos"/>
                <a:cs typeface="Aptos"/>
              </a:defRPr>
            </a:lvl2pPr>
            <a:lvl3pPr algn="l">
              <a:buNone/>
              <a:defRPr sz="1950" b="0">
                <a:solidFill>
                  <a:srgbClr val="4A6572"/>
                </a:solidFill>
                <a:latin typeface="Aptos"/>
                <a:ea typeface="Aptos"/>
                <a:cs typeface="Aptos"/>
              </a:defRPr>
            </a:lvl3pPr>
            <a:lvl4pPr algn="l">
              <a:buNone/>
              <a:defRPr sz="1950" b="0">
                <a:solidFill>
                  <a:srgbClr val="4A6572"/>
                </a:solidFill>
                <a:latin typeface="Aptos"/>
                <a:ea typeface="Aptos"/>
                <a:cs typeface="Aptos"/>
              </a:defRPr>
            </a:lvl4pPr>
            <a:lvl5pPr algn="l">
              <a:buNone/>
              <a:defRPr sz="1950" b="0">
                <a:solidFill>
                  <a:srgbClr val="4A6572"/>
                </a:solidFill>
                <a:latin typeface="Aptos"/>
                <a:ea typeface="Aptos"/>
                <a:cs typeface="Aptos"/>
              </a:defRPr>
            </a:lvl5pPr>
            <a:lvl6pPr algn="l">
              <a:buNone/>
              <a:defRPr sz="1950" b="0">
                <a:solidFill>
                  <a:srgbClr val="4A6572"/>
                </a:solidFill>
                <a:latin typeface="Aptos"/>
                <a:ea typeface="Aptos"/>
                <a:cs typeface="Aptos"/>
              </a:defRPr>
            </a:lvl6pPr>
            <a:lvl7pPr algn="l">
              <a:buNone/>
              <a:defRPr sz="1950" b="0">
                <a:solidFill>
                  <a:srgbClr val="4A6572"/>
                </a:solidFill>
                <a:latin typeface="Aptos"/>
                <a:ea typeface="Aptos"/>
                <a:cs typeface="Aptos"/>
              </a:defRPr>
            </a:lvl7pPr>
            <a:lvl8pPr algn="l">
              <a:buNone/>
              <a:defRPr sz="1950" b="0">
                <a:solidFill>
                  <a:srgbClr val="4A6572"/>
                </a:solidFill>
                <a:latin typeface="Aptos"/>
                <a:ea typeface="Aptos"/>
                <a:cs typeface="Aptos"/>
              </a:defRPr>
            </a:lvl8pPr>
            <a:lvl9pPr algn="l">
              <a:buNone/>
              <a:defRPr sz="1950" b="0">
                <a:solidFill>
                  <a:srgbClr val="4A6572"/>
                </a:solidFill>
                <a:latin typeface="Aptos"/>
                <a:ea typeface="Aptos"/>
                <a:cs typeface="Aptos"/>
              </a:defRPr>
            </a:lvl9pPr>
          </a:lstStyle>
          <a:p xmlns:a="http://schemas.openxmlformats.org/drawingml/2006/main">
            <a:pPr algn="l">
              <a:buNone/>
              <a:defRPr sz="1950" b="0">
                <a:solidFill>
                  <a:srgbClr val="4A6572"/>
                </a:solidFill>
                <a:latin typeface="Aptos"/>
                <a:ea typeface="Aptos"/>
                <a:cs typeface="Aptos"/>
              </a:defRPr>
            </a:pPr>
            <a:r>
              <a:rPr sz="1950" b="0">
                <a:solidFill>
                  <a:srgbClr val="4A6572"/>
                </a:solidFill>
                <a:latin typeface="Aptos"/>
                <a:ea typeface="Aptos"/>
                <a:cs typeface="Aptos"/>
              </a:rPr>
              <a:t>Member conversation</a:t>
            </a:r>
          </a:p>
        </p:txBody>
      </p:sp>
      <p:sp>
        <p:nvSpPr>
          <p:cNvPr id="8" name="node-8">
            <a:extLst xmlns:a="http://schemas.openxmlformats.org/drawingml/2006/main">
              <a:ext uri="{FF2B5EF4-FFF2-40B4-BE49-F238E27FC236}">
                <a16:creationId xmlns:a16="http://schemas.microsoft.com/office/drawing/2014/main" id="{6B20E0A3-89C9-4055-AE19-DC9445A12328}"/>
              </a:ext>
            </a:extLst>
          </p:cNvPr>
          <p:cNvSpPr>
            <a:spLocks xmlns:a="http://schemas.openxmlformats.org/drawingml/2006/main" noGrp="1"/>
          </p:cNvSpPr>
          <p:nvPr/>
        </p:nvSpPr>
        <p:spPr>
          <a:xfrm xmlns:a="http://schemas.openxmlformats.org/drawingml/2006/main">
            <a:off x="5238750" y="2095500"/>
            <a:ext cx="3619500" cy="1000125"/>
          </a:xfrm>
          <a:prstGeom xmlns:a="http://schemas.openxmlformats.org/drawingml/2006/main" prst="rect">
            <a:avLst/>
          </a:prstGeom>
          <a:solidFill xmlns:a="http://schemas.openxmlformats.org/drawingml/2006/main">
            <a:srgbClr val="FFFFFF"/>
          </a:solidFill>
          <a:ln xmlns:a="http://schemas.openxmlformats.org/drawingml/2006/main" w="17145">
            <a:solidFill>
              <a:srgbClr val="B8CACC"/>
            </a:solidFill>
            <a:prstDash val="solid"/>
          </a:ln>
        </p:spPr>
      </p:sp>
      <p:sp>
        <p:nvSpPr>
          <p:cNvPr id="9" name="text-9">
            <a:extLst xmlns:a="http://schemas.openxmlformats.org/drawingml/2006/main">
              <a:ext uri="{FF2B5EF4-FFF2-40B4-BE49-F238E27FC236}">
                <a16:creationId xmlns:a16="http://schemas.microsoft.com/office/drawing/2014/main" id="{A021D6EF-569E-496F-81F5-D0DB49EA78EB}"/>
              </a:ext>
            </a:extLst>
          </p:cNvPr>
          <p:cNvSpPr>
            <a:spLocks xmlns:a="http://schemas.openxmlformats.org/drawingml/2006/main" noGrp="1"/>
          </p:cNvSpPr>
          <p:nvPr/>
        </p:nvSpPr>
        <p:spPr>
          <a:xfrm xmlns:a="http://schemas.openxmlformats.org/drawingml/2006/main">
            <a:off x="5429250" y="2257425"/>
            <a:ext cx="3238500" cy="3867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132E38"/>
                </a:solidFill>
                <a:latin typeface="Aptos"/>
                <a:ea typeface="Aptos"/>
                <a:cs typeface="Aptos"/>
              </a:defRPr>
            </a:defPPr>
            <a:lvl1pPr algn="l">
              <a:buNone/>
              <a:defRPr sz="2250" b="1">
                <a:solidFill>
                  <a:srgbClr val="132E38"/>
                </a:solidFill>
                <a:latin typeface="Aptos"/>
                <a:ea typeface="Aptos"/>
                <a:cs typeface="Aptos"/>
              </a:defRPr>
            </a:lvl1pPr>
            <a:lvl2pPr algn="l">
              <a:buNone/>
              <a:defRPr sz="2250" b="1">
                <a:solidFill>
                  <a:srgbClr val="132E38"/>
                </a:solidFill>
                <a:latin typeface="Aptos"/>
                <a:ea typeface="Aptos"/>
                <a:cs typeface="Aptos"/>
              </a:defRPr>
            </a:lvl2pPr>
            <a:lvl3pPr algn="l">
              <a:buNone/>
              <a:defRPr sz="2250" b="1">
                <a:solidFill>
                  <a:srgbClr val="132E38"/>
                </a:solidFill>
                <a:latin typeface="Aptos"/>
                <a:ea typeface="Aptos"/>
                <a:cs typeface="Aptos"/>
              </a:defRPr>
            </a:lvl3pPr>
            <a:lvl4pPr algn="l">
              <a:buNone/>
              <a:defRPr sz="2250" b="1">
                <a:solidFill>
                  <a:srgbClr val="132E38"/>
                </a:solidFill>
                <a:latin typeface="Aptos"/>
                <a:ea typeface="Aptos"/>
                <a:cs typeface="Aptos"/>
              </a:defRPr>
            </a:lvl4pPr>
            <a:lvl5pPr algn="l">
              <a:buNone/>
              <a:defRPr sz="2250" b="1">
                <a:solidFill>
                  <a:srgbClr val="132E38"/>
                </a:solidFill>
                <a:latin typeface="Aptos"/>
                <a:ea typeface="Aptos"/>
                <a:cs typeface="Aptos"/>
              </a:defRPr>
            </a:lvl5pPr>
            <a:lvl6pPr algn="l">
              <a:buNone/>
              <a:defRPr sz="2250" b="1">
                <a:solidFill>
                  <a:srgbClr val="132E38"/>
                </a:solidFill>
                <a:latin typeface="Aptos"/>
                <a:ea typeface="Aptos"/>
                <a:cs typeface="Aptos"/>
              </a:defRPr>
            </a:lvl6pPr>
            <a:lvl7pPr algn="l">
              <a:buNone/>
              <a:defRPr sz="2250" b="1">
                <a:solidFill>
                  <a:srgbClr val="132E38"/>
                </a:solidFill>
                <a:latin typeface="Aptos"/>
                <a:ea typeface="Aptos"/>
                <a:cs typeface="Aptos"/>
              </a:defRPr>
            </a:lvl7pPr>
            <a:lvl8pPr algn="l">
              <a:buNone/>
              <a:defRPr sz="2250" b="1">
                <a:solidFill>
                  <a:srgbClr val="132E38"/>
                </a:solidFill>
                <a:latin typeface="Aptos"/>
                <a:ea typeface="Aptos"/>
                <a:cs typeface="Aptos"/>
              </a:defRPr>
            </a:lvl8pPr>
            <a:lvl9pPr algn="l">
              <a:buNone/>
              <a:defRPr sz="2250" b="1">
                <a:solidFill>
                  <a:srgbClr val="132E38"/>
                </a:solidFill>
                <a:latin typeface="Aptos"/>
                <a:ea typeface="Aptos"/>
                <a:cs typeface="Aptos"/>
              </a:defRPr>
            </a:lvl9pPr>
          </a:lstStyle>
          <a:p xmlns:a="http://schemas.openxmlformats.org/drawingml/2006/main">
            <a:pPr algn="l">
              <a:buNone/>
              <a:defRPr sz="2250" b="1">
                <a:solidFill>
                  <a:srgbClr val="132E38"/>
                </a:solidFill>
                <a:latin typeface="Aptos"/>
                <a:ea typeface="Aptos"/>
                <a:cs typeface="Aptos"/>
              </a:defRPr>
            </a:pPr>
            <a:r>
              <a:rPr sz="2250" b="1">
                <a:solidFill>
                  <a:srgbClr val="132E38"/>
                </a:solidFill>
                <a:latin typeface="Aptos"/>
                <a:ea typeface="Aptos"/>
                <a:cs typeface="Aptos"/>
              </a:rPr>
              <a:t>Inertia bridge</a:t>
            </a:r>
          </a:p>
        </p:txBody>
      </p:sp>
      <p:sp>
        <p:nvSpPr>
          <p:cNvPr id="10" name="text-10">
            <a:extLst xmlns:a="http://schemas.openxmlformats.org/drawingml/2006/main">
              <a:ext uri="{FF2B5EF4-FFF2-40B4-BE49-F238E27FC236}">
                <a16:creationId xmlns:a16="http://schemas.microsoft.com/office/drawing/2014/main" id="{EE656676-69CD-4623-AEF1-B20847F0793E}"/>
              </a:ext>
            </a:extLst>
          </p:cNvPr>
          <p:cNvSpPr>
            <a:spLocks xmlns:a="http://schemas.openxmlformats.org/drawingml/2006/main" noGrp="1"/>
          </p:cNvSpPr>
          <p:nvPr/>
        </p:nvSpPr>
        <p:spPr>
          <a:xfrm xmlns:a="http://schemas.openxmlformats.org/drawingml/2006/main">
            <a:off x="5429250" y="2653665"/>
            <a:ext cx="3238500" cy="34023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4A6572"/>
                </a:solidFill>
                <a:latin typeface="Aptos"/>
                <a:ea typeface="Aptos"/>
                <a:cs typeface="Aptos"/>
              </a:defRPr>
            </a:defPPr>
            <a:lvl1pPr algn="l">
              <a:buNone/>
              <a:defRPr sz="1950" b="0">
                <a:solidFill>
                  <a:srgbClr val="4A6572"/>
                </a:solidFill>
                <a:latin typeface="Aptos"/>
                <a:ea typeface="Aptos"/>
                <a:cs typeface="Aptos"/>
              </a:defRPr>
            </a:lvl1pPr>
            <a:lvl2pPr algn="l">
              <a:buNone/>
              <a:defRPr sz="1950" b="0">
                <a:solidFill>
                  <a:srgbClr val="4A6572"/>
                </a:solidFill>
                <a:latin typeface="Aptos"/>
                <a:ea typeface="Aptos"/>
                <a:cs typeface="Aptos"/>
              </a:defRPr>
            </a:lvl2pPr>
            <a:lvl3pPr algn="l">
              <a:buNone/>
              <a:defRPr sz="1950" b="0">
                <a:solidFill>
                  <a:srgbClr val="4A6572"/>
                </a:solidFill>
                <a:latin typeface="Aptos"/>
                <a:ea typeface="Aptos"/>
                <a:cs typeface="Aptos"/>
              </a:defRPr>
            </a:lvl3pPr>
            <a:lvl4pPr algn="l">
              <a:buNone/>
              <a:defRPr sz="1950" b="0">
                <a:solidFill>
                  <a:srgbClr val="4A6572"/>
                </a:solidFill>
                <a:latin typeface="Aptos"/>
                <a:ea typeface="Aptos"/>
                <a:cs typeface="Aptos"/>
              </a:defRPr>
            </a:lvl4pPr>
            <a:lvl5pPr algn="l">
              <a:buNone/>
              <a:defRPr sz="1950" b="0">
                <a:solidFill>
                  <a:srgbClr val="4A6572"/>
                </a:solidFill>
                <a:latin typeface="Aptos"/>
                <a:ea typeface="Aptos"/>
                <a:cs typeface="Aptos"/>
              </a:defRPr>
            </a:lvl5pPr>
            <a:lvl6pPr algn="l">
              <a:buNone/>
              <a:defRPr sz="1950" b="0">
                <a:solidFill>
                  <a:srgbClr val="4A6572"/>
                </a:solidFill>
                <a:latin typeface="Aptos"/>
                <a:ea typeface="Aptos"/>
                <a:cs typeface="Aptos"/>
              </a:defRPr>
            </a:lvl6pPr>
            <a:lvl7pPr algn="l">
              <a:buNone/>
              <a:defRPr sz="1950" b="0">
                <a:solidFill>
                  <a:srgbClr val="4A6572"/>
                </a:solidFill>
                <a:latin typeface="Aptos"/>
                <a:ea typeface="Aptos"/>
                <a:cs typeface="Aptos"/>
              </a:defRPr>
            </a:lvl7pPr>
            <a:lvl8pPr algn="l">
              <a:buNone/>
              <a:defRPr sz="1950" b="0">
                <a:solidFill>
                  <a:srgbClr val="4A6572"/>
                </a:solidFill>
                <a:latin typeface="Aptos"/>
                <a:ea typeface="Aptos"/>
                <a:cs typeface="Aptos"/>
              </a:defRPr>
            </a:lvl8pPr>
            <a:lvl9pPr algn="l">
              <a:buNone/>
              <a:defRPr sz="1950" b="0">
                <a:solidFill>
                  <a:srgbClr val="4A6572"/>
                </a:solidFill>
                <a:latin typeface="Aptos"/>
                <a:ea typeface="Aptos"/>
                <a:cs typeface="Aptos"/>
              </a:defRPr>
            </a:lvl9pPr>
          </a:lstStyle>
          <a:p xmlns:a="http://schemas.openxmlformats.org/drawingml/2006/main">
            <a:pPr algn="l">
              <a:buNone/>
              <a:defRPr sz="1950" b="0">
                <a:solidFill>
                  <a:srgbClr val="4A6572"/>
                </a:solidFill>
                <a:latin typeface="Aptos"/>
                <a:ea typeface="Aptos"/>
                <a:cs typeface="Aptos"/>
              </a:defRPr>
            </a:pPr>
            <a:r>
              <a:rPr sz="1950" b="0">
                <a:solidFill>
                  <a:srgbClr val="4A6572"/>
                </a:solidFill>
                <a:latin typeface="Aptos"/>
                <a:ea typeface="Aptos"/>
                <a:cs typeface="Aptos"/>
              </a:rPr>
              <a:t>Paired signed messages</a:t>
            </a:r>
          </a:p>
        </p:txBody>
      </p:sp>
      <p:sp>
        <p:nvSpPr>
          <p:cNvPr id="11" name="node-11">
            <a:extLst xmlns:a="http://schemas.openxmlformats.org/drawingml/2006/main">
              <a:ext uri="{FF2B5EF4-FFF2-40B4-BE49-F238E27FC236}">
                <a16:creationId xmlns:a16="http://schemas.microsoft.com/office/drawing/2014/main" id="{250E6303-DBCA-42A9-9B5D-F09DC818F9B7}"/>
              </a:ext>
            </a:extLst>
          </p:cNvPr>
          <p:cNvSpPr>
            <a:spLocks xmlns:a="http://schemas.openxmlformats.org/drawingml/2006/main" noGrp="1"/>
          </p:cNvSpPr>
          <p:nvPr/>
        </p:nvSpPr>
        <p:spPr>
          <a:xfrm xmlns:a="http://schemas.openxmlformats.org/drawingml/2006/main">
            <a:off x="10572750" y="2095500"/>
            <a:ext cx="4057650" cy="1000125"/>
          </a:xfrm>
          <a:prstGeom xmlns:a="http://schemas.openxmlformats.org/drawingml/2006/main" prst="rect">
            <a:avLst/>
          </a:prstGeom>
          <a:solidFill xmlns:a="http://schemas.openxmlformats.org/drawingml/2006/main">
            <a:srgbClr val="FFFFFF"/>
          </a:solidFill>
          <a:ln xmlns:a="http://schemas.openxmlformats.org/drawingml/2006/main" w="17145">
            <a:solidFill>
              <a:srgbClr val="B8CACC"/>
            </a:solidFill>
            <a:prstDash val="solid"/>
          </a:ln>
        </p:spPr>
      </p:sp>
      <p:sp>
        <p:nvSpPr>
          <p:cNvPr id="12" name="text-12">
            <a:extLst xmlns:a="http://schemas.openxmlformats.org/drawingml/2006/main">
              <a:ext uri="{FF2B5EF4-FFF2-40B4-BE49-F238E27FC236}">
                <a16:creationId xmlns:a16="http://schemas.microsoft.com/office/drawing/2014/main" id="{F2D38B1D-791B-450A-B191-A7B914555C22}"/>
              </a:ext>
            </a:extLst>
          </p:cNvPr>
          <p:cNvSpPr>
            <a:spLocks xmlns:a="http://schemas.openxmlformats.org/drawingml/2006/main" noGrp="1"/>
          </p:cNvSpPr>
          <p:nvPr/>
        </p:nvSpPr>
        <p:spPr>
          <a:xfrm xmlns:a="http://schemas.openxmlformats.org/drawingml/2006/main">
            <a:off x="10763250" y="2257425"/>
            <a:ext cx="3676650" cy="3867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132E38"/>
                </a:solidFill>
                <a:latin typeface="Aptos"/>
                <a:ea typeface="Aptos"/>
                <a:cs typeface="Aptos"/>
              </a:defRPr>
            </a:defPPr>
            <a:lvl1pPr algn="l">
              <a:buNone/>
              <a:defRPr sz="2250" b="1">
                <a:solidFill>
                  <a:srgbClr val="132E38"/>
                </a:solidFill>
                <a:latin typeface="Aptos"/>
                <a:ea typeface="Aptos"/>
                <a:cs typeface="Aptos"/>
              </a:defRPr>
            </a:lvl1pPr>
            <a:lvl2pPr algn="l">
              <a:buNone/>
              <a:defRPr sz="2250" b="1">
                <a:solidFill>
                  <a:srgbClr val="132E38"/>
                </a:solidFill>
                <a:latin typeface="Aptos"/>
                <a:ea typeface="Aptos"/>
                <a:cs typeface="Aptos"/>
              </a:defRPr>
            </a:lvl2pPr>
            <a:lvl3pPr algn="l">
              <a:buNone/>
              <a:defRPr sz="2250" b="1">
                <a:solidFill>
                  <a:srgbClr val="132E38"/>
                </a:solidFill>
                <a:latin typeface="Aptos"/>
                <a:ea typeface="Aptos"/>
                <a:cs typeface="Aptos"/>
              </a:defRPr>
            </a:lvl3pPr>
            <a:lvl4pPr algn="l">
              <a:buNone/>
              <a:defRPr sz="2250" b="1">
                <a:solidFill>
                  <a:srgbClr val="132E38"/>
                </a:solidFill>
                <a:latin typeface="Aptos"/>
                <a:ea typeface="Aptos"/>
                <a:cs typeface="Aptos"/>
              </a:defRPr>
            </a:lvl4pPr>
            <a:lvl5pPr algn="l">
              <a:buNone/>
              <a:defRPr sz="2250" b="1">
                <a:solidFill>
                  <a:srgbClr val="132E38"/>
                </a:solidFill>
                <a:latin typeface="Aptos"/>
                <a:ea typeface="Aptos"/>
                <a:cs typeface="Aptos"/>
              </a:defRPr>
            </a:lvl5pPr>
            <a:lvl6pPr algn="l">
              <a:buNone/>
              <a:defRPr sz="2250" b="1">
                <a:solidFill>
                  <a:srgbClr val="132E38"/>
                </a:solidFill>
                <a:latin typeface="Aptos"/>
                <a:ea typeface="Aptos"/>
                <a:cs typeface="Aptos"/>
              </a:defRPr>
            </a:lvl6pPr>
            <a:lvl7pPr algn="l">
              <a:buNone/>
              <a:defRPr sz="2250" b="1">
                <a:solidFill>
                  <a:srgbClr val="132E38"/>
                </a:solidFill>
                <a:latin typeface="Aptos"/>
                <a:ea typeface="Aptos"/>
                <a:cs typeface="Aptos"/>
              </a:defRPr>
            </a:lvl7pPr>
            <a:lvl8pPr algn="l">
              <a:buNone/>
              <a:defRPr sz="2250" b="1">
                <a:solidFill>
                  <a:srgbClr val="132E38"/>
                </a:solidFill>
                <a:latin typeface="Aptos"/>
                <a:ea typeface="Aptos"/>
                <a:cs typeface="Aptos"/>
              </a:defRPr>
            </a:lvl8pPr>
            <a:lvl9pPr algn="l">
              <a:buNone/>
              <a:defRPr sz="2250" b="1">
                <a:solidFill>
                  <a:srgbClr val="132E38"/>
                </a:solidFill>
                <a:latin typeface="Aptos"/>
                <a:ea typeface="Aptos"/>
                <a:cs typeface="Aptos"/>
              </a:defRPr>
            </a:lvl9pPr>
          </a:lstStyle>
          <a:p xmlns:a="http://schemas.openxmlformats.org/drawingml/2006/main">
            <a:pPr algn="l">
              <a:buNone/>
              <a:defRPr sz="2250" b="1">
                <a:solidFill>
                  <a:srgbClr val="132E38"/>
                </a:solidFill>
                <a:latin typeface="Aptos"/>
                <a:ea typeface="Aptos"/>
                <a:cs typeface="Aptos"/>
              </a:defRPr>
            </a:pPr>
            <a:r>
              <a:rPr sz="2250" b="1">
                <a:solidFill>
                  <a:srgbClr val="132E38"/>
                </a:solidFill>
                <a:latin typeface="Aptos"/>
                <a:ea typeface="Aptos"/>
                <a:cs typeface="Aptos"/>
              </a:rPr>
              <a:t>Paperclip dashboard</a:t>
            </a:r>
          </a:p>
        </p:txBody>
      </p:sp>
      <p:sp>
        <p:nvSpPr>
          <p:cNvPr id="13" name="text-13">
            <a:extLst xmlns:a="http://schemas.openxmlformats.org/drawingml/2006/main">
              <a:ext uri="{FF2B5EF4-FFF2-40B4-BE49-F238E27FC236}">
                <a16:creationId xmlns:a16="http://schemas.microsoft.com/office/drawing/2014/main" id="{D333D555-A752-425F-A409-E66C9FBC4D50}"/>
              </a:ext>
            </a:extLst>
          </p:cNvPr>
          <p:cNvSpPr>
            <a:spLocks xmlns:a="http://schemas.openxmlformats.org/drawingml/2006/main" noGrp="1"/>
          </p:cNvSpPr>
          <p:nvPr/>
        </p:nvSpPr>
        <p:spPr>
          <a:xfrm xmlns:a="http://schemas.openxmlformats.org/drawingml/2006/main">
            <a:off x="10763250" y="2653665"/>
            <a:ext cx="3676650" cy="34023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4A6572"/>
                </a:solidFill>
                <a:latin typeface="Aptos"/>
                <a:ea typeface="Aptos"/>
                <a:cs typeface="Aptos"/>
              </a:defRPr>
            </a:defPPr>
            <a:lvl1pPr algn="l">
              <a:buNone/>
              <a:defRPr sz="1950" b="0">
                <a:solidFill>
                  <a:srgbClr val="4A6572"/>
                </a:solidFill>
                <a:latin typeface="Aptos"/>
                <a:ea typeface="Aptos"/>
                <a:cs typeface="Aptos"/>
              </a:defRPr>
            </a:lvl1pPr>
            <a:lvl2pPr algn="l">
              <a:buNone/>
              <a:defRPr sz="1950" b="0">
                <a:solidFill>
                  <a:srgbClr val="4A6572"/>
                </a:solidFill>
                <a:latin typeface="Aptos"/>
                <a:ea typeface="Aptos"/>
                <a:cs typeface="Aptos"/>
              </a:defRPr>
            </a:lvl2pPr>
            <a:lvl3pPr algn="l">
              <a:buNone/>
              <a:defRPr sz="1950" b="0">
                <a:solidFill>
                  <a:srgbClr val="4A6572"/>
                </a:solidFill>
                <a:latin typeface="Aptos"/>
                <a:ea typeface="Aptos"/>
                <a:cs typeface="Aptos"/>
              </a:defRPr>
            </a:lvl3pPr>
            <a:lvl4pPr algn="l">
              <a:buNone/>
              <a:defRPr sz="1950" b="0">
                <a:solidFill>
                  <a:srgbClr val="4A6572"/>
                </a:solidFill>
                <a:latin typeface="Aptos"/>
                <a:ea typeface="Aptos"/>
                <a:cs typeface="Aptos"/>
              </a:defRPr>
            </a:lvl4pPr>
            <a:lvl5pPr algn="l">
              <a:buNone/>
              <a:defRPr sz="1950" b="0">
                <a:solidFill>
                  <a:srgbClr val="4A6572"/>
                </a:solidFill>
                <a:latin typeface="Aptos"/>
                <a:ea typeface="Aptos"/>
                <a:cs typeface="Aptos"/>
              </a:defRPr>
            </a:lvl5pPr>
            <a:lvl6pPr algn="l">
              <a:buNone/>
              <a:defRPr sz="1950" b="0">
                <a:solidFill>
                  <a:srgbClr val="4A6572"/>
                </a:solidFill>
                <a:latin typeface="Aptos"/>
                <a:ea typeface="Aptos"/>
                <a:cs typeface="Aptos"/>
              </a:defRPr>
            </a:lvl6pPr>
            <a:lvl7pPr algn="l">
              <a:buNone/>
              <a:defRPr sz="1950" b="0">
                <a:solidFill>
                  <a:srgbClr val="4A6572"/>
                </a:solidFill>
                <a:latin typeface="Aptos"/>
                <a:ea typeface="Aptos"/>
                <a:cs typeface="Aptos"/>
              </a:defRPr>
            </a:lvl7pPr>
            <a:lvl8pPr algn="l">
              <a:buNone/>
              <a:defRPr sz="1950" b="0">
                <a:solidFill>
                  <a:srgbClr val="4A6572"/>
                </a:solidFill>
                <a:latin typeface="Aptos"/>
                <a:ea typeface="Aptos"/>
                <a:cs typeface="Aptos"/>
              </a:defRPr>
            </a:lvl8pPr>
            <a:lvl9pPr algn="l">
              <a:buNone/>
              <a:defRPr sz="1950" b="0">
                <a:solidFill>
                  <a:srgbClr val="4A6572"/>
                </a:solidFill>
                <a:latin typeface="Aptos"/>
                <a:ea typeface="Aptos"/>
                <a:cs typeface="Aptos"/>
              </a:defRPr>
            </a:lvl9pPr>
          </a:lstStyle>
          <a:p xmlns:a="http://schemas.openxmlformats.org/drawingml/2006/main">
            <a:pPr algn="l">
              <a:buNone/>
              <a:defRPr sz="1950" b="0">
                <a:solidFill>
                  <a:srgbClr val="4A6572"/>
                </a:solidFill>
                <a:latin typeface="Aptos"/>
                <a:ea typeface="Aptos"/>
                <a:cs typeface="Aptos"/>
              </a:defRPr>
            </a:pPr>
            <a:r>
              <a:rPr sz="1950" b="0">
                <a:solidFill>
                  <a:srgbClr val="4A6572"/>
                </a:solidFill>
                <a:latin typeface="Aptos"/>
                <a:ea typeface="Aptos"/>
                <a:cs typeface="Aptos"/>
              </a:rPr>
              <a:t>Member work and review</a:t>
            </a:r>
          </a:p>
        </p:txBody>
      </p:sp>
      <p:sp>
        <p:nvSpPr>
          <p:cNvPr id="14" name="node-14">
            <a:extLst xmlns:a="http://schemas.openxmlformats.org/drawingml/2006/main">
              <a:ext uri="{FF2B5EF4-FFF2-40B4-BE49-F238E27FC236}">
                <a16:creationId xmlns:a16="http://schemas.microsoft.com/office/drawing/2014/main" id="{C3A62294-0231-41DE-93F9-22A05292C251}"/>
              </a:ext>
            </a:extLst>
          </p:cNvPr>
          <p:cNvSpPr>
            <a:spLocks xmlns:a="http://schemas.openxmlformats.org/drawingml/2006/main" noGrp="1"/>
          </p:cNvSpPr>
          <p:nvPr/>
        </p:nvSpPr>
        <p:spPr>
          <a:xfrm xmlns:a="http://schemas.openxmlformats.org/drawingml/2006/main">
            <a:off x="609600" y="3905250"/>
            <a:ext cx="3238500" cy="1695450"/>
          </a:xfrm>
          <a:prstGeom xmlns:a="http://schemas.openxmlformats.org/drawingml/2006/main" prst="rect">
            <a:avLst/>
          </a:prstGeom>
          <a:solidFill xmlns:a="http://schemas.openxmlformats.org/drawingml/2006/main">
            <a:srgbClr val="FFFFFF"/>
          </a:solidFill>
          <a:ln xmlns:a="http://schemas.openxmlformats.org/drawingml/2006/main" w="17145">
            <a:solidFill>
              <a:srgbClr val="B8CACC"/>
            </a:solidFill>
            <a:prstDash val="solid"/>
          </a:ln>
        </p:spPr>
      </p:sp>
      <p:sp>
        <p:nvSpPr>
          <p:cNvPr id="15" name="text-15">
            <a:extLst xmlns:a="http://schemas.openxmlformats.org/drawingml/2006/main">
              <a:ext uri="{FF2B5EF4-FFF2-40B4-BE49-F238E27FC236}">
                <a16:creationId xmlns:a16="http://schemas.microsoft.com/office/drawing/2014/main" id="{64E5FC67-B32F-4F3E-8DD1-A0F8E0133F96}"/>
              </a:ext>
            </a:extLst>
          </p:cNvPr>
          <p:cNvSpPr>
            <a:spLocks xmlns:a="http://schemas.openxmlformats.org/drawingml/2006/main" noGrp="1"/>
          </p:cNvSpPr>
          <p:nvPr/>
        </p:nvSpPr>
        <p:spPr>
          <a:xfrm xmlns:a="http://schemas.openxmlformats.org/drawingml/2006/main">
            <a:off x="800100" y="4067175"/>
            <a:ext cx="2857500" cy="3867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132E38"/>
                </a:solidFill>
                <a:latin typeface="Aptos"/>
                <a:ea typeface="Aptos"/>
                <a:cs typeface="Aptos"/>
              </a:defRPr>
            </a:defPPr>
            <a:lvl1pPr algn="l">
              <a:buNone/>
              <a:defRPr sz="2250" b="1">
                <a:solidFill>
                  <a:srgbClr val="132E38"/>
                </a:solidFill>
                <a:latin typeface="Aptos"/>
                <a:ea typeface="Aptos"/>
                <a:cs typeface="Aptos"/>
              </a:defRPr>
            </a:lvl1pPr>
            <a:lvl2pPr algn="l">
              <a:buNone/>
              <a:defRPr sz="2250" b="1">
                <a:solidFill>
                  <a:srgbClr val="132E38"/>
                </a:solidFill>
                <a:latin typeface="Aptos"/>
                <a:ea typeface="Aptos"/>
                <a:cs typeface="Aptos"/>
              </a:defRPr>
            </a:lvl2pPr>
            <a:lvl3pPr algn="l">
              <a:buNone/>
              <a:defRPr sz="2250" b="1">
                <a:solidFill>
                  <a:srgbClr val="132E38"/>
                </a:solidFill>
                <a:latin typeface="Aptos"/>
                <a:ea typeface="Aptos"/>
                <a:cs typeface="Aptos"/>
              </a:defRPr>
            </a:lvl3pPr>
            <a:lvl4pPr algn="l">
              <a:buNone/>
              <a:defRPr sz="2250" b="1">
                <a:solidFill>
                  <a:srgbClr val="132E38"/>
                </a:solidFill>
                <a:latin typeface="Aptos"/>
                <a:ea typeface="Aptos"/>
                <a:cs typeface="Aptos"/>
              </a:defRPr>
            </a:lvl4pPr>
            <a:lvl5pPr algn="l">
              <a:buNone/>
              <a:defRPr sz="2250" b="1">
                <a:solidFill>
                  <a:srgbClr val="132E38"/>
                </a:solidFill>
                <a:latin typeface="Aptos"/>
                <a:ea typeface="Aptos"/>
                <a:cs typeface="Aptos"/>
              </a:defRPr>
            </a:lvl5pPr>
            <a:lvl6pPr algn="l">
              <a:buNone/>
              <a:defRPr sz="2250" b="1">
                <a:solidFill>
                  <a:srgbClr val="132E38"/>
                </a:solidFill>
                <a:latin typeface="Aptos"/>
                <a:ea typeface="Aptos"/>
                <a:cs typeface="Aptos"/>
              </a:defRPr>
            </a:lvl6pPr>
            <a:lvl7pPr algn="l">
              <a:buNone/>
              <a:defRPr sz="2250" b="1">
                <a:solidFill>
                  <a:srgbClr val="132E38"/>
                </a:solidFill>
                <a:latin typeface="Aptos"/>
                <a:ea typeface="Aptos"/>
                <a:cs typeface="Aptos"/>
              </a:defRPr>
            </a:lvl7pPr>
            <a:lvl8pPr algn="l">
              <a:buNone/>
              <a:defRPr sz="2250" b="1">
                <a:solidFill>
                  <a:srgbClr val="132E38"/>
                </a:solidFill>
                <a:latin typeface="Aptos"/>
                <a:ea typeface="Aptos"/>
                <a:cs typeface="Aptos"/>
              </a:defRPr>
            </a:lvl8pPr>
            <a:lvl9pPr algn="l">
              <a:buNone/>
              <a:defRPr sz="2250" b="1">
                <a:solidFill>
                  <a:srgbClr val="132E38"/>
                </a:solidFill>
                <a:latin typeface="Aptos"/>
                <a:ea typeface="Aptos"/>
                <a:cs typeface="Aptos"/>
              </a:defRPr>
            </a:lvl9pPr>
          </a:lstStyle>
          <a:p xmlns:a="http://schemas.openxmlformats.org/drawingml/2006/main">
            <a:pPr algn="l">
              <a:buNone/>
              <a:defRPr sz="2250" b="1">
                <a:solidFill>
                  <a:srgbClr val="132E38"/>
                </a:solidFill>
                <a:latin typeface="Aptos"/>
                <a:ea typeface="Aptos"/>
                <a:cs typeface="Aptos"/>
              </a:defRPr>
            </a:pPr>
            <a:r>
              <a:rPr sz="2250" b="1">
                <a:solidFill>
                  <a:srgbClr val="132E38"/>
                </a:solidFill>
                <a:latin typeface="Aptos"/>
                <a:ea typeface="Aptos"/>
                <a:cs typeface="Aptos"/>
              </a:rPr>
              <a:t>Work intake</a:t>
            </a:r>
          </a:p>
        </p:txBody>
      </p:sp>
      <p:sp>
        <p:nvSpPr>
          <p:cNvPr id="16" name="text-16">
            <a:extLst xmlns:a="http://schemas.openxmlformats.org/drawingml/2006/main">
              <a:ext uri="{FF2B5EF4-FFF2-40B4-BE49-F238E27FC236}">
                <a16:creationId xmlns:a16="http://schemas.microsoft.com/office/drawing/2014/main" id="{74F3930C-FA5F-46DE-85BA-9EB376C5BA24}"/>
              </a:ext>
            </a:extLst>
          </p:cNvPr>
          <p:cNvSpPr>
            <a:spLocks xmlns:a="http://schemas.openxmlformats.org/drawingml/2006/main" noGrp="1"/>
          </p:cNvSpPr>
          <p:nvPr/>
        </p:nvSpPr>
        <p:spPr>
          <a:xfrm xmlns:a="http://schemas.openxmlformats.org/drawingml/2006/main">
            <a:off x="800100" y="4463415"/>
            <a:ext cx="2857500" cy="9096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4A6572"/>
                </a:solidFill>
                <a:latin typeface="Aptos"/>
                <a:ea typeface="Aptos"/>
                <a:cs typeface="Aptos"/>
              </a:defRPr>
            </a:defPPr>
            <a:lvl1pPr algn="l">
              <a:buNone/>
              <a:defRPr sz="1875" b="0">
                <a:solidFill>
                  <a:srgbClr val="4A6572"/>
                </a:solidFill>
                <a:latin typeface="Aptos"/>
                <a:ea typeface="Aptos"/>
                <a:cs typeface="Aptos"/>
              </a:defRPr>
            </a:lvl1pPr>
            <a:lvl2pPr algn="l">
              <a:buNone/>
              <a:defRPr sz="1875" b="0">
                <a:solidFill>
                  <a:srgbClr val="4A6572"/>
                </a:solidFill>
                <a:latin typeface="Aptos"/>
                <a:ea typeface="Aptos"/>
                <a:cs typeface="Aptos"/>
              </a:defRPr>
            </a:lvl2pPr>
            <a:lvl3pPr algn="l">
              <a:buNone/>
              <a:defRPr sz="1875" b="0">
                <a:solidFill>
                  <a:srgbClr val="4A6572"/>
                </a:solidFill>
                <a:latin typeface="Aptos"/>
                <a:ea typeface="Aptos"/>
                <a:cs typeface="Aptos"/>
              </a:defRPr>
            </a:lvl3pPr>
            <a:lvl4pPr algn="l">
              <a:buNone/>
              <a:defRPr sz="1875" b="0">
                <a:solidFill>
                  <a:srgbClr val="4A6572"/>
                </a:solidFill>
                <a:latin typeface="Aptos"/>
                <a:ea typeface="Aptos"/>
                <a:cs typeface="Aptos"/>
              </a:defRPr>
            </a:lvl4pPr>
            <a:lvl5pPr algn="l">
              <a:buNone/>
              <a:defRPr sz="1875" b="0">
                <a:solidFill>
                  <a:srgbClr val="4A6572"/>
                </a:solidFill>
                <a:latin typeface="Aptos"/>
                <a:ea typeface="Aptos"/>
                <a:cs typeface="Aptos"/>
              </a:defRPr>
            </a:lvl5pPr>
            <a:lvl6pPr algn="l">
              <a:buNone/>
              <a:defRPr sz="1875" b="0">
                <a:solidFill>
                  <a:srgbClr val="4A6572"/>
                </a:solidFill>
                <a:latin typeface="Aptos"/>
                <a:ea typeface="Aptos"/>
                <a:cs typeface="Aptos"/>
              </a:defRPr>
            </a:lvl6pPr>
            <a:lvl7pPr algn="l">
              <a:buNone/>
              <a:defRPr sz="1875" b="0">
                <a:solidFill>
                  <a:srgbClr val="4A6572"/>
                </a:solidFill>
                <a:latin typeface="Aptos"/>
                <a:ea typeface="Aptos"/>
                <a:cs typeface="Aptos"/>
              </a:defRPr>
            </a:lvl7pPr>
            <a:lvl8pPr algn="l">
              <a:buNone/>
              <a:defRPr sz="1875" b="0">
                <a:solidFill>
                  <a:srgbClr val="4A6572"/>
                </a:solidFill>
                <a:latin typeface="Aptos"/>
                <a:ea typeface="Aptos"/>
                <a:cs typeface="Aptos"/>
              </a:defRPr>
            </a:lvl8pPr>
            <a:lvl9pPr algn="l">
              <a:buNone/>
              <a:defRPr sz="1875" b="0">
                <a:solidFill>
                  <a:srgbClr val="4A6572"/>
                </a:solidFill>
                <a:latin typeface="Aptos"/>
                <a:ea typeface="Aptos"/>
                <a:cs typeface="Aptos"/>
              </a:defRPr>
            </a:lvl9pPr>
          </a:lstStyle>
          <a:p xmlns:a="http://schemas.openxmlformats.org/drawingml/2006/main">
            <a:pPr algn="l">
              <a:buNone/>
              <a:defRPr sz="1875" b="0">
                <a:solidFill>
                  <a:srgbClr val="4A6572"/>
                </a:solidFill>
                <a:latin typeface="Aptos"/>
                <a:ea typeface="Aptos"/>
                <a:cs typeface="Aptos"/>
              </a:defRPr>
            </a:pPr>
            <a:r>
              <a:rPr sz="1875" b="0">
                <a:solidFill>
                  <a:srgbClr val="4A6572"/>
                </a:solidFill>
                <a:latin typeface="Aptos"/>
                <a:ea typeface="Aptos"/>
                <a:cs typeface="Aptos"/>
              </a:rPr>
              <a:t>Meeting actions</a:t>
            </a:r>
          </a:p>
          <a:p xmlns:a="http://schemas.openxmlformats.org/drawingml/2006/main">
            <a:pPr algn="l">
              <a:buNone/>
              <a:defRPr sz="1875" b="0">
                <a:solidFill>
                  <a:srgbClr val="4A6572"/>
                </a:solidFill>
                <a:latin typeface="Aptos"/>
                <a:ea typeface="Aptos"/>
                <a:cs typeface="Aptos"/>
              </a:defRPr>
            </a:pPr>
            <a:r>
              <a:rPr sz="1875" b="0">
                <a:solidFill>
                  <a:srgbClr val="4A6572"/>
                </a:solidFill>
                <a:latin typeface="Aptos"/>
                <a:ea typeface="Aptos"/>
                <a:cs typeface="Aptos"/>
              </a:rPr>
              <a:t>Innovation bounties</a:t>
            </a:r>
          </a:p>
          <a:p xmlns:a="http://schemas.openxmlformats.org/drawingml/2006/main">
            <a:pPr algn="l">
              <a:buNone/>
              <a:defRPr sz="1875" b="0">
                <a:solidFill>
                  <a:srgbClr val="4A6572"/>
                </a:solidFill>
                <a:latin typeface="Aptos"/>
                <a:ea typeface="Aptos"/>
                <a:cs typeface="Aptos"/>
              </a:defRPr>
            </a:pPr>
            <a:r>
              <a:rPr sz="1875" b="0">
                <a:solidFill>
                  <a:srgbClr val="4A6572"/>
                </a:solidFill>
                <a:latin typeface="Aptos"/>
                <a:ea typeface="Aptos"/>
                <a:cs typeface="Aptos"/>
              </a:rPr>
              <a:t>Funding opportunities</a:t>
            </a:r>
          </a:p>
        </p:txBody>
      </p:sp>
      <p:sp>
        <p:nvSpPr>
          <p:cNvPr id="17" name="node-17">
            <a:extLst xmlns:a="http://schemas.openxmlformats.org/drawingml/2006/main">
              <a:ext uri="{FF2B5EF4-FFF2-40B4-BE49-F238E27FC236}">
                <a16:creationId xmlns:a16="http://schemas.microsoft.com/office/drawing/2014/main" id="{BB251451-BA4A-4657-B58A-009B6EFC7529}"/>
              </a:ext>
            </a:extLst>
          </p:cNvPr>
          <p:cNvSpPr>
            <a:spLocks xmlns:a="http://schemas.openxmlformats.org/drawingml/2006/main" noGrp="1"/>
          </p:cNvSpPr>
          <p:nvPr/>
        </p:nvSpPr>
        <p:spPr>
          <a:xfrm xmlns:a="http://schemas.openxmlformats.org/drawingml/2006/main">
            <a:off x="5238750" y="3905250"/>
            <a:ext cx="9391650" cy="1695450"/>
          </a:xfrm>
          <a:prstGeom xmlns:a="http://schemas.openxmlformats.org/drawingml/2006/main" prst="rect">
            <a:avLst/>
          </a:prstGeom>
          <a:solidFill xmlns:a="http://schemas.openxmlformats.org/drawingml/2006/main">
            <a:srgbClr val="E7F1EE"/>
          </a:solidFill>
          <a:ln xmlns:a="http://schemas.openxmlformats.org/drawingml/2006/main" w="17145">
            <a:solidFill>
              <a:srgbClr val="157D80"/>
            </a:solidFill>
            <a:prstDash val="solid"/>
          </a:ln>
        </p:spPr>
      </p:sp>
      <p:sp>
        <p:nvSpPr>
          <p:cNvPr id="18" name="text-18">
            <a:extLst xmlns:a="http://schemas.openxmlformats.org/drawingml/2006/main">
              <a:ext uri="{FF2B5EF4-FFF2-40B4-BE49-F238E27FC236}">
                <a16:creationId xmlns:a16="http://schemas.microsoft.com/office/drawing/2014/main" id="{1337BF75-D48D-4FE9-9D9A-183EF3545EE5}"/>
              </a:ext>
            </a:extLst>
          </p:cNvPr>
          <p:cNvSpPr>
            <a:spLocks xmlns:a="http://schemas.openxmlformats.org/drawingml/2006/main" noGrp="1"/>
          </p:cNvSpPr>
          <p:nvPr/>
        </p:nvSpPr>
        <p:spPr>
          <a:xfrm xmlns:a="http://schemas.openxmlformats.org/drawingml/2006/main">
            <a:off x="5429250" y="4067175"/>
            <a:ext cx="9010650" cy="43319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1">
                <a:solidFill>
                  <a:srgbClr val="157D80"/>
                </a:solidFill>
                <a:latin typeface="Aptos"/>
                <a:ea typeface="Aptos"/>
                <a:cs typeface="Aptos"/>
              </a:defRPr>
            </a:defPPr>
            <a:lvl1pPr algn="l">
              <a:buNone/>
              <a:defRPr sz="2550" b="1">
                <a:solidFill>
                  <a:srgbClr val="157D80"/>
                </a:solidFill>
                <a:latin typeface="Aptos"/>
                <a:ea typeface="Aptos"/>
                <a:cs typeface="Aptos"/>
              </a:defRPr>
            </a:lvl1pPr>
            <a:lvl2pPr algn="l">
              <a:buNone/>
              <a:defRPr sz="2550" b="1">
                <a:solidFill>
                  <a:srgbClr val="157D80"/>
                </a:solidFill>
                <a:latin typeface="Aptos"/>
                <a:ea typeface="Aptos"/>
                <a:cs typeface="Aptos"/>
              </a:defRPr>
            </a:lvl2pPr>
            <a:lvl3pPr algn="l">
              <a:buNone/>
              <a:defRPr sz="2550" b="1">
                <a:solidFill>
                  <a:srgbClr val="157D80"/>
                </a:solidFill>
                <a:latin typeface="Aptos"/>
                <a:ea typeface="Aptos"/>
                <a:cs typeface="Aptos"/>
              </a:defRPr>
            </a:lvl3pPr>
            <a:lvl4pPr algn="l">
              <a:buNone/>
              <a:defRPr sz="2550" b="1">
                <a:solidFill>
                  <a:srgbClr val="157D80"/>
                </a:solidFill>
                <a:latin typeface="Aptos"/>
                <a:ea typeface="Aptos"/>
                <a:cs typeface="Aptos"/>
              </a:defRPr>
            </a:lvl4pPr>
            <a:lvl5pPr algn="l">
              <a:buNone/>
              <a:defRPr sz="2550" b="1">
                <a:solidFill>
                  <a:srgbClr val="157D80"/>
                </a:solidFill>
                <a:latin typeface="Aptos"/>
                <a:ea typeface="Aptos"/>
                <a:cs typeface="Aptos"/>
              </a:defRPr>
            </a:lvl5pPr>
            <a:lvl6pPr algn="l">
              <a:buNone/>
              <a:defRPr sz="2550" b="1">
                <a:solidFill>
                  <a:srgbClr val="157D80"/>
                </a:solidFill>
                <a:latin typeface="Aptos"/>
                <a:ea typeface="Aptos"/>
                <a:cs typeface="Aptos"/>
              </a:defRPr>
            </a:lvl6pPr>
            <a:lvl7pPr algn="l">
              <a:buNone/>
              <a:defRPr sz="2550" b="1">
                <a:solidFill>
                  <a:srgbClr val="157D80"/>
                </a:solidFill>
                <a:latin typeface="Aptos"/>
                <a:ea typeface="Aptos"/>
                <a:cs typeface="Aptos"/>
              </a:defRPr>
            </a:lvl7pPr>
            <a:lvl8pPr algn="l">
              <a:buNone/>
              <a:defRPr sz="2550" b="1">
                <a:solidFill>
                  <a:srgbClr val="157D80"/>
                </a:solidFill>
                <a:latin typeface="Aptos"/>
                <a:ea typeface="Aptos"/>
                <a:cs typeface="Aptos"/>
              </a:defRPr>
            </a:lvl8pPr>
            <a:lvl9pPr algn="l">
              <a:buNone/>
              <a:defRPr sz="2550" b="1">
                <a:solidFill>
                  <a:srgbClr val="157D80"/>
                </a:solidFill>
                <a:latin typeface="Aptos"/>
                <a:ea typeface="Aptos"/>
                <a:cs typeface="Aptos"/>
              </a:defRPr>
            </a:lvl9pPr>
          </a:lstStyle>
          <a:p xmlns:a="http://schemas.openxmlformats.org/drawingml/2006/main">
            <a:pPr algn="l">
              <a:buNone/>
              <a:defRPr sz="2550" b="1">
                <a:solidFill>
                  <a:srgbClr val="157D80"/>
                </a:solidFill>
                <a:latin typeface="Aptos"/>
                <a:ea typeface="Aptos"/>
                <a:cs typeface="Aptos"/>
              </a:defRPr>
            </a:pPr>
            <a:r>
              <a:rPr sz="2550" b="1">
                <a:solidFill>
                  <a:srgbClr val="157D80"/>
                </a:solidFill>
                <a:latin typeface="Aptos"/>
                <a:ea typeface="Aptos"/>
                <a:cs typeface="Aptos"/>
              </a:rPr>
              <a:t>Paperclip</a:t>
            </a:r>
          </a:p>
        </p:txBody>
      </p:sp>
      <p:sp>
        <p:nvSpPr>
          <p:cNvPr id="19" name="text-19">
            <a:extLst xmlns:a="http://schemas.openxmlformats.org/drawingml/2006/main">
              <a:ext uri="{FF2B5EF4-FFF2-40B4-BE49-F238E27FC236}">
                <a16:creationId xmlns:a16="http://schemas.microsoft.com/office/drawing/2014/main" id="{619CB2F8-B380-4583-AA37-924F9EA26148}"/>
              </a:ext>
            </a:extLst>
          </p:cNvPr>
          <p:cNvSpPr>
            <a:spLocks xmlns:a="http://schemas.openxmlformats.org/drawingml/2006/main" noGrp="1"/>
          </p:cNvSpPr>
          <p:nvPr/>
        </p:nvSpPr>
        <p:spPr>
          <a:xfrm xmlns:a="http://schemas.openxmlformats.org/drawingml/2006/main">
            <a:off x="5429250" y="4509897"/>
            <a:ext cx="9010650" cy="68884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0">
                <a:solidFill>
                  <a:srgbClr val="4A6572"/>
                </a:solidFill>
                <a:latin typeface="Aptos"/>
                <a:ea typeface="Aptos"/>
                <a:cs typeface="Aptos"/>
              </a:defRPr>
            </a:defPPr>
            <a:lvl1pPr algn="l">
              <a:buNone/>
              <a:defRPr sz="2100" b="0">
                <a:solidFill>
                  <a:srgbClr val="4A6572"/>
                </a:solidFill>
                <a:latin typeface="Aptos"/>
                <a:ea typeface="Aptos"/>
                <a:cs typeface="Aptos"/>
              </a:defRPr>
            </a:lvl1pPr>
            <a:lvl2pPr algn="l">
              <a:buNone/>
              <a:defRPr sz="2100" b="0">
                <a:solidFill>
                  <a:srgbClr val="4A6572"/>
                </a:solidFill>
                <a:latin typeface="Aptos"/>
                <a:ea typeface="Aptos"/>
                <a:cs typeface="Aptos"/>
              </a:defRPr>
            </a:lvl2pPr>
            <a:lvl3pPr algn="l">
              <a:buNone/>
              <a:defRPr sz="2100" b="0">
                <a:solidFill>
                  <a:srgbClr val="4A6572"/>
                </a:solidFill>
                <a:latin typeface="Aptos"/>
                <a:ea typeface="Aptos"/>
                <a:cs typeface="Aptos"/>
              </a:defRPr>
            </a:lvl3pPr>
            <a:lvl4pPr algn="l">
              <a:buNone/>
              <a:defRPr sz="2100" b="0">
                <a:solidFill>
                  <a:srgbClr val="4A6572"/>
                </a:solidFill>
                <a:latin typeface="Aptos"/>
                <a:ea typeface="Aptos"/>
                <a:cs typeface="Aptos"/>
              </a:defRPr>
            </a:lvl4pPr>
            <a:lvl5pPr algn="l">
              <a:buNone/>
              <a:defRPr sz="2100" b="0">
                <a:solidFill>
                  <a:srgbClr val="4A6572"/>
                </a:solidFill>
                <a:latin typeface="Aptos"/>
                <a:ea typeface="Aptos"/>
                <a:cs typeface="Aptos"/>
              </a:defRPr>
            </a:lvl5pPr>
            <a:lvl6pPr algn="l">
              <a:buNone/>
              <a:defRPr sz="2100" b="0">
                <a:solidFill>
                  <a:srgbClr val="4A6572"/>
                </a:solidFill>
                <a:latin typeface="Aptos"/>
                <a:ea typeface="Aptos"/>
                <a:cs typeface="Aptos"/>
              </a:defRPr>
            </a:lvl6pPr>
            <a:lvl7pPr algn="l">
              <a:buNone/>
              <a:defRPr sz="2100" b="0">
                <a:solidFill>
                  <a:srgbClr val="4A6572"/>
                </a:solidFill>
                <a:latin typeface="Aptos"/>
                <a:ea typeface="Aptos"/>
                <a:cs typeface="Aptos"/>
              </a:defRPr>
            </a:lvl7pPr>
            <a:lvl8pPr algn="l">
              <a:buNone/>
              <a:defRPr sz="2100" b="0">
                <a:solidFill>
                  <a:srgbClr val="4A6572"/>
                </a:solidFill>
                <a:latin typeface="Aptos"/>
                <a:ea typeface="Aptos"/>
                <a:cs typeface="Aptos"/>
              </a:defRPr>
            </a:lvl8pPr>
            <a:lvl9pPr algn="l">
              <a:buNone/>
              <a:defRPr sz="2100" b="0">
                <a:solidFill>
                  <a:srgbClr val="4A6572"/>
                </a:solidFill>
                <a:latin typeface="Aptos"/>
                <a:ea typeface="Aptos"/>
                <a:cs typeface="Aptos"/>
              </a:defRPr>
            </a:lvl9pPr>
          </a:lstStyle>
          <a:p xmlns:a="http://schemas.openxmlformats.org/drawingml/2006/main">
            <a:pPr algn="l">
              <a:buNone/>
              <a:defRPr sz="2100" b="0">
                <a:solidFill>
                  <a:srgbClr val="4A6572"/>
                </a:solidFill>
                <a:latin typeface="Aptos"/>
                <a:ea typeface="Aptos"/>
                <a:cs typeface="Aptos"/>
              </a:defRPr>
            </a:pPr>
            <a:r>
              <a:rPr sz="2100" b="0">
                <a:solidFill>
                  <a:srgbClr val="4A6572"/>
                </a:solidFill>
                <a:latin typeface="Aptos"/>
                <a:ea typeface="Aptos"/>
                <a:cs typeface="Aptos"/>
              </a:rPr>
              <a:t>Tasks and agent hierarchy</a:t>
            </a:r>
          </a:p>
          <a:p xmlns:a="http://schemas.openxmlformats.org/drawingml/2006/main">
            <a:pPr algn="l">
              <a:buNone/>
              <a:defRPr sz="2100" b="0">
                <a:solidFill>
                  <a:srgbClr val="4A6572"/>
                </a:solidFill>
                <a:latin typeface="Aptos"/>
                <a:ea typeface="Aptos"/>
                <a:cs typeface="Aptos"/>
              </a:defRPr>
            </a:pPr>
            <a:r>
              <a:rPr sz="2100" b="0">
                <a:solidFill>
                  <a:srgbClr val="4A6572"/>
                </a:solidFill>
                <a:latin typeface="Aptos"/>
                <a:ea typeface="Aptos"/>
                <a:cs typeface="Aptos"/>
              </a:rPr>
              <a:t>Delegation, reviews, hiring and budgets</a:t>
            </a:r>
          </a:p>
        </p:txBody>
      </p:sp>
      <p:sp>
        <p:nvSpPr>
          <p:cNvPr id="20" name="node-20">
            <a:extLst xmlns:a="http://schemas.openxmlformats.org/drawingml/2006/main">
              <a:ext uri="{FF2B5EF4-FFF2-40B4-BE49-F238E27FC236}">
                <a16:creationId xmlns:a16="http://schemas.microsoft.com/office/drawing/2014/main" id="{BF4E97B9-F442-4238-8217-E764BF994DEC}"/>
              </a:ext>
            </a:extLst>
          </p:cNvPr>
          <p:cNvSpPr>
            <a:spLocks xmlns:a="http://schemas.openxmlformats.org/drawingml/2006/main" noGrp="1"/>
          </p:cNvSpPr>
          <p:nvPr/>
        </p:nvSpPr>
        <p:spPr>
          <a:xfrm xmlns:a="http://schemas.openxmlformats.org/drawingml/2006/main">
            <a:off x="609600" y="6715125"/>
            <a:ext cx="4000500" cy="1000125"/>
          </a:xfrm>
          <a:prstGeom xmlns:a="http://schemas.openxmlformats.org/drawingml/2006/main" prst="rect">
            <a:avLst/>
          </a:prstGeom>
          <a:solidFill xmlns:a="http://schemas.openxmlformats.org/drawingml/2006/main">
            <a:srgbClr val="FFFFFF"/>
          </a:solidFill>
          <a:ln xmlns:a="http://schemas.openxmlformats.org/drawingml/2006/main" w="17145">
            <a:solidFill>
              <a:srgbClr val="B8CACC"/>
            </a:solidFill>
            <a:prstDash val="solid"/>
          </a:ln>
        </p:spPr>
      </p:sp>
      <p:sp>
        <p:nvSpPr>
          <p:cNvPr id="21" name="text-21">
            <a:extLst xmlns:a="http://schemas.openxmlformats.org/drawingml/2006/main">
              <a:ext uri="{FF2B5EF4-FFF2-40B4-BE49-F238E27FC236}">
                <a16:creationId xmlns:a16="http://schemas.microsoft.com/office/drawing/2014/main" id="{8078C0DE-5775-4C9C-A245-EFAEB50BA0B7}"/>
              </a:ext>
            </a:extLst>
          </p:cNvPr>
          <p:cNvSpPr>
            <a:spLocks xmlns:a="http://schemas.openxmlformats.org/drawingml/2006/main" noGrp="1"/>
          </p:cNvSpPr>
          <p:nvPr/>
        </p:nvSpPr>
        <p:spPr>
          <a:xfrm xmlns:a="http://schemas.openxmlformats.org/drawingml/2006/main">
            <a:off x="800100" y="6877050"/>
            <a:ext cx="3619500" cy="3867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132E38"/>
                </a:solidFill>
                <a:latin typeface="Aptos"/>
                <a:ea typeface="Aptos"/>
                <a:cs typeface="Aptos"/>
              </a:defRPr>
            </a:defPPr>
            <a:lvl1pPr algn="l">
              <a:buNone/>
              <a:defRPr sz="2250" b="1">
                <a:solidFill>
                  <a:srgbClr val="132E38"/>
                </a:solidFill>
                <a:latin typeface="Aptos"/>
                <a:ea typeface="Aptos"/>
                <a:cs typeface="Aptos"/>
              </a:defRPr>
            </a:lvl1pPr>
            <a:lvl2pPr algn="l">
              <a:buNone/>
              <a:defRPr sz="2250" b="1">
                <a:solidFill>
                  <a:srgbClr val="132E38"/>
                </a:solidFill>
                <a:latin typeface="Aptos"/>
                <a:ea typeface="Aptos"/>
                <a:cs typeface="Aptos"/>
              </a:defRPr>
            </a:lvl2pPr>
            <a:lvl3pPr algn="l">
              <a:buNone/>
              <a:defRPr sz="2250" b="1">
                <a:solidFill>
                  <a:srgbClr val="132E38"/>
                </a:solidFill>
                <a:latin typeface="Aptos"/>
                <a:ea typeface="Aptos"/>
                <a:cs typeface="Aptos"/>
              </a:defRPr>
            </a:lvl3pPr>
            <a:lvl4pPr algn="l">
              <a:buNone/>
              <a:defRPr sz="2250" b="1">
                <a:solidFill>
                  <a:srgbClr val="132E38"/>
                </a:solidFill>
                <a:latin typeface="Aptos"/>
                <a:ea typeface="Aptos"/>
                <a:cs typeface="Aptos"/>
              </a:defRPr>
            </a:lvl4pPr>
            <a:lvl5pPr algn="l">
              <a:buNone/>
              <a:defRPr sz="2250" b="1">
                <a:solidFill>
                  <a:srgbClr val="132E38"/>
                </a:solidFill>
                <a:latin typeface="Aptos"/>
                <a:ea typeface="Aptos"/>
                <a:cs typeface="Aptos"/>
              </a:defRPr>
            </a:lvl5pPr>
            <a:lvl6pPr algn="l">
              <a:buNone/>
              <a:defRPr sz="2250" b="1">
                <a:solidFill>
                  <a:srgbClr val="132E38"/>
                </a:solidFill>
                <a:latin typeface="Aptos"/>
                <a:ea typeface="Aptos"/>
                <a:cs typeface="Aptos"/>
              </a:defRPr>
            </a:lvl6pPr>
            <a:lvl7pPr algn="l">
              <a:buNone/>
              <a:defRPr sz="2250" b="1">
                <a:solidFill>
                  <a:srgbClr val="132E38"/>
                </a:solidFill>
                <a:latin typeface="Aptos"/>
                <a:ea typeface="Aptos"/>
                <a:cs typeface="Aptos"/>
              </a:defRPr>
            </a:lvl7pPr>
            <a:lvl8pPr algn="l">
              <a:buNone/>
              <a:defRPr sz="2250" b="1">
                <a:solidFill>
                  <a:srgbClr val="132E38"/>
                </a:solidFill>
                <a:latin typeface="Aptos"/>
                <a:ea typeface="Aptos"/>
                <a:cs typeface="Aptos"/>
              </a:defRPr>
            </a:lvl8pPr>
            <a:lvl9pPr algn="l">
              <a:buNone/>
              <a:defRPr sz="2250" b="1">
                <a:solidFill>
                  <a:srgbClr val="132E38"/>
                </a:solidFill>
                <a:latin typeface="Aptos"/>
                <a:ea typeface="Aptos"/>
                <a:cs typeface="Aptos"/>
              </a:defRPr>
            </a:lvl9pPr>
          </a:lstStyle>
          <a:p xmlns:a="http://schemas.openxmlformats.org/drawingml/2006/main">
            <a:pPr algn="l">
              <a:buNone/>
              <a:defRPr sz="2250" b="1">
                <a:solidFill>
                  <a:srgbClr val="132E38"/>
                </a:solidFill>
                <a:latin typeface="Aptos"/>
                <a:ea typeface="Aptos"/>
                <a:cs typeface="Aptos"/>
              </a:defRPr>
            </a:pPr>
            <a:r>
              <a:rPr sz="2250" b="1">
                <a:solidFill>
                  <a:srgbClr val="132E38"/>
                </a:solidFill>
                <a:latin typeface="Aptos"/>
                <a:ea typeface="Aptos"/>
                <a:cs typeface="Aptos"/>
              </a:rPr>
              <a:t>Authorized agents</a:t>
            </a:r>
          </a:p>
        </p:txBody>
      </p:sp>
      <p:sp>
        <p:nvSpPr>
          <p:cNvPr id="22" name="text-22">
            <a:extLst xmlns:a="http://schemas.openxmlformats.org/drawingml/2006/main">
              <a:ext uri="{FF2B5EF4-FFF2-40B4-BE49-F238E27FC236}">
                <a16:creationId xmlns:a16="http://schemas.microsoft.com/office/drawing/2014/main" id="{05E3610C-1CD5-4363-9CD9-5257C21E5BDB}"/>
              </a:ext>
            </a:extLst>
          </p:cNvPr>
          <p:cNvSpPr>
            <a:spLocks xmlns:a="http://schemas.openxmlformats.org/drawingml/2006/main" noGrp="1"/>
          </p:cNvSpPr>
          <p:nvPr/>
        </p:nvSpPr>
        <p:spPr>
          <a:xfrm xmlns:a="http://schemas.openxmlformats.org/drawingml/2006/main">
            <a:off x="800100" y="7273290"/>
            <a:ext cx="3619500" cy="34023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4A6572"/>
                </a:solidFill>
                <a:latin typeface="Aptos"/>
                <a:ea typeface="Aptos"/>
                <a:cs typeface="Aptos"/>
              </a:defRPr>
            </a:defPPr>
            <a:lvl1pPr algn="l">
              <a:buNone/>
              <a:defRPr sz="1950" b="0">
                <a:solidFill>
                  <a:srgbClr val="4A6572"/>
                </a:solidFill>
                <a:latin typeface="Aptos"/>
                <a:ea typeface="Aptos"/>
                <a:cs typeface="Aptos"/>
              </a:defRPr>
            </a:lvl1pPr>
            <a:lvl2pPr algn="l">
              <a:buNone/>
              <a:defRPr sz="1950" b="0">
                <a:solidFill>
                  <a:srgbClr val="4A6572"/>
                </a:solidFill>
                <a:latin typeface="Aptos"/>
                <a:ea typeface="Aptos"/>
                <a:cs typeface="Aptos"/>
              </a:defRPr>
            </a:lvl2pPr>
            <a:lvl3pPr algn="l">
              <a:buNone/>
              <a:defRPr sz="1950" b="0">
                <a:solidFill>
                  <a:srgbClr val="4A6572"/>
                </a:solidFill>
                <a:latin typeface="Aptos"/>
                <a:ea typeface="Aptos"/>
                <a:cs typeface="Aptos"/>
              </a:defRPr>
            </a:lvl3pPr>
            <a:lvl4pPr algn="l">
              <a:buNone/>
              <a:defRPr sz="1950" b="0">
                <a:solidFill>
                  <a:srgbClr val="4A6572"/>
                </a:solidFill>
                <a:latin typeface="Aptos"/>
                <a:ea typeface="Aptos"/>
                <a:cs typeface="Aptos"/>
              </a:defRPr>
            </a:lvl4pPr>
            <a:lvl5pPr algn="l">
              <a:buNone/>
              <a:defRPr sz="1950" b="0">
                <a:solidFill>
                  <a:srgbClr val="4A6572"/>
                </a:solidFill>
                <a:latin typeface="Aptos"/>
                <a:ea typeface="Aptos"/>
                <a:cs typeface="Aptos"/>
              </a:defRPr>
            </a:lvl5pPr>
            <a:lvl6pPr algn="l">
              <a:buNone/>
              <a:defRPr sz="1950" b="0">
                <a:solidFill>
                  <a:srgbClr val="4A6572"/>
                </a:solidFill>
                <a:latin typeface="Aptos"/>
                <a:ea typeface="Aptos"/>
                <a:cs typeface="Aptos"/>
              </a:defRPr>
            </a:lvl6pPr>
            <a:lvl7pPr algn="l">
              <a:buNone/>
              <a:defRPr sz="1950" b="0">
                <a:solidFill>
                  <a:srgbClr val="4A6572"/>
                </a:solidFill>
                <a:latin typeface="Aptos"/>
                <a:ea typeface="Aptos"/>
                <a:cs typeface="Aptos"/>
              </a:defRPr>
            </a:lvl7pPr>
            <a:lvl8pPr algn="l">
              <a:buNone/>
              <a:defRPr sz="1950" b="0">
                <a:solidFill>
                  <a:srgbClr val="4A6572"/>
                </a:solidFill>
                <a:latin typeface="Aptos"/>
                <a:ea typeface="Aptos"/>
                <a:cs typeface="Aptos"/>
              </a:defRPr>
            </a:lvl8pPr>
            <a:lvl9pPr algn="l">
              <a:buNone/>
              <a:defRPr sz="1950" b="0">
                <a:solidFill>
                  <a:srgbClr val="4A6572"/>
                </a:solidFill>
                <a:latin typeface="Aptos"/>
                <a:ea typeface="Aptos"/>
                <a:cs typeface="Aptos"/>
              </a:defRPr>
            </a:lvl9pPr>
          </a:lstStyle>
          <a:p xmlns:a="http://schemas.openxmlformats.org/drawingml/2006/main">
            <a:pPr algn="l">
              <a:buNone/>
              <a:defRPr sz="1950" b="0">
                <a:solidFill>
                  <a:srgbClr val="4A6572"/>
                </a:solidFill>
                <a:latin typeface="Aptos"/>
                <a:ea typeface="Aptos"/>
                <a:cs typeface="Aptos"/>
              </a:defRPr>
            </a:pPr>
            <a:r>
              <a:rPr sz="1950" b="0">
                <a:solidFill>
                  <a:srgbClr val="4A6572"/>
                </a:solidFill>
                <a:latin typeface="Aptos"/>
                <a:ea typeface="Aptos"/>
                <a:cs typeface="Aptos"/>
              </a:rPr>
              <a:t>Providers and scoped roles</a:t>
            </a:r>
          </a:p>
        </p:txBody>
      </p:sp>
      <p:sp>
        <p:nvSpPr>
          <p:cNvPr id="23" name="node-23">
            <a:extLst xmlns:a="http://schemas.openxmlformats.org/drawingml/2006/main">
              <a:ext uri="{FF2B5EF4-FFF2-40B4-BE49-F238E27FC236}">
                <a16:creationId xmlns:a16="http://schemas.microsoft.com/office/drawing/2014/main" id="{A6F0AA33-B7EB-4E10-A07A-24C84ADA2032}"/>
              </a:ext>
            </a:extLst>
          </p:cNvPr>
          <p:cNvSpPr>
            <a:spLocks xmlns:a="http://schemas.openxmlformats.org/drawingml/2006/main" noGrp="1"/>
          </p:cNvSpPr>
          <p:nvPr/>
        </p:nvSpPr>
        <p:spPr>
          <a:xfrm xmlns:a="http://schemas.openxmlformats.org/drawingml/2006/main">
            <a:off x="6477000" y="6715125"/>
            <a:ext cx="3524250" cy="1000125"/>
          </a:xfrm>
          <a:prstGeom xmlns:a="http://schemas.openxmlformats.org/drawingml/2006/main" prst="rect">
            <a:avLst/>
          </a:prstGeom>
          <a:solidFill xmlns:a="http://schemas.openxmlformats.org/drawingml/2006/main">
            <a:srgbClr val="FFFFFF"/>
          </a:solidFill>
          <a:ln xmlns:a="http://schemas.openxmlformats.org/drawingml/2006/main" w="17145">
            <a:solidFill>
              <a:srgbClr val="B8CACC"/>
            </a:solidFill>
            <a:prstDash val="solid"/>
          </a:ln>
        </p:spPr>
      </p:sp>
      <p:sp>
        <p:nvSpPr>
          <p:cNvPr id="24" name="text-24">
            <a:extLst xmlns:a="http://schemas.openxmlformats.org/drawingml/2006/main">
              <a:ext uri="{FF2B5EF4-FFF2-40B4-BE49-F238E27FC236}">
                <a16:creationId xmlns:a16="http://schemas.microsoft.com/office/drawing/2014/main" id="{27658274-C5C2-4410-A8EB-6C16CC265416}"/>
              </a:ext>
            </a:extLst>
          </p:cNvPr>
          <p:cNvSpPr>
            <a:spLocks xmlns:a="http://schemas.openxmlformats.org/drawingml/2006/main" noGrp="1"/>
          </p:cNvSpPr>
          <p:nvPr/>
        </p:nvSpPr>
        <p:spPr>
          <a:xfrm xmlns:a="http://schemas.openxmlformats.org/drawingml/2006/main">
            <a:off x="6667500" y="6877050"/>
            <a:ext cx="3143250" cy="3867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132E38"/>
                </a:solidFill>
                <a:latin typeface="Aptos"/>
                <a:ea typeface="Aptos"/>
                <a:cs typeface="Aptos"/>
              </a:defRPr>
            </a:defPPr>
            <a:lvl1pPr algn="l">
              <a:buNone/>
              <a:defRPr sz="2250" b="1">
                <a:solidFill>
                  <a:srgbClr val="132E38"/>
                </a:solidFill>
                <a:latin typeface="Aptos"/>
                <a:ea typeface="Aptos"/>
                <a:cs typeface="Aptos"/>
              </a:defRPr>
            </a:lvl1pPr>
            <a:lvl2pPr algn="l">
              <a:buNone/>
              <a:defRPr sz="2250" b="1">
                <a:solidFill>
                  <a:srgbClr val="132E38"/>
                </a:solidFill>
                <a:latin typeface="Aptos"/>
                <a:ea typeface="Aptos"/>
                <a:cs typeface="Aptos"/>
              </a:defRPr>
            </a:lvl2pPr>
            <a:lvl3pPr algn="l">
              <a:buNone/>
              <a:defRPr sz="2250" b="1">
                <a:solidFill>
                  <a:srgbClr val="132E38"/>
                </a:solidFill>
                <a:latin typeface="Aptos"/>
                <a:ea typeface="Aptos"/>
                <a:cs typeface="Aptos"/>
              </a:defRPr>
            </a:lvl3pPr>
            <a:lvl4pPr algn="l">
              <a:buNone/>
              <a:defRPr sz="2250" b="1">
                <a:solidFill>
                  <a:srgbClr val="132E38"/>
                </a:solidFill>
                <a:latin typeface="Aptos"/>
                <a:ea typeface="Aptos"/>
                <a:cs typeface="Aptos"/>
              </a:defRPr>
            </a:lvl4pPr>
            <a:lvl5pPr algn="l">
              <a:buNone/>
              <a:defRPr sz="2250" b="1">
                <a:solidFill>
                  <a:srgbClr val="132E38"/>
                </a:solidFill>
                <a:latin typeface="Aptos"/>
                <a:ea typeface="Aptos"/>
                <a:cs typeface="Aptos"/>
              </a:defRPr>
            </a:lvl5pPr>
            <a:lvl6pPr algn="l">
              <a:buNone/>
              <a:defRPr sz="2250" b="1">
                <a:solidFill>
                  <a:srgbClr val="132E38"/>
                </a:solidFill>
                <a:latin typeface="Aptos"/>
                <a:ea typeface="Aptos"/>
                <a:cs typeface="Aptos"/>
              </a:defRPr>
            </a:lvl6pPr>
            <a:lvl7pPr algn="l">
              <a:buNone/>
              <a:defRPr sz="2250" b="1">
                <a:solidFill>
                  <a:srgbClr val="132E38"/>
                </a:solidFill>
                <a:latin typeface="Aptos"/>
                <a:ea typeface="Aptos"/>
                <a:cs typeface="Aptos"/>
              </a:defRPr>
            </a:lvl7pPr>
            <a:lvl8pPr algn="l">
              <a:buNone/>
              <a:defRPr sz="2250" b="1">
                <a:solidFill>
                  <a:srgbClr val="132E38"/>
                </a:solidFill>
                <a:latin typeface="Aptos"/>
                <a:ea typeface="Aptos"/>
                <a:cs typeface="Aptos"/>
              </a:defRPr>
            </a:lvl8pPr>
            <a:lvl9pPr algn="l">
              <a:buNone/>
              <a:defRPr sz="2250" b="1">
                <a:solidFill>
                  <a:srgbClr val="132E38"/>
                </a:solidFill>
                <a:latin typeface="Aptos"/>
                <a:ea typeface="Aptos"/>
                <a:cs typeface="Aptos"/>
              </a:defRPr>
            </a:lvl9pPr>
          </a:lstStyle>
          <a:p xmlns:a="http://schemas.openxmlformats.org/drawingml/2006/main">
            <a:pPr algn="l">
              <a:buNone/>
              <a:defRPr sz="2250" b="1">
                <a:solidFill>
                  <a:srgbClr val="132E38"/>
                </a:solidFill>
                <a:latin typeface="Aptos"/>
                <a:ea typeface="Aptos"/>
                <a:cs typeface="Aptos"/>
              </a:defRPr>
            </a:pPr>
            <a:r>
              <a:rPr sz="2250" b="1">
                <a:solidFill>
                  <a:srgbClr val="132E38"/>
                </a:solidFill>
                <a:latin typeface="Aptos"/>
                <a:ea typeface="Aptos"/>
                <a:cs typeface="Aptos"/>
              </a:rPr>
              <a:t>Inertia adapters</a:t>
            </a:r>
          </a:p>
        </p:txBody>
      </p:sp>
      <p:sp>
        <p:nvSpPr>
          <p:cNvPr id="25" name="text-25">
            <a:extLst xmlns:a="http://schemas.openxmlformats.org/drawingml/2006/main">
              <a:ext uri="{FF2B5EF4-FFF2-40B4-BE49-F238E27FC236}">
                <a16:creationId xmlns:a16="http://schemas.microsoft.com/office/drawing/2014/main" id="{262CCD23-6037-45FE-83A7-0087132737D1}"/>
              </a:ext>
            </a:extLst>
          </p:cNvPr>
          <p:cNvSpPr>
            <a:spLocks xmlns:a="http://schemas.openxmlformats.org/drawingml/2006/main" noGrp="1"/>
          </p:cNvSpPr>
          <p:nvPr/>
        </p:nvSpPr>
        <p:spPr>
          <a:xfrm xmlns:a="http://schemas.openxmlformats.org/drawingml/2006/main">
            <a:off x="6667500" y="7273290"/>
            <a:ext cx="3143250" cy="34023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4A6572"/>
                </a:solidFill>
                <a:latin typeface="Aptos"/>
                <a:ea typeface="Aptos"/>
                <a:cs typeface="Aptos"/>
              </a:defRPr>
            </a:defPPr>
            <a:lvl1pPr algn="l">
              <a:buNone/>
              <a:defRPr sz="1950" b="0">
                <a:solidFill>
                  <a:srgbClr val="4A6572"/>
                </a:solidFill>
                <a:latin typeface="Aptos"/>
                <a:ea typeface="Aptos"/>
                <a:cs typeface="Aptos"/>
              </a:defRPr>
            </a:lvl1pPr>
            <a:lvl2pPr algn="l">
              <a:buNone/>
              <a:defRPr sz="1950" b="0">
                <a:solidFill>
                  <a:srgbClr val="4A6572"/>
                </a:solidFill>
                <a:latin typeface="Aptos"/>
                <a:ea typeface="Aptos"/>
                <a:cs typeface="Aptos"/>
              </a:defRPr>
            </a:lvl2pPr>
            <a:lvl3pPr algn="l">
              <a:buNone/>
              <a:defRPr sz="1950" b="0">
                <a:solidFill>
                  <a:srgbClr val="4A6572"/>
                </a:solidFill>
                <a:latin typeface="Aptos"/>
                <a:ea typeface="Aptos"/>
                <a:cs typeface="Aptos"/>
              </a:defRPr>
            </a:lvl3pPr>
            <a:lvl4pPr algn="l">
              <a:buNone/>
              <a:defRPr sz="1950" b="0">
                <a:solidFill>
                  <a:srgbClr val="4A6572"/>
                </a:solidFill>
                <a:latin typeface="Aptos"/>
                <a:ea typeface="Aptos"/>
                <a:cs typeface="Aptos"/>
              </a:defRPr>
            </a:lvl4pPr>
            <a:lvl5pPr algn="l">
              <a:buNone/>
              <a:defRPr sz="1950" b="0">
                <a:solidFill>
                  <a:srgbClr val="4A6572"/>
                </a:solidFill>
                <a:latin typeface="Aptos"/>
                <a:ea typeface="Aptos"/>
                <a:cs typeface="Aptos"/>
              </a:defRPr>
            </a:lvl5pPr>
            <a:lvl6pPr algn="l">
              <a:buNone/>
              <a:defRPr sz="1950" b="0">
                <a:solidFill>
                  <a:srgbClr val="4A6572"/>
                </a:solidFill>
                <a:latin typeface="Aptos"/>
                <a:ea typeface="Aptos"/>
                <a:cs typeface="Aptos"/>
              </a:defRPr>
            </a:lvl6pPr>
            <a:lvl7pPr algn="l">
              <a:buNone/>
              <a:defRPr sz="1950" b="0">
                <a:solidFill>
                  <a:srgbClr val="4A6572"/>
                </a:solidFill>
                <a:latin typeface="Aptos"/>
                <a:ea typeface="Aptos"/>
                <a:cs typeface="Aptos"/>
              </a:defRPr>
            </a:lvl7pPr>
            <a:lvl8pPr algn="l">
              <a:buNone/>
              <a:defRPr sz="1950" b="0">
                <a:solidFill>
                  <a:srgbClr val="4A6572"/>
                </a:solidFill>
                <a:latin typeface="Aptos"/>
                <a:ea typeface="Aptos"/>
                <a:cs typeface="Aptos"/>
              </a:defRPr>
            </a:lvl8pPr>
            <a:lvl9pPr algn="l">
              <a:buNone/>
              <a:defRPr sz="1950" b="0">
                <a:solidFill>
                  <a:srgbClr val="4A6572"/>
                </a:solidFill>
                <a:latin typeface="Aptos"/>
                <a:ea typeface="Aptos"/>
                <a:cs typeface="Aptos"/>
              </a:defRPr>
            </a:lvl9pPr>
          </a:lstStyle>
          <a:p xmlns:a="http://schemas.openxmlformats.org/drawingml/2006/main">
            <a:pPr algn="l">
              <a:buNone/>
              <a:defRPr sz="1950" b="0">
                <a:solidFill>
                  <a:srgbClr val="4A6572"/>
                </a:solidFill>
                <a:latin typeface="Aptos"/>
                <a:ea typeface="Aptos"/>
                <a:cs typeface="Aptos"/>
              </a:defRPr>
            </a:pPr>
            <a:r>
              <a:rPr sz="1950" b="0">
                <a:solidFill>
                  <a:srgbClr val="4A6572"/>
                </a:solidFill>
                <a:latin typeface="Aptos"/>
                <a:ea typeface="Aptos"/>
                <a:cs typeface="Aptos"/>
              </a:rPr>
              <a:t>Scoped SQL tools</a:t>
            </a:r>
          </a:p>
        </p:txBody>
      </p:sp>
      <p:sp>
        <p:nvSpPr>
          <p:cNvPr id="26" name="node-26">
            <a:extLst xmlns:a="http://schemas.openxmlformats.org/drawingml/2006/main">
              <a:ext uri="{FF2B5EF4-FFF2-40B4-BE49-F238E27FC236}">
                <a16:creationId xmlns:a16="http://schemas.microsoft.com/office/drawing/2014/main" id="{1C23E5E4-3A87-4441-8E93-3EA5234F59E5}"/>
              </a:ext>
            </a:extLst>
          </p:cNvPr>
          <p:cNvSpPr>
            <a:spLocks xmlns:a="http://schemas.openxmlformats.org/drawingml/2006/main" noGrp="1"/>
          </p:cNvSpPr>
          <p:nvPr/>
        </p:nvSpPr>
        <p:spPr>
          <a:xfrm xmlns:a="http://schemas.openxmlformats.org/drawingml/2006/main">
            <a:off x="11334750" y="6524625"/>
            <a:ext cx="3295650" cy="1381125"/>
          </a:xfrm>
          <a:prstGeom xmlns:a="http://schemas.openxmlformats.org/drawingml/2006/main" prst="rect">
            <a:avLst/>
          </a:prstGeom>
          <a:solidFill xmlns:a="http://schemas.openxmlformats.org/drawingml/2006/main">
            <a:srgbClr val="FFFFFF"/>
          </a:solidFill>
          <a:ln xmlns:a="http://schemas.openxmlformats.org/drawingml/2006/main" w="17145">
            <a:solidFill>
              <a:srgbClr val="B8CACC"/>
            </a:solidFill>
            <a:prstDash val="solid"/>
          </a:ln>
        </p:spPr>
      </p:sp>
      <p:sp>
        <p:nvSpPr>
          <p:cNvPr id="27" name="text-27">
            <a:extLst xmlns:a="http://schemas.openxmlformats.org/drawingml/2006/main">
              <a:ext uri="{FF2B5EF4-FFF2-40B4-BE49-F238E27FC236}">
                <a16:creationId xmlns:a16="http://schemas.microsoft.com/office/drawing/2014/main" id="{21BAD4B0-7A98-47D5-9740-717FC4380448}"/>
              </a:ext>
            </a:extLst>
          </p:cNvPr>
          <p:cNvSpPr>
            <a:spLocks xmlns:a="http://schemas.openxmlformats.org/drawingml/2006/main" noGrp="1"/>
          </p:cNvSpPr>
          <p:nvPr/>
        </p:nvSpPr>
        <p:spPr>
          <a:xfrm xmlns:a="http://schemas.openxmlformats.org/drawingml/2006/main">
            <a:off x="11525250" y="6686550"/>
            <a:ext cx="2914650" cy="3867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132E38"/>
                </a:solidFill>
                <a:latin typeface="Aptos"/>
                <a:ea typeface="Aptos"/>
                <a:cs typeface="Aptos"/>
              </a:defRPr>
            </a:defPPr>
            <a:lvl1pPr algn="l">
              <a:buNone/>
              <a:defRPr sz="2250" b="1">
                <a:solidFill>
                  <a:srgbClr val="132E38"/>
                </a:solidFill>
                <a:latin typeface="Aptos"/>
                <a:ea typeface="Aptos"/>
                <a:cs typeface="Aptos"/>
              </a:defRPr>
            </a:lvl1pPr>
            <a:lvl2pPr algn="l">
              <a:buNone/>
              <a:defRPr sz="2250" b="1">
                <a:solidFill>
                  <a:srgbClr val="132E38"/>
                </a:solidFill>
                <a:latin typeface="Aptos"/>
                <a:ea typeface="Aptos"/>
                <a:cs typeface="Aptos"/>
              </a:defRPr>
            </a:lvl2pPr>
            <a:lvl3pPr algn="l">
              <a:buNone/>
              <a:defRPr sz="2250" b="1">
                <a:solidFill>
                  <a:srgbClr val="132E38"/>
                </a:solidFill>
                <a:latin typeface="Aptos"/>
                <a:ea typeface="Aptos"/>
                <a:cs typeface="Aptos"/>
              </a:defRPr>
            </a:lvl3pPr>
            <a:lvl4pPr algn="l">
              <a:buNone/>
              <a:defRPr sz="2250" b="1">
                <a:solidFill>
                  <a:srgbClr val="132E38"/>
                </a:solidFill>
                <a:latin typeface="Aptos"/>
                <a:ea typeface="Aptos"/>
                <a:cs typeface="Aptos"/>
              </a:defRPr>
            </a:lvl4pPr>
            <a:lvl5pPr algn="l">
              <a:buNone/>
              <a:defRPr sz="2250" b="1">
                <a:solidFill>
                  <a:srgbClr val="132E38"/>
                </a:solidFill>
                <a:latin typeface="Aptos"/>
                <a:ea typeface="Aptos"/>
                <a:cs typeface="Aptos"/>
              </a:defRPr>
            </a:lvl5pPr>
            <a:lvl6pPr algn="l">
              <a:buNone/>
              <a:defRPr sz="2250" b="1">
                <a:solidFill>
                  <a:srgbClr val="132E38"/>
                </a:solidFill>
                <a:latin typeface="Aptos"/>
                <a:ea typeface="Aptos"/>
                <a:cs typeface="Aptos"/>
              </a:defRPr>
            </a:lvl6pPr>
            <a:lvl7pPr algn="l">
              <a:buNone/>
              <a:defRPr sz="2250" b="1">
                <a:solidFill>
                  <a:srgbClr val="132E38"/>
                </a:solidFill>
                <a:latin typeface="Aptos"/>
                <a:ea typeface="Aptos"/>
                <a:cs typeface="Aptos"/>
              </a:defRPr>
            </a:lvl7pPr>
            <a:lvl8pPr algn="l">
              <a:buNone/>
              <a:defRPr sz="2250" b="1">
                <a:solidFill>
                  <a:srgbClr val="132E38"/>
                </a:solidFill>
                <a:latin typeface="Aptos"/>
                <a:ea typeface="Aptos"/>
                <a:cs typeface="Aptos"/>
              </a:defRPr>
            </a:lvl8pPr>
            <a:lvl9pPr algn="l">
              <a:buNone/>
              <a:defRPr sz="2250" b="1">
                <a:solidFill>
                  <a:srgbClr val="132E38"/>
                </a:solidFill>
                <a:latin typeface="Aptos"/>
                <a:ea typeface="Aptos"/>
                <a:cs typeface="Aptos"/>
              </a:defRPr>
            </a:lvl9pPr>
          </a:lstStyle>
          <a:p xmlns:a="http://schemas.openxmlformats.org/drawingml/2006/main">
            <a:pPr algn="l">
              <a:buNone/>
              <a:defRPr sz="2250" b="1">
                <a:solidFill>
                  <a:srgbClr val="132E38"/>
                </a:solidFill>
                <a:latin typeface="Aptos"/>
                <a:ea typeface="Aptos"/>
                <a:cs typeface="Aptos"/>
              </a:defRPr>
            </a:pPr>
            <a:r>
              <a:rPr sz="2250" b="1">
                <a:solidFill>
                  <a:srgbClr val="132E38"/>
                </a:solidFill>
                <a:latin typeface="Aptos"/>
                <a:ea typeface="Aptos"/>
                <a:cs typeface="Aptos"/>
              </a:rPr>
              <a:t>Connected services</a:t>
            </a:r>
          </a:p>
        </p:txBody>
      </p:sp>
      <p:sp>
        <p:nvSpPr>
          <p:cNvPr id="28" name="text-28">
            <a:extLst xmlns:a="http://schemas.openxmlformats.org/drawingml/2006/main">
              <a:ext uri="{FF2B5EF4-FFF2-40B4-BE49-F238E27FC236}">
                <a16:creationId xmlns:a16="http://schemas.microsoft.com/office/drawing/2014/main" id="{ED6A295F-7F8D-4F0F-B1F4-4EAECCFA9D3A}"/>
              </a:ext>
            </a:extLst>
          </p:cNvPr>
          <p:cNvSpPr>
            <a:spLocks xmlns:a="http://schemas.openxmlformats.org/drawingml/2006/main" noGrp="1"/>
          </p:cNvSpPr>
          <p:nvPr/>
        </p:nvSpPr>
        <p:spPr>
          <a:xfrm xmlns:a="http://schemas.openxmlformats.org/drawingml/2006/main">
            <a:off x="11525250" y="7082790"/>
            <a:ext cx="29146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4A6572"/>
                </a:solidFill>
                <a:latin typeface="Aptos"/>
                <a:ea typeface="Aptos"/>
                <a:cs typeface="Aptos"/>
              </a:defRPr>
            </a:defPPr>
            <a:lvl1pPr algn="l">
              <a:buNone/>
              <a:defRPr sz="1875" b="0">
                <a:solidFill>
                  <a:srgbClr val="4A6572"/>
                </a:solidFill>
                <a:latin typeface="Aptos"/>
                <a:ea typeface="Aptos"/>
                <a:cs typeface="Aptos"/>
              </a:defRPr>
            </a:lvl1pPr>
            <a:lvl2pPr algn="l">
              <a:buNone/>
              <a:defRPr sz="1875" b="0">
                <a:solidFill>
                  <a:srgbClr val="4A6572"/>
                </a:solidFill>
                <a:latin typeface="Aptos"/>
                <a:ea typeface="Aptos"/>
                <a:cs typeface="Aptos"/>
              </a:defRPr>
            </a:lvl2pPr>
            <a:lvl3pPr algn="l">
              <a:buNone/>
              <a:defRPr sz="1875" b="0">
                <a:solidFill>
                  <a:srgbClr val="4A6572"/>
                </a:solidFill>
                <a:latin typeface="Aptos"/>
                <a:ea typeface="Aptos"/>
                <a:cs typeface="Aptos"/>
              </a:defRPr>
            </a:lvl3pPr>
            <a:lvl4pPr algn="l">
              <a:buNone/>
              <a:defRPr sz="1875" b="0">
                <a:solidFill>
                  <a:srgbClr val="4A6572"/>
                </a:solidFill>
                <a:latin typeface="Aptos"/>
                <a:ea typeface="Aptos"/>
                <a:cs typeface="Aptos"/>
              </a:defRPr>
            </a:lvl4pPr>
            <a:lvl5pPr algn="l">
              <a:buNone/>
              <a:defRPr sz="1875" b="0">
                <a:solidFill>
                  <a:srgbClr val="4A6572"/>
                </a:solidFill>
                <a:latin typeface="Aptos"/>
                <a:ea typeface="Aptos"/>
                <a:cs typeface="Aptos"/>
              </a:defRPr>
            </a:lvl5pPr>
            <a:lvl6pPr algn="l">
              <a:buNone/>
              <a:defRPr sz="1875" b="0">
                <a:solidFill>
                  <a:srgbClr val="4A6572"/>
                </a:solidFill>
                <a:latin typeface="Aptos"/>
                <a:ea typeface="Aptos"/>
                <a:cs typeface="Aptos"/>
              </a:defRPr>
            </a:lvl6pPr>
            <a:lvl7pPr algn="l">
              <a:buNone/>
              <a:defRPr sz="1875" b="0">
                <a:solidFill>
                  <a:srgbClr val="4A6572"/>
                </a:solidFill>
                <a:latin typeface="Aptos"/>
                <a:ea typeface="Aptos"/>
                <a:cs typeface="Aptos"/>
              </a:defRPr>
            </a:lvl7pPr>
            <a:lvl8pPr algn="l">
              <a:buNone/>
              <a:defRPr sz="1875" b="0">
                <a:solidFill>
                  <a:srgbClr val="4A6572"/>
                </a:solidFill>
                <a:latin typeface="Aptos"/>
                <a:ea typeface="Aptos"/>
                <a:cs typeface="Aptos"/>
              </a:defRPr>
            </a:lvl8pPr>
            <a:lvl9pPr algn="l">
              <a:buNone/>
              <a:defRPr sz="1875" b="0">
                <a:solidFill>
                  <a:srgbClr val="4A6572"/>
                </a:solidFill>
                <a:latin typeface="Aptos"/>
                <a:ea typeface="Aptos"/>
                <a:cs typeface="Aptos"/>
              </a:defRPr>
            </a:lvl9pPr>
          </a:lstStyle>
          <a:p xmlns:a="http://schemas.openxmlformats.org/drawingml/2006/main">
            <a:pPr algn="l">
              <a:buNone/>
              <a:defRPr sz="1875" b="0">
                <a:solidFill>
                  <a:srgbClr val="4A6572"/>
                </a:solidFill>
                <a:latin typeface="Aptos"/>
                <a:ea typeface="Aptos"/>
                <a:cs typeface="Aptos"/>
              </a:defRPr>
            </a:pPr>
            <a:r>
              <a:rPr sz="1875" b="0">
                <a:solidFill>
                  <a:srgbClr val="4A6572"/>
                </a:solidFill>
                <a:latin typeface="Aptos"/>
                <a:ea typeface="Aptos"/>
                <a:cs typeface="Aptos"/>
              </a:rPr>
              <a:t>Website and funding</a:t>
            </a:r>
          </a:p>
          <a:p xmlns:a="http://schemas.openxmlformats.org/drawingml/2006/main">
            <a:pPr algn="l">
              <a:buNone/>
              <a:defRPr sz="1875" b="0">
                <a:solidFill>
                  <a:srgbClr val="4A6572"/>
                </a:solidFill>
                <a:latin typeface="Aptos"/>
                <a:ea typeface="Aptos"/>
                <a:cs typeface="Aptos"/>
              </a:defRPr>
            </a:pPr>
            <a:r>
              <a:rPr sz="1875" b="0">
                <a:solidFill>
                  <a:srgbClr val="4A6572"/>
                </a:solidFill>
                <a:latin typeface="Aptos"/>
                <a:ea typeface="Aptos"/>
                <a:cs typeface="Aptos"/>
              </a:rPr>
              <a:t>PostgreSQL knowledge</a:t>
            </a:r>
          </a:p>
        </p:txBody>
      </p:sp>
      <p:cxnSp>
        <p:nvCxnSpPr>
          <p:cNvPr id="30" name="flow-29">
            <a:extLst xmlns:a="http://schemas.openxmlformats.org/drawingml/2006/main">
              <a:ext uri="{FF2B5EF4-FFF2-40B4-BE49-F238E27FC236}">
                <a16:creationId xmlns:a16="http://schemas.microsoft.com/office/drawing/2014/main" id="{DB00AF9F-B684-4FBF-9CDB-E98EB3F66599}"/>
              </a:ext>
            </a:extLst>
          </p:cNvPr>
          <p:cNvCxnSpPr/>
          <p:nvPr/>
        </p:nvCxnSpPr>
        <p:spPr>
          <a:xfrm xmlns:a="http://schemas.openxmlformats.org/drawingml/2006/main" flipH="0" flipV="0">
            <a:off x="7048500" y="3095625"/>
            <a:ext cx="0" cy="809625"/>
          </a:xfrm>
          <a:prstGeom xmlns:a="http://schemas.openxmlformats.org/drawingml/2006/main" prst="straightConnector1">
            <a:avLst/>
          </a:prstGeom>
          <a:ln xmlns:a="http://schemas.openxmlformats.org/drawingml/2006/main" w="23813">
            <a:solidFill>
              <a:srgbClr val="157D80"/>
            </a:solidFill>
            <a:prstDash val="solid"/>
            <a:headEnd type="triangle" w="med" len="med"/>
            <a:tailEnd type="triangle" w="med" len="med"/>
          </a:ln>
        </p:spPr>
      </p:cxnSp>
      <p:cxnSp>
        <p:nvCxnSpPr>
          <p:cNvPr id="31" name="flow-30">
            <a:extLst xmlns:a="http://schemas.openxmlformats.org/drawingml/2006/main">
              <a:ext uri="{FF2B5EF4-FFF2-40B4-BE49-F238E27FC236}">
                <a16:creationId xmlns:a16="http://schemas.microsoft.com/office/drawing/2014/main" id="{409058CF-2392-4715-8993-61A274F9A1B9}"/>
              </a:ext>
            </a:extLst>
          </p:cNvPr>
          <p:cNvCxnSpPr/>
          <p:nvPr/>
        </p:nvCxnSpPr>
        <p:spPr>
          <a:xfrm xmlns:a="http://schemas.openxmlformats.org/drawingml/2006/main" flipH="0" flipV="0">
            <a:off x="12601575" y="3095625"/>
            <a:ext cx="0" cy="809625"/>
          </a:xfrm>
          <a:prstGeom xmlns:a="http://schemas.openxmlformats.org/drawingml/2006/main" prst="straightConnector1">
            <a:avLst/>
          </a:prstGeom>
          <a:ln xmlns:a="http://schemas.openxmlformats.org/drawingml/2006/main" w="23813">
            <a:solidFill>
              <a:srgbClr val="157D80"/>
            </a:solidFill>
            <a:prstDash val="solid"/>
            <a:headEnd type="triangle" w="med" len="med"/>
            <a:tailEnd type="triangle" w="med" len="med"/>
          </a:ln>
        </p:spPr>
      </p:cxnSp>
      <p:sp>
        <p:nvSpPr>
          <p:cNvPr id="33" name="text-31">
            <a:extLst xmlns:a="http://schemas.openxmlformats.org/drawingml/2006/main">
              <a:ext uri="{FF2B5EF4-FFF2-40B4-BE49-F238E27FC236}">
                <a16:creationId xmlns:a16="http://schemas.microsoft.com/office/drawing/2014/main" id="{FB36DD03-443E-41F8-AB74-9B6526223C5B}"/>
              </a:ext>
            </a:extLst>
          </p:cNvPr>
          <p:cNvSpPr>
            <a:spLocks xmlns:a="http://schemas.openxmlformats.org/drawingml/2006/main" noGrp="1"/>
          </p:cNvSpPr>
          <p:nvPr/>
        </p:nvSpPr>
        <p:spPr>
          <a:xfrm xmlns:a="http://schemas.openxmlformats.org/drawingml/2006/main">
            <a:off x="3838575" y="4362450"/>
            <a:ext cx="14001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575" b="0">
                <a:solidFill>
                  <a:srgbClr val="4A6572"/>
                </a:solidFill>
                <a:latin typeface="Aptos"/>
                <a:ea typeface="Aptos"/>
                <a:cs typeface="Aptos"/>
              </a:defRPr>
            </a:defPPr>
            <a:lvl1pPr algn="ctr">
              <a:buNone/>
              <a:defRPr sz="1575" b="0">
                <a:solidFill>
                  <a:srgbClr val="4A6572"/>
                </a:solidFill>
                <a:latin typeface="Aptos"/>
                <a:ea typeface="Aptos"/>
                <a:cs typeface="Aptos"/>
              </a:defRPr>
            </a:lvl1pPr>
            <a:lvl2pPr algn="ctr">
              <a:buNone/>
              <a:defRPr sz="1575" b="0">
                <a:solidFill>
                  <a:srgbClr val="4A6572"/>
                </a:solidFill>
                <a:latin typeface="Aptos"/>
                <a:ea typeface="Aptos"/>
                <a:cs typeface="Aptos"/>
              </a:defRPr>
            </a:lvl2pPr>
            <a:lvl3pPr algn="ctr">
              <a:buNone/>
              <a:defRPr sz="1575" b="0">
                <a:solidFill>
                  <a:srgbClr val="4A6572"/>
                </a:solidFill>
                <a:latin typeface="Aptos"/>
                <a:ea typeface="Aptos"/>
                <a:cs typeface="Aptos"/>
              </a:defRPr>
            </a:lvl3pPr>
            <a:lvl4pPr algn="ctr">
              <a:buNone/>
              <a:defRPr sz="1575" b="0">
                <a:solidFill>
                  <a:srgbClr val="4A6572"/>
                </a:solidFill>
                <a:latin typeface="Aptos"/>
                <a:ea typeface="Aptos"/>
                <a:cs typeface="Aptos"/>
              </a:defRPr>
            </a:lvl4pPr>
            <a:lvl5pPr algn="ctr">
              <a:buNone/>
              <a:defRPr sz="1575" b="0">
                <a:solidFill>
                  <a:srgbClr val="4A6572"/>
                </a:solidFill>
                <a:latin typeface="Aptos"/>
                <a:ea typeface="Aptos"/>
                <a:cs typeface="Aptos"/>
              </a:defRPr>
            </a:lvl5pPr>
            <a:lvl6pPr algn="ctr">
              <a:buNone/>
              <a:defRPr sz="1575" b="0">
                <a:solidFill>
                  <a:srgbClr val="4A6572"/>
                </a:solidFill>
                <a:latin typeface="Aptos"/>
                <a:ea typeface="Aptos"/>
                <a:cs typeface="Aptos"/>
              </a:defRPr>
            </a:lvl6pPr>
            <a:lvl7pPr algn="ctr">
              <a:buNone/>
              <a:defRPr sz="1575" b="0">
                <a:solidFill>
                  <a:srgbClr val="4A6572"/>
                </a:solidFill>
                <a:latin typeface="Aptos"/>
                <a:ea typeface="Aptos"/>
                <a:cs typeface="Aptos"/>
              </a:defRPr>
            </a:lvl7pPr>
            <a:lvl8pPr algn="ctr">
              <a:buNone/>
              <a:defRPr sz="1575" b="0">
                <a:solidFill>
                  <a:srgbClr val="4A6572"/>
                </a:solidFill>
                <a:latin typeface="Aptos"/>
                <a:ea typeface="Aptos"/>
                <a:cs typeface="Aptos"/>
              </a:defRPr>
            </a:lvl8pPr>
            <a:lvl9pPr algn="ctr">
              <a:buNone/>
              <a:defRPr sz="1575" b="0">
                <a:solidFill>
                  <a:srgbClr val="4A6572"/>
                </a:solidFill>
                <a:latin typeface="Aptos"/>
                <a:ea typeface="Aptos"/>
                <a:cs typeface="Aptos"/>
              </a:defRPr>
            </a:lvl9pPr>
          </a:lstStyle>
          <a:p xmlns:a="http://schemas.openxmlformats.org/drawingml/2006/main">
            <a:pPr algn="ctr">
              <a:buNone/>
              <a:defRPr sz="1575" b="0">
                <a:solidFill>
                  <a:srgbClr val="4A6572"/>
                </a:solidFill>
                <a:latin typeface="Aptos"/>
                <a:ea typeface="Aptos"/>
                <a:cs typeface="Aptos"/>
              </a:defRPr>
            </a:pPr>
            <a:r>
              <a:rPr sz="1575" b="0">
                <a:solidFill>
                  <a:srgbClr val="4A6572"/>
                </a:solidFill>
                <a:latin typeface="Aptos"/>
                <a:ea typeface="Aptos"/>
                <a:cs typeface="Aptos"/>
              </a:rPr>
              <a:t>Planned</a:t>
            </a:r>
          </a:p>
        </p:txBody>
      </p:sp>
      <p:cxnSp>
        <p:nvCxnSpPr>
          <p:cNvPr id="34" name="flow-32">
            <a:extLst xmlns:a="http://schemas.openxmlformats.org/drawingml/2006/main">
              <a:ext uri="{FF2B5EF4-FFF2-40B4-BE49-F238E27FC236}">
                <a16:creationId xmlns:a16="http://schemas.microsoft.com/office/drawing/2014/main" id="{058DE65F-BB4D-495A-94BE-D7E82E5BC08A}"/>
              </a:ext>
            </a:extLst>
          </p:cNvPr>
          <p:cNvCxnSpPr/>
          <p:nvPr/>
        </p:nvCxnSpPr>
        <p:spPr>
          <a:xfrm xmlns:a="http://schemas.openxmlformats.org/drawingml/2006/main" flipH="0" flipV="0">
            <a:off x="6429375" y="5600700"/>
            <a:ext cx="0" cy="590550"/>
          </a:xfrm>
          <a:prstGeom xmlns:a="http://schemas.openxmlformats.org/drawingml/2006/main" prst="straightConnector1">
            <a:avLst/>
          </a:prstGeom>
          <a:ln xmlns:a="http://schemas.openxmlformats.org/drawingml/2006/main" w="23813">
            <a:solidFill>
              <a:srgbClr val="157D80"/>
            </a:solidFill>
            <a:prstDash val="dash"/>
            <a:headEnd type="triangle" w="med" len="med"/>
          </a:ln>
        </p:spPr>
      </p:cxnSp>
      <p:cxnSp>
        <p:nvCxnSpPr>
          <p:cNvPr id="35" name="flow-33">
            <a:extLst xmlns:a="http://schemas.openxmlformats.org/drawingml/2006/main">
              <a:ext uri="{FF2B5EF4-FFF2-40B4-BE49-F238E27FC236}">
                <a16:creationId xmlns:a16="http://schemas.microsoft.com/office/drawing/2014/main" id="{F79640FF-2CDC-425F-A9A5-ECFF42FE82F9}"/>
              </a:ext>
            </a:extLst>
          </p:cNvPr>
          <p:cNvCxnSpPr/>
          <p:nvPr/>
        </p:nvCxnSpPr>
        <p:spPr>
          <a:xfrm xmlns:a="http://schemas.openxmlformats.org/drawingml/2006/main" flipH="1" flipV="0">
            <a:off x="2609850" y="6191250"/>
            <a:ext cx="3819525" cy="0"/>
          </a:xfrm>
          <a:prstGeom xmlns:a="http://schemas.openxmlformats.org/drawingml/2006/main" prst="straightConnector1">
            <a:avLst/>
          </a:prstGeom>
          <a:ln xmlns:a="http://schemas.openxmlformats.org/drawingml/2006/main" w="23813">
            <a:solidFill>
              <a:srgbClr val="157D80"/>
            </a:solidFill>
            <a:prstDash val="dash"/>
          </a:ln>
        </p:spPr>
      </p:cxnSp>
      <p:cxnSp>
        <p:nvCxnSpPr>
          <p:cNvPr id="36" name="flow-34">
            <a:extLst xmlns:a="http://schemas.openxmlformats.org/drawingml/2006/main">
              <a:ext uri="{FF2B5EF4-FFF2-40B4-BE49-F238E27FC236}">
                <a16:creationId xmlns:a16="http://schemas.microsoft.com/office/drawing/2014/main" id="{B1CCE3CA-7FE8-4758-99EA-7DC5E3155868}"/>
              </a:ext>
            </a:extLst>
          </p:cNvPr>
          <p:cNvCxnSpPr/>
          <p:nvPr/>
        </p:nvCxnSpPr>
        <p:spPr>
          <a:xfrm xmlns:a="http://schemas.openxmlformats.org/drawingml/2006/main" flipH="0" flipV="0">
            <a:off x="2609850" y="6191250"/>
            <a:ext cx="0" cy="523875"/>
          </a:xfrm>
          <a:prstGeom xmlns:a="http://schemas.openxmlformats.org/drawingml/2006/main" prst="straightConnector1">
            <a:avLst/>
          </a:prstGeom>
          <a:ln xmlns:a="http://schemas.openxmlformats.org/drawingml/2006/main" w="23813">
            <a:solidFill>
              <a:srgbClr val="157D80"/>
            </a:solidFill>
            <a:prstDash val="dash"/>
            <a:tailEnd type="triangle" w="med" len="med"/>
          </a:ln>
        </p:spPr>
      </p:cxnSp>
      <p:sp>
        <p:nvSpPr>
          <p:cNvPr id="37" name="text-35">
            <a:extLst xmlns:a="http://schemas.openxmlformats.org/drawingml/2006/main">
              <a:ext uri="{FF2B5EF4-FFF2-40B4-BE49-F238E27FC236}">
                <a16:creationId xmlns:a16="http://schemas.microsoft.com/office/drawing/2014/main" id="{CA8A2620-AED6-48E1-8F91-2001D1F4038A}"/>
              </a:ext>
            </a:extLst>
          </p:cNvPr>
          <p:cNvSpPr>
            <a:spLocks xmlns:a="http://schemas.openxmlformats.org/drawingml/2006/main" noGrp="1"/>
          </p:cNvSpPr>
          <p:nvPr/>
        </p:nvSpPr>
        <p:spPr>
          <a:xfrm xmlns:a="http://schemas.openxmlformats.org/drawingml/2006/main">
            <a:off x="2762250" y="5781675"/>
            <a:ext cx="3143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725" b="0">
                <a:solidFill>
                  <a:srgbClr val="4A6572"/>
                </a:solidFill>
                <a:latin typeface="Aptos"/>
                <a:ea typeface="Aptos"/>
                <a:cs typeface="Aptos"/>
              </a:defRPr>
            </a:defPPr>
            <a:lvl1pPr algn="ctr">
              <a:buNone/>
              <a:defRPr sz="1725" b="0">
                <a:solidFill>
                  <a:srgbClr val="4A6572"/>
                </a:solidFill>
                <a:latin typeface="Aptos"/>
                <a:ea typeface="Aptos"/>
                <a:cs typeface="Aptos"/>
              </a:defRPr>
            </a:lvl1pPr>
            <a:lvl2pPr algn="ctr">
              <a:buNone/>
              <a:defRPr sz="1725" b="0">
                <a:solidFill>
                  <a:srgbClr val="4A6572"/>
                </a:solidFill>
                <a:latin typeface="Aptos"/>
                <a:ea typeface="Aptos"/>
                <a:cs typeface="Aptos"/>
              </a:defRPr>
            </a:lvl2pPr>
            <a:lvl3pPr algn="ctr">
              <a:buNone/>
              <a:defRPr sz="1725" b="0">
                <a:solidFill>
                  <a:srgbClr val="4A6572"/>
                </a:solidFill>
                <a:latin typeface="Aptos"/>
                <a:ea typeface="Aptos"/>
                <a:cs typeface="Aptos"/>
              </a:defRPr>
            </a:lvl3pPr>
            <a:lvl4pPr algn="ctr">
              <a:buNone/>
              <a:defRPr sz="1725" b="0">
                <a:solidFill>
                  <a:srgbClr val="4A6572"/>
                </a:solidFill>
                <a:latin typeface="Aptos"/>
                <a:ea typeface="Aptos"/>
                <a:cs typeface="Aptos"/>
              </a:defRPr>
            </a:lvl4pPr>
            <a:lvl5pPr algn="ctr">
              <a:buNone/>
              <a:defRPr sz="1725" b="0">
                <a:solidFill>
                  <a:srgbClr val="4A6572"/>
                </a:solidFill>
                <a:latin typeface="Aptos"/>
                <a:ea typeface="Aptos"/>
                <a:cs typeface="Aptos"/>
              </a:defRPr>
            </a:lvl5pPr>
            <a:lvl6pPr algn="ctr">
              <a:buNone/>
              <a:defRPr sz="1725" b="0">
                <a:solidFill>
                  <a:srgbClr val="4A6572"/>
                </a:solidFill>
                <a:latin typeface="Aptos"/>
                <a:ea typeface="Aptos"/>
                <a:cs typeface="Aptos"/>
              </a:defRPr>
            </a:lvl6pPr>
            <a:lvl7pPr algn="ctr">
              <a:buNone/>
              <a:defRPr sz="1725" b="0">
                <a:solidFill>
                  <a:srgbClr val="4A6572"/>
                </a:solidFill>
                <a:latin typeface="Aptos"/>
                <a:ea typeface="Aptos"/>
                <a:cs typeface="Aptos"/>
              </a:defRPr>
            </a:lvl7pPr>
            <a:lvl8pPr algn="ctr">
              <a:buNone/>
              <a:defRPr sz="1725" b="0">
                <a:solidFill>
                  <a:srgbClr val="4A6572"/>
                </a:solidFill>
                <a:latin typeface="Aptos"/>
                <a:ea typeface="Aptos"/>
                <a:cs typeface="Aptos"/>
              </a:defRPr>
            </a:lvl8pPr>
            <a:lvl9pPr algn="ctr">
              <a:buNone/>
              <a:defRPr sz="1725" b="0">
                <a:solidFill>
                  <a:srgbClr val="4A6572"/>
                </a:solidFill>
                <a:latin typeface="Aptos"/>
                <a:ea typeface="Aptos"/>
                <a:cs typeface="Aptos"/>
              </a:defRPr>
            </a:lvl9pPr>
          </a:lstStyle>
          <a:p xmlns:a="http://schemas.openxmlformats.org/drawingml/2006/main">
            <a:pPr algn="ctr">
              <a:buNone/>
              <a:defRPr sz="1725" b="0">
                <a:solidFill>
                  <a:srgbClr val="4A6572"/>
                </a:solidFill>
                <a:latin typeface="Aptos"/>
                <a:ea typeface="Aptos"/>
                <a:cs typeface="Aptos"/>
              </a:defRPr>
            </a:pPr>
            <a:r>
              <a:rPr sz="1725" b="0">
                <a:solidFill>
                  <a:srgbClr val="4A6572"/>
                </a:solidFill>
                <a:latin typeface="Aptos"/>
                <a:ea typeface="Aptos"/>
                <a:cs typeface="Aptos"/>
              </a:rPr>
              <a:t>Assigned work / results</a:t>
            </a:r>
          </a:p>
        </p:txBody>
      </p:sp>
      <p:cxnSp>
        <p:nvCxnSpPr>
          <p:cNvPr id="38" name="flow-36">
            <a:extLst xmlns:a="http://schemas.openxmlformats.org/drawingml/2006/main">
              <a:ext uri="{FF2B5EF4-FFF2-40B4-BE49-F238E27FC236}">
                <a16:creationId xmlns:a16="http://schemas.microsoft.com/office/drawing/2014/main" id="{7715CF72-E735-4E2A-A356-072D5951FEAA}"/>
              </a:ext>
            </a:extLst>
          </p:cNvPr>
          <p:cNvCxnSpPr/>
          <p:nvPr/>
        </p:nvCxnSpPr>
        <p:spPr>
          <a:xfrm xmlns:a="http://schemas.openxmlformats.org/drawingml/2006/main" flipH="0" flipV="0">
            <a:off x="8239125" y="5600700"/>
            <a:ext cx="0" cy="1114425"/>
          </a:xfrm>
          <a:prstGeom xmlns:a="http://schemas.openxmlformats.org/drawingml/2006/main" prst="straightConnector1">
            <a:avLst/>
          </a:prstGeom>
          <a:ln xmlns:a="http://schemas.openxmlformats.org/drawingml/2006/main" w="23813">
            <a:solidFill>
              <a:srgbClr val="157D80"/>
            </a:solidFill>
            <a:prstDash val="dash"/>
            <a:headEnd type="triangle" w="med" len="med"/>
            <a:tailEnd type="triangle" w="med" len="med"/>
          </a:ln>
        </p:spPr>
      </p:cxnSp>
      <p:sp>
        <p:nvSpPr>
          <p:cNvPr id="40" name="text-37">
            <a:extLst xmlns:a="http://schemas.openxmlformats.org/drawingml/2006/main">
              <a:ext uri="{FF2B5EF4-FFF2-40B4-BE49-F238E27FC236}">
                <a16:creationId xmlns:a16="http://schemas.microsoft.com/office/drawing/2014/main" id="{0B6444DF-FC92-4250-A766-2EEB47BA7645}"/>
              </a:ext>
            </a:extLst>
          </p:cNvPr>
          <p:cNvSpPr>
            <a:spLocks xmlns:a="http://schemas.openxmlformats.org/drawingml/2006/main" noGrp="1"/>
          </p:cNvSpPr>
          <p:nvPr/>
        </p:nvSpPr>
        <p:spPr>
          <a:xfrm xmlns:a="http://schemas.openxmlformats.org/drawingml/2006/main">
            <a:off x="9991725" y="6867525"/>
            <a:ext cx="13525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575" b="0">
                <a:solidFill>
                  <a:srgbClr val="4A6572"/>
                </a:solidFill>
                <a:latin typeface="Aptos"/>
                <a:ea typeface="Aptos"/>
                <a:cs typeface="Aptos"/>
              </a:defRPr>
            </a:defPPr>
            <a:lvl1pPr algn="ctr">
              <a:buNone/>
              <a:defRPr sz="1575" b="0">
                <a:solidFill>
                  <a:srgbClr val="4A6572"/>
                </a:solidFill>
                <a:latin typeface="Aptos"/>
                <a:ea typeface="Aptos"/>
                <a:cs typeface="Aptos"/>
              </a:defRPr>
            </a:lvl1pPr>
            <a:lvl2pPr algn="ctr">
              <a:buNone/>
              <a:defRPr sz="1575" b="0">
                <a:solidFill>
                  <a:srgbClr val="4A6572"/>
                </a:solidFill>
                <a:latin typeface="Aptos"/>
                <a:ea typeface="Aptos"/>
                <a:cs typeface="Aptos"/>
              </a:defRPr>
            </a:lvl2pPr>
            <a:lvl3pPr algn="ctr">
              <a:buNone/>
              <a:defRPr sz="1575" b="0">
                <a:solidFill>
                  <a:srgbClr val="4A6572"/>
                </a:solidFill>
                <a:latin typeface="Aptos"/>
                <a:ea typeface="Aptos"/>
                <a:cs typeface="Aptos"/>
              </a:defRPr>
            </a:lvl3pPr>
            <a:lvl4pPr algn="ctr">
              <a:buNone/>
              <a:defRPr sz="1575" b="0">
                <a:solidFill>
                  <a:srgbClr val="4A6572"/>
                </a:solidFill>
                <a:latin typeface="Aptos"/>
                <a:ea typeface="Aptos"/>
                <a:cs typeface="Aptos"/>
              </a:defRPr>
            </a:lvl4pPr>
            <a:lvl5pPr algn="ctr">
              <a:buNone/>
              <a:defRPr sz="1575" b="0">
                <a:solidFill>
                  <a:srgbClr val="4A6572"/>
                </a:solidFill>
                <a:latin typeface="Aptos"/>
                <a:ea typeface="Aptos"/>
                <a:cs typeface="Aptos"/>
              </a:defRPr>
            </a:lvl5pPr>
            <a:lvl6pPr algn="ctr">
              <a:buNone/>
              <a:defRPr sz="1575" b="0">
                <a:solidFill>
                  <a:srgbClr val="4A6572"/>
                </a:solidFill>
                <a:latin typeface="Aptos"/>
                <a:ea typeface="Aptos"/>
                <a:cs typeface="Aptos"/>
              </a:defRPr>
            </a:lvl6pPr>
            <a:lvl7pPr algn="ctr">
              <a:buNone/>
              <a:defRPr sz="1575" b="0">
                <a:solidFill>
                  <a:srgbClr val="4A6572"/>
                </a:solidFill>
                <a:latin typeface="Aptos"/>
                <a:ea typeface="Aptos"/>
                <a:cs typeface="Aptos"/>
              </a:defRPr>
            </a:lvl7pPr>
            <a:lvl8pPr algn="ctr">
              <a:buNone/>
              <a:defRPr sz="1575" b="0">
                <a:solidFill>
                  <a:srgbClr val="4A6572"/>
                </a:solidFill>
                <a:latin typeface="Aptos"/>
                <a:ea typeface="Aptos"/>
                <a:cs typeface="Aptos"/>
              </a:defRPr>
            </a:lvl8pPr>
            <a:lvl9pPr algn="ctr">
              <a:buNone/>
              <a:defRPr sz="1575" b="0">
                <a:solidFill>
                  <a:srgbClr val="4A6572"/>
                </a:solidFill>
                <a:latin typeface="Aptos"/>
                <a:ea typeface="Aptos"/>
                <a:cs typeface="Aptos"/>
              </a:defRPr>
            </a:lvl9pPr>
          </a:lstStyle>
          <a:p xmlns:a="http://schemas.openxmlformats.org/drawingml/2006/main">
            <a:pPr algn="ctr">
              <a:buNone/>
              <a:defRPr sz="1575" b="0">
                <a:solidFill>
                  <a:srgbClr val="4A6572"/>
                </a:solidFill>
                <a:latin typeface="Aptos"/>
                <a:ea typeface="Aptos"/>
                <a:cs typeface="Aptos"/>
              </a:defRPr>
            </a:pPr>
            <a:r>
              <a:rPr sz="1575" b="0">
                <a:solidFill>
                  <a:srgbClr val="4A6572"/>
                </a:solidFill>
                <a:latin typeface="Aptos"/>
                <a:ea typeface="Aptos"/>
                <a:cs typeface="Aptos"/>
              </a:rPr>
              <a:t>Data / actions</a:t>
            </a:r>
          </a:p>
        </p:txBody>
      </p:sp>
    </p:spTree>
    <p:extLst>
      <p:ext uri="{BB962C8B-B14F-4D97-AF65-F5344CB8AC3E}">
        <p14:creationId xmlns:p14="http://schemas.microsoft.com/office/powerpoint/2010/main" val="687993816"/>
      </p:ext>
    </p:extLst>
  </p:cSld>
</p:sld>
</file>

<file path=ppt/slides/slide2.xml><?xml version="1.0" encoding="utf-8"?>
<p:sld xmlns:p="http://schemas.openxmlformats.org/presentationml/2006/main">
  <p:cSld>
    <p:bg>
      <p:bgPr>
        <a:solidFill xmlns:a="http://schemas.openxmlformats.org/drawingml/2006/main">
          <a:srgbClr val="F6F5F0"/>
        </a:solidFill>
      </p:bgPr>
    </p:bg>
    <p:spTree>
      <p:nvGrpSpPr>
        <p:cNvPr id="1" name=""/>
        <p:cNvGrpSpPr/>
        <p:nvPr/>
      </p:nvGrpSpPr>
      <p:grpSpPr>
        <a:xfrm xmlns:a="http://schemas.openxmlformats.org/drawingml/2006/main"/>
      </p:grpSpPr>
      <p:cxnSp>
        <p:nvCxnSpPr>
          <p:cNvPr id="35" name="">
            <a:extLst xmlns:a="http://schemas.openxmlformats.org/drawingml/2006/main">
              <a:ext uri="{FF2B5EF4-FFF2-40B4-BE49-F238E27FC236}">
                <a16:creationId xmlns:a16="http://schemas.microsoft.com/office/drawing/2014/main" id="{D75AD070-7C82-4457-97EB-1B87431A1251}"/>
              </a:ext>
            </a:extLst>
          </p:cNvPr>
          <p:cNvCxnSpPr>
            <a:stCxn xmlns:a="http://schemas.openxmlformats.org/drawingml/2006/main" id="22" idx="1"/>
            <a:endCxn xmlns:a="http://schemas.openxmlformats.org/drawingml/2006/main" id="25" idx="3"/>
          </p:cNvCxnSpPr>
          <p:nvPr/>
        </p:nvCxnSpPr>
        <p:spPr>
          <a:xfrm xmlns:a="http://schemas.openxmlformats.org/drawingml/2006/main" flipH="1">
            <a:off x="5467350" y="6905625"/>
            <a:ext cx="4533900" cy="0"/>
          </a:xfrm>
          <a:prstGeom xmlns:a="http://schemas.openxmlformats.org/drawingml/2006/main" prst="straightConnector1">
            <a:avLst/>
          </a:prstGeom>
          <a:ln xmlns:a="http://schemas.openxmlformats.org/drawingml/2006/main" w="23813">
            <a:solidFill>
              <a:srgbClr val="157D80"/>
            </a:solidFill>
            <a:prstDash val="solid"/>
            <a:tailEnd type="triangle" w="med" len="med"/>
          </a:ln>
        </p:spPr>
      </p:cxnSp>
      <p:cxnSp>
        <p:nvCxnSpPr>
          <p:cNvPr id="21" name="">
            <a:extLst xmlns:a="http://schemas.openxmlformats.org/drawingml/2006/main">
              <a:ext uri="{FF2B5EF4-FFF2-40B4-BE49-F238E27FC236}">
                <a16:creationId xmlns:a16="http://schemas.microsoft.com/office/drawing/2014/main" id="{584B719B-06D0-465E-AE0B-1A1256C79427}"/>
              </a:ext>
            </a:extLst>
          </p:cNvPr>
          <p:cNvCxnSpPr>
            <a:stCxn xmlns:a="http://schemas.openxmlformats.org/drawingml/2006/main" id="12" idx="3"/>
            <a:endCxn xmlns:a="http://schemas.openxmlformats.org/drawingml/2006/main" id="15" idx="1"/>
          </p:cNvCxnSpPr>
          <p:nvPr/>
        </p:nvCxnSpPr>
        <p:spPr>
          <a:xfrm xmlns:a="http://schemas.openxmlformats.org/drawingml/2006/main">
            <a:off x="11744325" y="3262313"/>
            <a:ext cx="409575" cy="0"/>
          </a:xfrm>
          <a:prstGeom xmlns:a="http://schemas.openxmlformats.org/drawingml/2006/main" prst="straightConnector1">
            <a:avLst/>
          </a:prstGeom>
          <a:ln xmlns:a="http://schemas.openxmlformats.org/drawingml/2006/main" w="23813">
            <a:solidFill>
              <a:srgbClr val="157D80"/>
            </a:solidFill>
            <a:prstDash val="solid"/>
            <a:tailEnd type="triangle" w="med" len="med"/>
          </a:ln>
        </p:spPr>
      </p:cxnSp>
      <p:cxnSp>
        <p:nvCxnSpPr>
          <p:cNvPr id="20" name="">
            <a:extLst xmlns:a="http://schemas.openxmlformats.org/drawingml/2006/main">
              <a:ext uri="{FF2B5EF4-FFF2-40B4-BE49-F238E27FC236}">
                <a16:creationId xmlns:a16="http://schemas.microsoft.com/office/drawing/2014/main" id="{F58F24E6-3A81-4C0E-BBAA-C07C34F50E9D}"/>
              </a:ext>
            </a:extLst>
          </p:cNvPr>
          <p:cNvCxnSpPr>
            <a:stCxn xmlns:a="http://schemas.openxmlformats.org/drawingml/2006/main" id="9" idx="3"/>
            <a:endCxn xmlns:a="http://schemas.openxmlformats.org/drawingml/2006/main" id="12" idx="1"/>
          </p:cNvCxnSpPr>
          <p:nvPr/>
        </p:nvCxnSpPr>
        <p:spPr>
          <a:xfrm xmlns:a="http://schemas.openxmlformats.org/drawingml/2006/main">
            <a:off x="8858250" y="3262313"/>
            <a:ext cx="409575" cy="0"/>
          </a:xfrm>
          <a:prstGeom xmlns:a="http://schemas.openxmlformats.org/drawingml/2006/main" prst="straightConnector1">
            <a:avLst/>
          </a:prstGeom>
          <a:ln xmlns:a="http://schemas.openxmlformats.org/drawingml/2006/main" w="23813">
            <a:solidFill>
              <a:srgbClr val="157D80"/>
            </a:solidFill>
            <a:prstDash val="solid"/>
            <a:tailEnd type="triangle" w="med" len="med"/>
          </a:ln>
        </p:spPr>
      </p:cxnSp>
      <p:cxnSp>
        <p:nvCxnSpPr>
          <p:cNvPr id="19" name="">
            <a:extLst xmlns:a="http://schemas.openxmlformats.org/drawingml/2006/main">
              <a:ext uri="{FF2B5EF4-FFF2-40B4-BE49-F238E27FC236}">
                <a16:creationId xmlns:a16="http://schemas.microsoft.com/office/drawing/2014/main" id="{52E2C1D4-9504-4292-8C66-306CFCE17062}"/>
              </a:ext>
            </a:extLst>
          </p:cNvPr>
          <p:cNvCxnSpPr>
            <a:stCxn xmlns:a="http://schemas.openxmlformats.org/drawingml/2006/main" id="6" idx="3"/>
            <a:endCxn xmlns:a="http://schemas.openxmlformats.org/drawingml/2006/main" id="9" idx="1"/>
          </p:cNvCxnSpPr>
          <p:nvPr/>
        </p:nvCxnSpPr>
        <p:spPr>
          <a:xfrm xmlns:a="http://schemas.openxmlformats.org/drawingml/2006/main">
            <a:off x="5972175" y="3262313"/>
            <a:ext cx="409575" cy="0"/>
          </a:xfrm>
          <a:prstGeom xmlns:a="http://schemas.openxmlformats.org/drawingml/2006/main" prst="straightConnector1">
            <a:avLst/>
          </a:prstGeom>
          <a:ln xmlns:a="http://schemas.openxmlformats.org/drawingml/2006/main" w="23813">
            <a:solidFill>
              <a:srgbClr val="157D80"/>
            </a:solidFill>
            <a:prstDash val="solid"/>
            <a:tailEnd type="triangle" w="med" len="med"/>
          </a:ln>
        </p:spPr>
      </p:cxnSp>
      <p:cxnSp>
        <p:nvCxnSpPr>
          <p:cNvPr id="18" name="">
            <a:extLst xmlns:a="http://schemas.openxmlformats.org/drawingml/2006/main">
              <a:ext uri="{FF2B5EF4-FFF2-40B4-BE49-F238E27FC236}">
                <a16:creationId xmlns:a16="http://schemas.microsoft.com/office/drawing/2014/main" id="{4EA6C6D7-B1AD-4134-9FFD-B15971681106}"/>
              </a:ext>
            </a:extLst>
          </p:cNvPr>
          <p:cNvCxnSpPr>
            <a:stCxn xmlns:a="http://schemas.openxmlformats.org/drawingml/2006/main" id="3" idx="3"/>
            <a:endCxn xmlns:a="http://schemas.openxmlformats.org/drawingml/2006/main" id="6" idx="1"/>
          </p:cNvCxnSpPr>
          <p:nvPr/>
        </p:nvCxnSpPr>
        <p:spPr>
          <a:xfrm xmlns:a="http://schemas.openxmlformats.org/drawingml/2006/main">
            <a:off x="3086100" y="3262313"/>
            <a:ext cx="409575" cy="0"/>
          </a:xfrm>
          <a:prstGeom xmlns:a="http://schemas.openxmlformats.org/drawingml/2006/main" prst="straightConnector1">
            <a:avLst/>
          </a:prstGeom>
          <a:ln xmlns:a="http://schemas.openxmlformats.org/drawingml/2006/main" w="23813">
            <a:solidFill>
              <a:srgbClr val="157D80"/>
            </a:solidFill>
            <a:prstDash val="solid"/>
            <a:tailEnd type="triangle" w="med" len="med"/>
          </a:ln>
        </p:spPr>
      </p:cxnSp>
      <p:sp>
        <p:nvSpPr>
          <p:cNvPr id="38" name="text-38">
            <a:extLst xmlns:a="http://schemas.openxmlformats.org/drawingml/2006/main">
              <a:ext uri="{FF2B5EF4-FFF2-40B4-BE49-F238E27FC236}">
                <a16:creationId xmlns:a16="http://schemas.microsoft.com/office/drawing/2014/main" id="{CC4861A8-D8F9-4A96-9F29-F1767A644393}"/>
              </a:ext>
            </a:extLst>
          </p:cNvPr>
          <p:cNvSpPr>
            <a:spLocks xmlns:a="http://schemas.openxmlformats.org/drawingml/2006/main" noGrp="1"/>
          </p:cNvSpPr>
          <p:nvPr/>
        </p:nvSpPr>
        <p:spPr>
          <a:xfrm xmlns:a="http://schemas.openxmlformats.org/drawingml/2006/main">
            <a:off x="609600" y="514350"/>
            <a:ext cx="14020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600" b="1">
                <a:solidFill>
                  <a:srgbClr val="132E38"/>
                </a:solidFill>
                <a:latin typeface="Aptos"/>
                <a:ea typeface="Aptos"/>
                <a:cs typeface="Aptos"/>
              </a:defRPr>
            </a:defPPr>
            <a:lvl1pPr algn="l">
              <a:buNone/>
              <a:defRPr sz="3600" b="1">
                <a:solidFill>
                  <a:srgbClr val="132E38"/>
                </a:solidFill>
                <a:latin typeface="Aptos"/>
                <a:ea typeface="Aptos"/>
                <a:cs typeface="Aptos"/>
              </a:defRPr>
            </a:lvl1pPr>
            <a:lvl2pPr algn="l">
              <a:buNone/>
              <a:defRPr sz="3600" b="1">
                <a:solidFill>
                  <a:srgbClr val="132E38"/>
                </a:solidFill>
                <a:latin typeface="Aptos"/>
                <a:ea typeface="Aptos"/>
                <a:cs typeface="Aptos"/>
              </a:defRPr>
            </a:lvl2pPr>
            <a:lvl3pPr algn="l">
              <a:buNone/>
              <a:defRPr sz="3600" b="1">
                <a:solidFill>
                  <a:srgbClr val="132E38"/>
                </a:solidFill>
                <a:latin typeface="Aptos"/>
                <a:ea typeface="Aptos"/>
                <a:cs typeface="Aptos"/>
              </a:defRPr>
            </a:lvl3pPr>
            <a:lvl4pPr algn="l">
              <a:buNone/>
              <a:defRPr sz="3600" b="1">
                <a:solidFill>
                  <a:srgbClr val="132E38"/>
                </a:solidFill>
                <a:latin typeface="Aptos"/>
                <a:ea typeface="Aptos"/>
                <a:cs typeface="Aptos"/>
              </a:defRPr>
            </a:lvl4pPr>
            <a:lvl5pPr algn="l">
              <a:buNone/>
              <a:defRPr sz="3600" b="1">
                <a:solidFill>
                  <a:srgbClr val="132E38"/>
                </a:solidFill>
                <a:latin typeface="Aptos"/>
                <a:ea typeface="Aptos"/>
                <a:cs typeface="Aptos"/>
              </a:defRPr>
            </a:lvl5pPr>
            <a:lvl6pPr algn="l">
              <a:buNone/>
              <a:defRPr sz="3600" b="1">
                <a:solidFill>
                  <a:srgbClr val="132E38"/>
                </a:solidFill>
                <a:latin typeface="Aptos"/>
                <a:ea typeface="Aptos"/>
                <a:cs typeface="Aptos"/>
              </a:defRPr>
            </a:lvl6pPr>
            <a:lvl7pPr algn="l">
              <a:buNone/>
              <a:defRPr sz="3600" b="1">
                <a:solidFill>
                  <a:srgbClr val="132E38"/>
                </a:solidFill>
                <a:latin typeface="Aptos"/>
                <a:ea typeface="Aptos"/>
                <a:cs typeface="Aptos"/>
              </a:defRPr>
            </a:lvl7pPr>
            <a:lvl8pPr algn="l">
              <a:buNone/>
              <a:defRPr sz="3600" b="1">
                <a:solidFill>
                  <a:srgbClr val="132E38"/>
                </a:solidFill>
                <a:latin typeface="Aptos"/>
                <a:ea typeface="Aptos"/>
                <a:cs typeface="Aptos"/>
              </a:defRPr>
            </a:lvl8pPr>
            <a:lvl9pPr algn="l">
              <a:buNone/>
              <a:defRPr sz="3600" b="1">
                <a:solidFill>
                  <a:srgbClr val="132E38"/>
                </a:solidFill>
                <a:latin typeface="Aptos"/>
                <a:ea typeface="Aptos"/>
                <a:cs typeface="Aptos"/>
              </a:defRPr>
            </a:lvl9pPr>
          </a:lstStyle>
          <a:p xmlns:a="http://schemas.openxmlformats.org/drawingml/2006/main">
            <a:pPr algn="l">
              <a:buNone/>
              <a:defRPr sz="3600" b="1">
                <a:solidFill>
                  <a:srgbClr val="132E38"/>
                </a:solidFill>
                <a:latin typeface="Aptos"/>
                <a:ea typeface="Aptos"/>
                <a:cs typeface="Aptos"/>
              </a:defRPr>
            </a:pPr>
            <a:r>
              <a:rPr sz="3600" b="1">
                <a:solidFill>
                  <a:srgbClr val="132E38"/>
                </a:solidFill>
                <a:latin typeface="Aptos"/>
                <a:ea typeface="Aptos"/>
                <a:cs typeface="Aptos"/>
              </a:rPr>
              <a:t>Task lifecycle</a:t>
            </a:r>
          </a:p>
        </p:txBody>
      </p:sp>
      <p:sp>
        <p:nvSpPr>
          <p:cNvPr id="2" name="text-39">
            <a:extLst xmlns:a="http://schemas.openxmlformats.org/drawingml/2006/main">
              <a:ext uri="{FF2B5EF4-FFF2-40B4-BE49-F238E27FC236}">
                <a16:creationId xmlns:a16="http://schemas.microsoft.com/office/drawing/2014/main" id="{BCC5EE8F-603B-44DE-A3CF-E9160245542C}"/>
              </a:ext>
            </a:extLst>
          </p:cNvPr>
          <p:cNvSpPr>
            <a:spLocks xmlns:a="http://schemas.openxmlformats.org/drawingml/2006/main" noGrp="1"/>
          </p:cNvSpPr>
          <p:nvPr/>
        </p:nvSpPr>
        <p:spPr>
          <a:xfrm xmlns:a="http://schemas.openxmlformats.org/drawingml/2006/main">
            <a:off x="14154150" y="8020050"/>
            <a:ext cx="476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500" b="1">
                <a:solidFill>
                  <a:srgbClr val="157D80"/>
                </a:solidFill>
                <a:latin typeface="Aptos"/>
                <a:ea typeface="Aptos"/>
                <a:cs typeface="Aptos"/>
              </a:defRPr>
            </a:defPPr>
            <a:lvl1pPr algn="r">
              <a:buNone/>
              <a:defRPr sz="1500" b="1">
                <a:solidFill>
                  <a:srgbClr val="157D80"/>
                </a:solidFill>
                <a:latin typeface="Aptos"/>
                <a:ea typeface="Aptos"/>
                <a:cs typeface="Aptos"/>
              </a:defRPr>
            </a:lvl1pPr>
            <a:lvl2pPr algn="r">
              <a:buNone/>
              <a:defRPr sz="1500" b="1">
                <a:solidFill>
                  <a:srgbClr val="157D80"/>
                </a:solidFill>
                <a:latin typeface="Aptos"/>
                <a:ea typeface="Aptos"/>
                <a:cs typeface="Aptos"/>
              </a:defRPr>
            </a:lvl2pPr>
            <a:lvl3pPr algn="r">
              <a:buNone/>
              <a:defRPr sz="1500" b="1">
                <a:solidFill>
                  <a:srgbClr val="157D80"/>
                </a:solidFill>
                <a:latin typeface="Aptos"/>
                <a:ea typeface="Aptos"/>
                <a:cs typeface="Aptos"/>
              </a:defRPr>
            </a:lvl3pPr>
            <a:lvl4pPr algn="r">
              <a:buNone/>
              <a:defRPr sz="1500" b="1">
                <a:solidFill>
                  <a:srgbClr val="157D80"/>
                </a:solidFill>
                <a:latin typeface="Aptos"/>
                <a:ea typeface="Aptos"/>
                <a:cs typeface="Aptos"/>
              </a:defRPr>
            </a:lvl4pPr>
            <a:lvl5pPr algn="r">
              <a:buNone/>
              <a:defRPr sz="1500" b="1">
                <a:solidFill>
                  <a:srgbClr val="157D80"/>
                </a:solidFill>
                <a:latin typeface="Aptos"/>
                <a:ea typeface="Aptos"/>
                <a:cs typeface="Aptos"/>
              </a:defRPr>
            </a:lvl5pPr>
            <a:lvl6pPr algn="r">
              <a:buNone/>
              <a:defRPr sz="1500" b="1">
                <a:solidFill>
                  <a:srgbClr val="157D80"/>
                </a:solidFill>
                <a:latin typeface="Aptos"/>
                <a:ea typeface="Aptos"/>
                <a:cs typeface="Aptos"/>
              </a:defRPr>
            </a:lvl6pPr>
            <a:lvl7pPr algn="r">
              <a:buNone/>
              <a:defRPr sz="1500" b="1">
                <a:solidFill>
                  <a:srgbClr val="157D80"/>
                </a:solidFill>
                <a:latin typeface="Aptos"/>
                <a:ea typeface="Aptos"/>
                <a:cs typeface="Aptos"/>
              </a:defRPr>
            </a:lvl7pPr>
            <a:lvl8pPr algn="r">
              <a:buNone/>
              <a:defRPr sz="1500" b="1">
                <a:solidFill>
                  <a:srgbClr val="157D80"/>
                </a:solidFill>
                <a:latin typeface="Aptos"/>
                <a:ea typeface="Aptos"/>
                <a:cs typeface="Aptos"/>
              </a:defRPr>
            </a:lvl8pPr>
            <a:lvl9pPr algn="r">
              <a:buNone/>
              <a:defRPr sz="1500" b="1">
                <a:solidFill>
                  <a:srgbClr val="157D80"/>
                </a:solidFill>
                <a:latin typeface="Aptos"/>
                <a:ea typeface="Aptos"/>
                <a:cs typeface="Aptos"/>
              </a:defRPr>
            </a:lvl9pPr>
          </a:lstStyle>
          <a:p xmlns:a="http://schemas.openxmlformats.org/drawingml/2006/main">
            <a:pPr algn="r">
              <a:buNone/>
              <a:defRPr sz="1500" b="1">
                <a:solidFill>
                  <a:srgbClr val="157D80"/>
                </a:solidFill>
                <a:latin typeface="Aptos"/>
                <a:ea typeface="Aptos"/>
                <a:cs typeface="Aptos"/>
              </a:defRPr>
            </a:pPr>
            <a:r>
              <a:rPr sz="1500" b="1">
                <a:solidFill>
                  <a:srgbClr val="157D80"/>
                </a:solidFill>
                <a:latin typeface="Aptos"/>
                <a:ea typeface="Aptos"/>
                <a:cs typeface="Aptos"/>
              </a:rPr>
              <a:t>2</a:t>
            </a:r>
          </a:p>
        </p:txBody>
      </p:sp>
      <p:sp>
        <p:nvSpPr>
          <p:cNvPr id="3" name="node-40">
            <a:extLst xmlns:a="http://schemas.openxmlformats.org/drawingml/2006/main">
              <a:ext uri="{FF2B5EF4-FFF2-40B4-BE49-F238E27FC236}">
                <a16:creationId xmlns:a16="http://schemas.microsoft.com/office/drawing/2014/main" id="{F9DC9AB3-A9AA-4197-8E5F-6861652CB79A}"/>
              </a:ext>
            </a:extLst>
          </p:cNvPr>
          <p:cNvSpPr>
            <a:spLocks xmlns:a="http://schemas.openxmlformats.org/drawingml/2006/main" noGrp="1"/>
          </p:cNvSpPr>
          <p:nvPr/>
        </p:nvSpPr>
        <p:spPr>
          <a:xfrm xmlns:a="http://schemas.openxmlformats.org/drawingml/2006/main">
            <a:off x="609600" y="2428875"/>
            <a:ext cx="2476500" cy="1666875"/>
          </a:xfrm>
          <a:prstGeom xmlns:a="http://schemas.openxmlformats.org/drawingml/2006/main" prst="rect">
            <a:avLst/>
          </a:prstGeom>
          <a:solidFill xmlns:a="http://schemas.openxmlformats.org/drawingml/2006/main">
            <a:srgbClr val="FFFFFF"/>
          </a:solidFill>
          <a:ln xmlns:a="http://schemas.openxmlformats.org/drawingml/2006/main" w="17145">
            <a:solidFill>
              <a:srgbClr val="B8CACC"/>
            </a:solidFill>
            <a:prstDash val="solid"/>
          </a:ln>
        </p:spPr>
      </p:sp>
      <p:sp>
        <p:nvSpPr>
          <p:cNvPr id="4" name="text-41">
            <a:extLst xmlns:a="http://schemas.openxmlformats.org/drawingml/2006/main">
              <a:ext uri="{FF2B5EF4-FFF2-40B4-BE49-F238E27FC236}">
                <a16:creationId xmlns:a16="http://schemas.microsoft.com/office/drawing/2014/main" id="{B686920C-78F5-4DD1-A028-7FAE9C9254A4}"/>
              </a:ext>
            </a:extLst>
          </p:cNvPr>
          <p:cNvSpPr>
            <a:spLocks xmlns:a="http://schemas.openxmlformats.org/drawingml/2006/main" noGrp="1"/>
          </p:cNvSpPr>
          <p:nvPr/>
        </p:nvSpPr>
        <p:spPr>
          <a:xfrm xmlns:a="http://schemas.openxmlformats.org/drawingml/2006/main">
            <a:off x="800100" y="2590800"/>
            <a:ext cx="2095500" cy="3867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132E38"/>
                </a:solidFill>
                <a:latin typeface="Aptos"/>
                <a:ea typeface="Aptos"/>
                <a:cs typeface="Aptos"/>
              </a:defRPr>
            </a:defPPr>
            <a:lvl1pPr algn="l">
              <a:buNone/>
              <a:defRPr sz="2250" b="1">
                <a:solidFill>
                  <a:srgbClr val="132E38"/>
                </a:solidFill>
                <a:latin typeface="Aptos"/>
                <a:ea typeface="Aptos"/>
                <a:cs typeface="Aptos"/>
              </a:defRPr>
            </a:lvl1pPr>
            <a:lvl2pPr algn="l">
              <a:buNone/>
              <a:defRPr sz="2250" b="1">
                <a:solidFill>
                  <a:srgbClr val="132E38"/>
                </a:solidFill>
                <a:latin typeface="Aptos"/>
                <a:ea typeface="Aptos"/>
                <a:cs typeface="Aptos"/>
              </a:defRPr>
            </a:lvl2pPr>
            <a:lvl3pPr algn="l">
              <a:buNone/>
              <a:defRPr sz="2250" b="1">
                <a:solidFill>
                  <a:srgbClr val="132E38"/>
                </a:solidFill>
                <a:latin typeface="Aptos"/>
                <a:ea typeface="Aptos"/>
                <a:cs typeface="Aptos"/>
              </a:defRPr>
            </a:lvl3pPr>
            <a:lvl4pPr algn="l">
              <a:buNone/>
              <a:defRPr sz="2250" b="1">
                <a:solidFill>
                  <a:srgbClr val="132E38"/>
                </a:solidFill>
                <a:latin typeface="Aptos"/>
                <a:ea typeface="Aptos"/>
                <a:cs typeface="Aptos"/>
              </a:defRPr>
            </a:lvl4pPr>
            <a:lvl5pPr algn="l">
              <a:buNone/>
              <a:defRPr sz="2250" b="1">
                <a:solidFill>
                  <a:srgbClr val="132E38"/>
                </a:solidFill>
                <a:latin typeface="Aptos"/>
                <a:ea typeface="Aptos"/>
                <a:cs typeface="Aptos"/>
              </a:defRPr>
            </a:lvl5pPr>
            <a:lvl6pPr algn="l">
              <a:buNone/>
              <a:defRPr sz="2250" b="1">
                <a:solidFill>
                  <a:srgbClr val="132E38"/>
                </a:solidFill>
                <a:latin typeface="Aptos"/>
                <a:ea typeface="Aptos"/>
                <a:cs typeface="Aptos"/>
              </a:defRPr>
            </a:lvl6pPr>
            <a:lvl7pPr algn="l">
              <a:buNone/>
              <a:defRPr sz="2250" b="1">
                <a:solidFill>
                  <a:srgbClr val="132E38"/>
                </a:solidFill>
                <a:latin typeface="Aptos"/>
                <a:ea typeface="Aptos"/>
                <a:cs typeface="Aptos"/>
              </a:defRPr>
            </a:lvl7pPr>
            <a:lvl8pPr algn="l">
              <a:buNone/>
              <a:defRPr sz="2250" b="1">
                <a:solidFill>
                  <a:srgbClr val="132E38"/>
                </a:solidFill>
                <a:latin typeface="Aptos"/>
                <a:ea typeface="Aptos"/>
                <a:cs typeface="Aptos"/>
              </a:defRPr>
            </a:lvl8pPr>
            <a:lvl9pPr algn="l">
              <a:buNone/>
              <a:defRPr sz="2250" b="1">
                <a:solidFill>
                  <a:srgbClr val="132E38"/>
                </a:solidFill>
                <a:latin typeface="Aptos"/>
                <a:ea typeface="Aptos"/>
                <a:cs typeface="Aptos"/>
              </a:defRPr>
            </a:lvl9pPr>
          </a:lstStyle>
          <a:p xmlns:a="http://schemas.openxmlformats.org/drawingml/2006/main">
            <a:pPr algn="l">
              <a:buNone/>
              <a:defRPr sz="2250" b="1">
                <a:solidFill>
                  <a:srgbClr val="132E38"/>
                </a:solidFill>
                <a:latin typeface="Aptos"/>
                <a:ea typeface="Aptos"/>
                <a:cs typeface="Aptos"/>
              </a:defRPr>
            </a:pPr>
            <a:r>
              <a:rPr sz="2250" b="1">
                <a:solidFill>
                  <a:srgbClr val="132E38"/>
                </a:solidFill>
                <a:latin typeface="Aptos"/>
                <a:ea typeface="Aptos"/>
                <a:cs typeface="Aptos"/>
              </a:rPr>
              <a:t>Task intake</a:t>
            </a:r>
          </a:p>
        </p:txBody>
      </p:sp>
      <p:sp>
        <p:nvSpPr>
          <p:cNvPr id="5" name="text-42">
            <a:extLst xmlns:a="http://schemas.openxmlformats.org/drawingml/2006/main">
              <a:ext uri="{FF2B5EF4-FFF2-40B4-BE49-F238E27FC236}">
                <a16:creationId xmlns:a16="http://schemas.microsoft.com/office/drawing/2014/main" id="{42584B02-B1B3-48E8-A52E-C40A2202F804}"/>
              </a:ext>
            </a:extLst>
          </p:cNvPr>
          <p:cNvSpPr>
            <a:spLocks xmlns:a="http://schemas.openxmlformats.org/drawingml/2006/main" noGrp="1"/>
          </p:cNvSpPr>
          <p:nvPr/>
        </p:nvSpPr>
        <p:spPr>
          <a:xfrm xmlns:a="http://schemas.openxmlformats.org/drawingml/2006/main">
            <a:off x="800100" y="2987040"/>
            <a:ext cx="2095500" cy="9096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4A6572"/>
                </a:solidFill>
                <a:latin typeface="Aptos"/>
                <a:ea typeface="Aptos"/>
                <a:cs typeface="Aptos"/>
              </a:defRPr>
            </a:defPPr>
            <a:lvl1pPr algn="l">
              <a:buNone/>
              <a:defRPr sz="1875" b="0">
                <a:solidFill>
                  <a:srgbClr val="4A6572"/>
                </a:solidFill>
                <a:latin typeface="Aptos"/>
                <a:ea typeface="Aptos"/>
                <a:cs typeface="Aptos"/>
              </a:defRPr>
            </a:lvl1pPr>
            <a:lvl2pPr algn="l">
              <a:buNone/>
              <a:defRPr sz="1875" b="0">
                <a:solidFill>
                  <a:srgbClr val="4A6572"/>
                </a:solidFill>
                <a:latin typeface="Aptos"/>
                <a:ea typeface="Aptos"/>
                <a:cs typeface="Aptos"/>
              </a:defRPr>
            </a:lvl2pPr>
            <a:lvl3pPr algn="l">
              <a:buNone/>
              <a:defRPr sz="1875" b="0">
                <a:solidFill>
                  <a:srgbClr val="4A6572"/>
                </a:solidFill>
                <a:latin typeface="Aptos"/>
                <a:ea typeface="Aptos"/>
                <a:cs typeface="Aptos"/>
              </a:defRPr>
            </a:lvl3pPr>
            <a:lvl4pPr algn="l">
              <a:buNone/>
              <a:defRPr sz="1875" b="0">
                <a:solidFill>
                  <a:srgbClr val="4A6572"/>
                </a:solidFill>
                <a:latin typeface="Aptos"/>
                <a:ea typeface="Aptos"/>
                <a:cs typeface="Aptos"/>
              </a:defRPr>
            </a:lvl4pPr>
            <a:lvl5pPr algn="l">
              <a:buNone/>
              <a:defRPr sz="1875" b="0">
                <a:solidFill>
                  <a:srgbClr val="4A6572"/>
                </a:solidFill>
                <a:latin typeface="Aptos"/>
                <a:ea typeface="Aptos"/>
                <a:cs typeface="Aptos"/>
              </a:defRPr>
            </a:lvl5pPr>
            <a:lvl6pPr algn="l">
              <a:buNone/>
              <a:defRPr sz="1875" b="0">
                <a:solidFill>
                  <a:srgbClr val="4A6572"/>
                </a:solidFill>
                <a:latin typeface="Aptos"/>
                <a:ea typeface="Aptos"/>
                <a:cs typeface="Aptos"/>
              </a:defRPr>
            </a:lvl6pPr>
            <a:lvl7pPr algn="l">
              <a:buNone/>
              <a:defRPr sz="1875" b="0">
                <a:solidFill>
                  <a:srgbClr val="4A6572"/>
                </a:solidFill>
                <a:latin typeface="Aptos"/>
                <a:ea typeface="Aptos"/>
                <a:cs typeface="Aptos"/>
              </a:defRPr>
            </a:lvl7pPr>
            <a:lvl8pPr algn="l">
              <a:buNone/>
              <a:defRPr sz="1875" b="0">
                <a:solidFill>
                  <a:srgbClr val="4A6572"/>
                </a:solidFill>
                <a:latin typeface="Aptos"/>
                <a:ea typeface="Aptos"/>
                <a:cs typeface="Aptos"/>
              </a:defRPr>
            </a:lvl8pPr>
            <a:lvl9pPr algn="l">
              <a:buNone/>
              <a:defRPr sz="1875" b="0">
                <a:solidFill>
                  <a:srgbClr val="4A6572"/>
                </a:solidFill>
                <a:latin typeface="Aptos"/>
                <a:ea typeface="Aptos"/>
                <a:cs typeface="Aptos"/>
              </a:defRPr>
            </a:lvl9pPr>
          </a:lstStyle>
          <a:p xmlns:a="http://schemas.openxmlformats.org/drawingml/2006/main">
            <a:pPr algn="l">
              <a:buNone/>
              <a:defRPr sz="1875" b="0">
                <a:solidFill>
                  <a:srgbClr val="4A6572"/>
                </a:solidFill>
                <a:latin typeface="Aptos"/>
                <a:ea typeface="Aptos"/>
                <a:cs typeface="Aptos"/>
              </a:defRPr>
            </a:pPr>
            <a:r>
              <a:rPr sz="1875" b="0">
                <a:solidFill>
                  <a:srgbClr val="4A6572"/>
                </a:solidFill>
                <a:latin typeface="Aptos"/>
                <a:ea typeface="Aptos"/>
                <a:cs typeface="Aptos"/>
              </a:rPr>
              <a:t>Objective and</a:t>
            </a:r>
          </a:p>
          <a:p xmlns:a="http://schemas.openxmlformats.org/drawingml/2006/main">
            <a:pPr algn="l">
              <a:buNone/>
              <a:defRPr sz="1875" b="0">
                <a:solidFill>
                  <a:srgbClr val="4A6572"/>
                </a:solidFill>
                <a:latin typeface="Aptos"/>
                <a:ea typeface="Aptos"/>
                <a:cs typeface="Aptos"/>
              </a:defRPr>
            </a:pPr>
            <a:r>
              <a:rPr sz="1875" b="0">
                <a:solidFill>
                  <a:srgbClr val="4A6572"/>
                </a:solidFill>
                <a:latin typeface="Aptos"/>
                <a:ea typeface="Aptos"/>
                <a:cs typeface="Aptos"/>
              </a:rPr>
              <a:t>source</a:t>
            </a:r>
          </a:p>
          <a:p xmlns:a="http://schemas.openxmlformats.org/drawingml/2006/main">
            <a:pPr algn="l">
              <a:buNone/>
              <a:defRPr sz="1875" b="0">
                <a:solidFill>
                  <a:srgbClr val="4A6572"/>
                </a:solidFill>
                <a:latin typeface="Aptos"/>
                <a:ea typeface="Aptos"/>
                <a:cs typeface="Aptos"/>
              </a:defRPr>
            </a:pPr>
            <a:r>
              <a:rPr sz="1875" b="0">
                <a:solidFill>
                  <a:srgbClr val="4A6572"/>
                </a:solidFill>
                <a:latin typeface="Aptos"/>
                <a:ea typeface="Aptos"/>
                <a:cs typeface="Aptos"/>
              </a:rPr>
              <a:t>Done criteria</a:t>
            </a:r>
          </a:p>
        </p:txBody>
      </p:sp>
      <p:sp>
        <p:nvSpPr>
          <p:cNvPr id="6" name="node-43">
            <a:extLst xmlns:a="http://schemas.openxmlformats.org/drawingml/2006/main">
              <a:ext uri="{FF2B5EF4-FFF2-40B4-BE49-F238E27FC236}">
                <a16:creationId xmlns:a16="http://schemas.microsoft.com/office/drawing/2014/main" id="{419435F1-5638-445F-9B5F-1401A1E7A1B7}"/>
              </a:ext>
            </a:extLst>
          </p:cNvPr>
          <p:cNvSpPr>
            <a:spLocks xmlns:a="http://schemas.openxmlformats.org/drawingml/2006/main" noGrp="1"/>
          </p:cNvSpPr>
          <p:nvPr/>
        </p:nvSpPr>
        <p:spPr>
          <a:xfrm xmlns:a="http://schemas.openxmlformats.org/drawingml/2006/main">
            <a:off x="3495675" y="2428875"/>
            <a:ext cx="2476500" cy="1666875"/>
          </a:xfrm>
          <a:prstGeom xmlns:a="http://schemas.openxmlformats.org/drawingml/2006/main" prst="rect">
            <a:avLst/>
          </a:prstGeom>
          <a:solidFill xmlns:a="http://schemas.openxmlformats.org/drawingml/2006/main">
            <a:srgbClr val="FFFFFF"/>
          </a:solidFill>
          <a:ln xmlns:a="http://schemas.openxmlformats.org/drawingml/2006/main" w="17145">
            <a:solidFill>
              <a:srgbClr val="B8CACC"/>
            </a:solidFill>
            <a:prstDash val="solid"/>
          </a:ln>
        </p:spPr>
      </p:sp>
      <p:sp>
        <p:nvSpPr>
          <p:cNvPr id="7" name="text-44">
            <a:extLst xmlns:a="http://schemas.openxmlformats.org/drawingml/2006/main">
              <a:ext uri="{FF2B5EF4-FFF2-40B4-BE49-F238E27FC236}">
                <a16:creationId xmlns:a16="http://schemas.microsoft.com/office/drawing/2014/main" id="{303EC00A-0E83-4A4E-A129-0848D5EDE435}"/>
              </a:ext>
            </a:extLst>
          </p:cNvPr>
          <p:cNvSpPr>
            <a:spLocks xmlns:a="http://schemas.openxmlformats.org/drawingml/2006/main" noGrp="1"/>
          </p:cNvSpPr>
          <p:nvPr/>
        </p:nvSpPr>
        <p:spPr>
          <a:xfrm xmlns:a="http://schemas.openxmlformats.org/drawingml/2006/main">
            <a:off x="3686175" y="2590800"/>
            <a:ext cx="2095500" cy="3867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132E38"/>
                </a:solidFill>
                <a:latin typeface="Aptos"/>
                <a:ea typeface="Aptos"/>
                <a:cs typeface="Aptos"/>
              </a:defRPr>
            </a:defPPr>
            <a:lvl1pPr algn="l">
              <a:buNone/>
              <a:defRPr sz="2250" b="1">
                <a:solidFill>
                  <a:srgbClr val="132E38"/>
                </a:solidFill>
                <a:latin typeface="Aptos"/>
                <a:ea typeface="Aptos"/>
                <a:cs typeface="Aptos"/>
              </a:defRPr>
            </a:lvl1pPr>
            <a:lvl2pPr algn="l">
              <a:buNone/>
              <a:defRPr sz="2250" b="1">
                <a:solidFill>
                  <a:srgbClr val="132E38"/>
                </a:solidFill>
                <a:latin typeface="Aptos"/>
                <a:ea typeface="Aptos"/>
                <a:cs typeface="Aptos"/>
              </a:defRPr>
            </a:lvl2pPr>
            <a:lvl3pPr algn="l">
              <a:buNone/>
              <a:defRPr sz="2250" b="1">
                <a:solidFill>
                  <a:srgbClr val="132E38"/>
                </a:solidFill>
                <a:latin typeface="Aptos"/>
                <a:ea typeface="Aptos"/>
                <a:cs typeface="Aptos"/>
              </a:defRPr>
            </a:lvl3pPr>
            <a:lvl4pPr algn="l">
              <a:buNone/>
              <a:defRPr sz="2250" b="1">
                <a:solidFill>
                  <a:srgbClr val="132E38"/>
                </a:solidFill>
                <a:latin typeface="Aptos"/>
                <a:ea typeface="Aptos"/>
                <a:cs typeface="Aptos"/>
              </a:defRPr>
            </a:lvl4pPr>
            <a:lvl5pPr algn="l">
              <a:buNone/>
              <a:defRPr sz="2250" b="1">
                <a:solidFill>
                  <a:srgbClr val="132E38"/>
                </a:solidFill>
                <a:latin typeface="Aptos"/>
                <a:ea typeface="Aptos"/>
                <a:cs typeface="Aptos"/>
              </a:defRPr>
            </a:lvl5pPr>
            <a:lvl6pPr algn="l">
              <a:buNone/>
              <a:defRPr sz="2250" b="1">
                <a:solidFill>
                  <a:srgbClr val="132E38"/>
                </a:solidFill>
                <a:latin typeface="Aptos"/>
                <a:ea typeface="Aptos"/>
                <a:cs typeface="Aptos"/>
              </a:defRPr>
            </a:lvl6pPr>
            <a:lvl7pPr algn="l">
              <a:buNone/>
              <a:defRPr sz="2250" b="1">
                <a:solidFill>
                  <a:srgbClr val="132E38"/>
                </a:solidFill>
                <a:latin typeface="Aptos"/>
                <a:ea typeface="Aptos"/>
                <a:cs typeface="Aptos"/>
              </a:defRPr>
            </a:lvl7pPr>
            <a:lvl8pPr algn="l">
              <a:buNone/>
              <a:defRPr sz="2250" b="1">
                <a:solidFill>
                  <a:srgbClr val="132E38"/>
                </a:solidFill>
                <a:latin typeface="Aptos"/>
                <a:ea typeface="Aptos"/>
                <a:cs typeface="Aptos"/>
              </a:defRPr>
            </a:lvl8pPr>
            <a:lvl9pPr algn="l">
              <a:buNone/>
              <a:defRPr sz="2250" b="1">
                <a:solidFill>
                  <a:srgbClr val="132E38"/>
                </a:solidFill>
                <a:latin typeface="Aptos"/>
                <a:ea typeface="Aptos"/>
                <a:cs typeface="Aptos"/>
              </a:defRPr>
            </a:lvl9pPr>
          </a:lstStyle>
          <a:p xmlns:a="http://schemas.openxmlformats.org/drawingml/2006/main">
            <a:pPr algn="l">
              <a:buNone/>
              <a:defRPr sz="2250" b="1">
                <a:solidFill>
                  <a:srgbClr val="132E38"/>
                </a:solidFill>
                <a:latin typeface="Aptos"/>
                <a:ea typeface="Aptos"/>
                <a:cs typeface="Aptos"/>
              </a:defRPr>
            </a:pPr>
            <a:r>
              <a:rPr sz="2250" b="1">
                <a:solidFill>
                  <a:srgbClr val="132E38"/>
                </a:solidFill>
                <a:latin typeface="Aptos"/>
                <a:ea typeface="Aptos"/>
                <a:cs typeface="Aptos"/>
              </a:rPr>
              <a:t>Coordinator</a:t>
            </a:r>
          </a:p>
        </p:txBody>
      </p:sp>
      <p:sp>
        <p:nvSpPr>
          <p:cNvPr id="8" name="text-45">
            <a:extLst xmlns:a="http://schemas.openxmlformats.org/drawingml/2006/main">
              <a:ext uri="{FF2B5EF4-FFF2-40B4-BE49-F238E27FC236}">
                <a16:creationId xmlns:a16="http://schemas.microsoft.com/office/drawing/2014/main" id="{53F419D5-F8B6-4641-8B9B-A5B482A2284D}"/>
              </a:ext>
            </a:extLst>
          </p:cNvPr>
          <p:cNvSpPr>
            <a:spLocks xmlns:a="http://schemas.openxmlformats.org/drawingml/2006/main" noGrp="1"/>
          </p:cNvSpPr>
          <p:nvPr/>
        </p:nvSpPr>
        <p:spPr>
          <a:xfrm xmlns:a="http://schemas.openxmlformats.org/drawingml/2006/main">
            <a:off x="3686175" y="2987040"/>
            <a:ext cx="2095500" cy="64236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4A6572"/>
                </a:solidFill>
                <a:latin typeface="Aptos"/>
                <a:ea typeface="Aptos"/>
                <a:cs typeface="Aptos"/>
              </a:defRPr>
            </a:defPPr>
            <a:lvl1pPr algn="l">
              <a:buNone/>
              <a:defRPr sz="1950" b="0">
                <a:solidFill>
                  <a:srgbClr val="4A6572"/>
                </a:solidFill>
                <a:latin typeface="Aptos"/>
                <a:ea typeface="Aptos"/>
                <a:cs typeface="Aptos"/>
              </a:defRPr>
            </a:lvl1pPr>
            <a:lvl2pPr algn="l">
              <a:buNone/>
              <a:defRPr sz="1950" b="0">
                <a:solidFill>
                  <a:srgbClr val="4A6572"/>
                </a:solidFill>
                <a:latin typeface="Aptos"/>
                <a:ea typeface="Aptos"/>
                <a:cs typeface="Aptos"/>
              </a:defRPr>
            </a:lvl2pPr>
            <a:lvl3pPr algn="l">
              <a:buNone/>
              <a:defRPr sz="1950" b="0">
                <a:solidFill>
                  <a:srgbClr val="4A6572"/>
                </a:solidFill>
                <a:latin typeface="Aptos"/>
                <a:ea typeface="Aptos"/>
                <a:cs typeface="Aptos"/>
              </a:defRPr>
            </a:lvl3pPr>
            <a:lvl4pPr algn="l">
              <a:buNone/>
              <a:defRPr sz="1950" b="0">
                <a:solidFill>
                  <a:srgbClr val="4A6572"/>
                </a:solidFill>
                <a:latin typeface="Aptos"/>
                <a:ea typeface="Aptos"/>
                <a:cs typeface="Aptos"/>
              </a:defRPr>
            </a:lvl4pPr>
            <a:lvl5pPr algn="l">
              <a:buNone/>
              <a:defRPr sz="1950" b="0">
                <a:solidFill>
                  <a:srgbClr val="4A6572"/>
                </a:solidFill>
                <a:latin typeface="Aptos"/>
                <a:ea typeface="Aptos"/>
                <a:cs typeface="Aptos"/>
              </a:defRPr>
            </a:lvl5pPr>
            <a:lvl6pPr algn="l">
              <a:buNone/>
              <a:defRPr sz="1950" b="0">
                <a:solidFill>
                  <a:srgbClr val="4A6572"/>
                </a:solidFill>
                <a:latin typeface="Aptos"/>
                <a:ea typeface="Aptos"/>
                <a:cs typeface="Aptos"/>
              </a:defRPr>
            </a:lvl6pPr>
            <a:lvl7pPr algn="l">
              <a:buNone/>
              <a:defRPr sz="1950" b="0">
                <a:solidFill>
                  <a:srgbClr val="4A6572"/>
                </a:solidFill>
                <a:latin typeface="Aptos"/>
                <a:ea typeface="Aptos"/>
                <a:cs typeface="Aptos"/>
              </a:defRPr>
            </a:lvl7pPr>
            <a:lvl8pPr algn="l">
              <a:buNone/>
              <a:defRPr sz="1950" b="0">
                <a:solidFill>
                  <a:srgbClr val="4A6572"/>
                </a:solidFill>
                <a:latin typeface="Aptos"/>
                <a:ea typeface="Aptos"/>
                <a:cs typeface="Aptos"/>
              </a:defRPr>
            </a:lvl8pPr>
            <a:lvl9pPr algn="l">
              <a:buNone/>
              <a:defRPr sz="1950" b="0">
                <a:solidFill>
                  <a:srgbClr val="4A6572"/>
                </a:solidFill>
                <a:latin typeface="Aptos"/>
                <a:ea typeface="Aptos"/>
                <a:cs typeface="Aptos"/>
              </a:defRPr>
            </a:lvl9pPr>
          </a:lstStyle>
          <a:p xmlns:a="http://schemas.openxmlformats.org/drawingml/2006/main">
            <a:pPr algn="l">
              <a:buNone/>
              <a:defRPr sz="1950" b="0">
                <a:solidFill>
                  <a:srgbClr val="4A6572"/>
                </a:solidFill>
                <a:latin typeface="Aptos"/>
                <a:ea typeface="Aptos"/>
                <a:cs typeface="Aptos"/>
              </a:defRPr>
            </a:pPr>
            <a:r>
              <a:rPr sz="1950" b="0">
                <a:solidFill>
                  <a:srgbClr val="4A6572"/>
                </a:solidFill>
                <a:latin typeface="Aptos"/>
                <a:ea typeface="Aptos"/>
                <a:cs typeface="Aptos"/>
              </a:rPr>
              <a:t>Decompose</a:t>
            </a:r>
          </a:p>
          <a:p xmlns:a="http://schemas.openxmlformats.org/drawingml/2006/main">
            <a:pPr algn="l">
              <a:buNone/>
              <a:defRPr sz="1950" b="0">
                <a:solidFill>
                  <a:srgbClr val="4A6572"/>
                </a:solidFill>
                <a:latin typeface="Aptos"/>
                <a:ea typeface="Aptos"/>
                <a:cs typeface="Aptos"/>
              </a:defRPr>
            </a:pPr>
            <a:r>
              <a:rPr sz="1950" b="0">
                <a:solidFill>
                  <a:srgbClr val="4A6572"/>
                </a:solidFill>
                <a:latin typeface="Aptos"/>
                <a:ea typeface="Aptos"/>
                <a:cs typeface="Aptos"/>
              </a:rPr>
              <a:t>Delegate</a:t>
            </a:r>
          </a:p>
        </p:txBody>
      </p:sp>
      <p:sp>
        <p:nvSpPr>
          <p:cNvPr id="9" name="node-46">
            <a:extLst xmlns:a="http://schemas.openxmlformats.org/drawingml/2006/main">
              <a:ext uri="{FF2B5EF4-FFF2-40B4-BE49-F238E27FC236}">
                <a16:creationId xmlns:a16="http://schemas.microsoft.com/office/drawing/2014/main" id="{1589C988-1BBC-4EAE-B3C8-802250EAB29D}"/>
              </a:ext>
            </a:extLst>
          </p:cNvPr>
          <p:cNvSpPr>
            <a:spLocks xmlns:a="http://schemas.openxmlformats.org/drawingml/2006/main" noGrp="1"/>
          </p:cNvSpPr>
          <p:nvPr/>
        </p:nvSpPr>
        <p:spPr>
          <a:xfrm xmlns:a="http://schemas.openxmlformats.org/drawingml/2006/main">
            <a:off x="6381750" y="2428875"/>
            <a:ext cx="2476500" cy="1666875"/>
          </a:xfrm>
          <a:prstGeom xmlns:a="http://schemas.openxmlformats.org/drawingml/2006/main" prst="rect">
            <a:avLst/>
          </a:prstGeom>
          <a:solidFill xmlns:a="http://schemas.openxmlformats.org/drawingml/2006/main">
            <a:srgbClr val="FFFFFF"/>
          </a:solidFill>
          <a:ln xmlns:a="http://schemas.openxmlformats.org/drawingml/2006/main" w="17145">
            <a:solidFill>
              <a:srgbClr val="B8CACC"/>
            </a:solidFill>
            <a:prstDash val="solid"/>
          </a:ln>
        </p:spPr>
      </p:sp>
      <p:sp>
        <p:nvSpPr>
          <p:cNvPr id="10" name="text-47">
            <a:extLst xmlns:a="http://schemas.openxmlformats.org/drawingml/2006/main">
              <a:ext uri="{FF2B5EF4-FFF2-40B4-BE49-F238E27FC236}">
                <a16:creationId xmlns:a16="http://schemas.microsoft.com/office/drawing/2014/main" id="{D115F70E-0C7D-4548-9706-7F75A23D09C1}"/>
              </a:ext>
            </a:extLst>
          </p:cNvPr>
          <p:cNvSpPr>
            <a:spLocks xmlns:a="http://schemas.openxmlformats.org/drawingml/2006/main" noGrp="1"/>
          </p:cNvSpPr>
          <p:nvPr/>
        </p:nvSpPr>
        <p:spPr>
          <a:xfrm xmlns:a="http://schemas.openxmlformats.org/drawingml/2006/main">
            <a:off x="6572250" y="2590800"/>
            <a:ext cx="2095500" cy="37509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1">
                <a:solidFill>
                  <a:srgbClr val="132E38"/>
                </a:solidFill>
                <a:latin typeface="Aptos"/>
                <a:ea typeface="Aptos"/>
                <a:cs typeface="Aptos"/>
              </a:defRPr>
            </a:defPPr>
            <a:lvl1pPr algn="l">
              <a:buNone/>
              <a:defRPr sz="2175" b="1">
                <a:solidFill>
                  <a:srgbClr val="132E38"/>
                </a:solidFill>
                <a:latin typeface="Aptos"/>
                <a:ea typeface="Aptos"/>
                <a:cs typeface="Aptos"/>
              </a:defRPr>
            </a:lvl1pPr>
            <a:lvl2pPr algn="l">
              <a:buNone/>
              <a:defRPr sz="2175" b="1">
                <a:solidFill>
                  <a:srgbClr val="132E38"/>
                </a:solidFill>
                <a:latin typeface="Aptos"/>
                <a:ea typeface="Aptos"/>
                <a:cs typeface="Aptos"/>
              </a:defRPr>
            </a:lvl2pPr>
            <a:lvl3pPr algn="l">
              <a:buNone/>
              <a:defRPr sz="2175" b="1">
                <a:solidFill>
                  <a:srgbClr val="132E38"/>
                </a:solidFill>
                <a:latin typeface="Aptos"/>
                <a:ea typeface="Aptos"/>
                <a:cs typeface="Aptos"/>
              </a:defRPr>
            </a:lvl3pPr>
            <a:lvl4pPr algn="l">
              <a:buNone/>
              <a:defRPr sz="2175" b="1">
                <a:solidFill>
                  <a:srgbClr val="132E38"/>
                </a:solidFill>
                <a:latin typeface="Aptos"/>
                <a:ea typeface="Aptos"/>
                <a:cs typeface="Aptos"/>
              </a:defRPr>
            </a:lvl4pPr>
            <a:lvl5pPr algn="l">
              <a:buNone/>
              <a:defRPr sz="2175" b="1">
                <a:solidFill>
                  <a:srgbClr val="132E38"/>
                </a:solidFill>
                <a:latin typeface="Aptos"/>
                <a:ea typeface="Aptos"/>
                <a:cs typeface="Aptos"/>
              </a:defRPr>
            </a:lvl5pPr>
            <a:lvl6pPr algn="l">
              <a:buNone/>
              <a:defRPr sz="2175" b="1">
                <a:solidFill>
                  <a:srgbClr val="132E38"/>
                </a:solidFill>
                <a:latin typeface="Aptos"/>
                <a:ea typeface="Aptos"/>
                <a:cs typeface="Aptos"/>
              </a:defRPr>
            </a:lvl6pPr>
            <a:lvl7pPr algn="l">
              <a:buNone/>
              <a:defRPr sz="2175" b="1">
                <a:solidFill>
                  <a:srgbClr val="132E38"/>
                </a:solidFill>
                <a:latin typeface="Aptos"/>
                <a:ea typeface="Aptos"/>
                <a:cs typeface="Aptos"/>
              </a:defRPr>
            </a:lvl7pPr>
            <a:lvl8pPr algn="l">
              <a:buNone/>
              <a:defRPr sz="2175" b="1">
                <a:solidFill>
                  <a:srgbClr val="132E38"/>
                </a:solidFill>
                <a:latin typeface="Aptos"/>
                <a:ea typeface="Aptos"/>
                <a:cs typeface="Aptos"/>
              </a:defRPr>
            </a:lvl8pPr>
            <a:lvl9pPr algn="l">
              <a:buNone/>
              <a:defRPr sz="2175" b="1">
                <a:solidFill>
                  <a:srgbClr val="132E38"/>
                </a:solidFill>
                <a:latin typeface="Aptos"/>
                <a:ea typeface="Aptos"/>
                <a:cs typeface="Aptos"/>
              </a:defRPr>
            </a:lvl9pPr>
          </a:lstStyle>
          <a:p xmlns:a="http://schemas.openxmlformats.org/drawingml/2006/main">
            <a:pPr algn="l">
              <a:buNone/>
              <a:defRPr sz="2175" b="1">
                <a:solidFill>
                  <a:srgbClr val="132E38"/>
                </a:solidFill>
                <a:latin typeface="Aptos"/>
                <a:ea typeface="Aptos"/>
                <a:cs typeface="Aptos"/>
              </a:defRPr>
            </a:pPr>
            <a:r>
              <a:rPr sz="2175" b="1">
                <a:solidFill>
                  <a:srgbClr val="132E38"/>
                </a:solidFill>
                <a:latin typeface="Aptos"/>
                <a:ea typeface="Aptos"/>
                <a:cs typeface="Aptos"/>
              </a:rPr>
              <a:t>Claim task</a:t>
            </a:r>
          </a:p>
        </p:txBody>
      </p:sp>
      <p:sp>
        <p:nvSpPr>
          <p:cNvPr id="11" name="text-48">
            <a:extLst xmlns:a="http://schemas.openxmlformats.org/drawingml/2006/main">
              <a:ext uri="{FF2B5EF4-FFF2-40B4-BE49-F238E27FC236}">
                <a16:creationId xmlns:a16="http://schemas.microsoft.com/office/drawing/2014/main" id="{290BEB40-602D-41B7-A1A7-0BF1B6FCB946}"/>
              </a:ext>
            </a:extLst>
          </p:cNvPr>
          <p:cNvSpPr>
            <a:spLocks xmlns:a="http://schemas.openxmlformats.org/drawingml/2006/main" noGrp="1"/>
          </p:cNvSpPr>
          <p:nvPr/>
        </p:nvSpPr>
        <p:spPr>
          <a:xfrm xmlns:a="http://schemas.openxmlformats.org/drawingml/2006/main">
            <a:off x="6572250" y="2975420"/>
            <a:ext cx="2095500" cy="9096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4A6572"/>
                </a:solidFill>
                <a:latin typeface="Aptos"/>
                <a:ea typeface="Aptos"/>
                <a:cs typeface="Aptos"/>
              </a:defRPr>
            </a:defPPr>
            <a:lvl1pPr algn="l">
              <a:buNone/>
              <a:defRPr sz="1875" b="0">
                <a:solidFill>
                  <a:srgbClr val="4A6572"/>
                </a:solidFill>
                <a:latin typeface="Aptos"/>
                <a:ea typeface="Aptos"/>
                <a:cs typeface="Aptos"/>
              </a:defRPr>
            </a:lvl1pPr>
            <a:lvl2pPr algn="l">
              <a:buNone/>
              <a:defRPr sz="1875" b="0">
                <a:solidFill>
                  <a:srgbClr val="4A6572"/>
                </a:solidFill>
                <a:latin typeface="Aptos"/>
                <a:ea typeface="Aptos"/>
                <a:cs typeface="Aptos"/>
              </a:defRPr>
            </a:lvl2pPr>
            <a:lvl3pPr algn="l">
              <a:buNone/>
              <a:defRPr sz="1875" b="0">
                <a:solidFill>
                  <a:srgbClr val="4A6572"/>
                </a:solidFill>
                <a:latin typeface="Aptos"/>
                <a:ea typeface="Aptos"/>
                <a:cs typeface="Aptos"/>
              </a:defRPr>
            </a:lvl3pPr>
            <a:lvl4pPr algn="l">
              <a:buNone/>
              <a:defRPr sz="1875" b="0">
                <a:solidFill>
                  <a:srgbClr val="4A6572"/>
                </a:solidFill>
                <a:latin typeface="Aptos"/>
                <a:ea typeface="Aptos"/>
                <a:cs typeface="Aptos"/>
              </a:defRPr>
            </a:lvl4pPr>
            <a:lvl5pPr algn="l">
              <a:buNone/>
              <a:defRPr sz="1875" b="0">
                <a:solidFill>
                  <a:srgbClr val="4A6572"/>
                </a:solidFill>
                <a:latin typeface="Aptos"/>
                <a:ea typeface="Aptos"/>
                <a:cs typeface="Aptos"/>
              </a:defRPr>
            </a:lvl5pPr>
            <a:lvl6pPr algn="l">
              <a:buNone/>
              <a:defRPr sz="1875" b="0">
                <a:solidFill>
                  <a:srgbClr val="4A6572"/>
                </a:solidFill>
                <a:latin typeface="Aptos"/>
                <a:ea typeface="Aptos"/>
                <a:cs typeface="Aptos"/>
              </a:defRPr>
            </a:lvl6pPr>
            <a:lvl7pPr algn="l">
              <a:buNone/>
              <a:defRPr sz="1875" b="0">
                <a:solidFill>
                  <a:srgbClr val="4A6572"/>
                </a:solidFill>
                <a:latin typeface="Aptos"/>
                <a:ea typeface="Aptos"/>
                <a:cs typeface="Aptos"/>
              </a:defRPr>
            </a:lvl7pPr>
            <a:lvl8pPr algn="l">
              <a:buNone/>
              <a:defRPr sz="1875" b="0">
                <a:solidFill>
                  <a:srgbClr val="4A6572"/>
                </a:solidFill>
                <a:latin typeface="Aptos"/>
                <a:ea typeface="Aptos"/>
                <a:cs typeface="Aptos"/>
              </a:defRPr>
            </a:lvl8pPr>
            <a:lvl9pPr algn="l">
              <a:buNone/>
              <a:defRPr sz="1875" b="0">
                <a:solidFill>
                  <a:srgbClr val="4A6572"/>
                </a:solidFill>
                <a:latin typeface="Aptos"/>
                <a:ea typeface="Aptos"/>
                <a:cs typeface="Aptos"/>
              </a:defRPr>
            </a:lvl9pPr>
          </a:lstStyle>
          <a:p xmlns:a="http://schemas.openxmlformats.org/drawingml/2006/main">
            <a:pPr algn="l">
              <a:buNone/>
              <a:defRPr sz="1875" b="0">
                <a:solidFill>
                  <a:srgbClr val="4A6572"/>
                </a:solidFill>
                <a:latin typeface="Aptos"/>
                <a:ea typeface="Aptos"/>
                <a:cs typeface="Aptos"/>
              </a:defRPr>
            </a:pPr>
            <a:r>
              <a:rPr sz="1875" b="0">
                <a:solidFill>
                  <a:srgbClr val="4A6572"/>
                </a:solidFill>
                <a:latin typeface="Aptos"/>
                <a:ea typeface="Aptos"/>
                <a:cs typeface="Aptos"/>
              </a:rPr>
              <a:t>Dependencies</a:t>
            </a:r>
          </a:p>
          <a:p xmlns:a="http://schemas.openxmlformats.org/drawingml/2006/main">
            <a:pPr algn="l">
              <a:buNone/>
              <a:defRPr sz="1875" b="0">
                <a:solidFill>
                  <a:srgbClr val="4A6572"/>
                </a:solidFill>
                <a:latin typeface="Aptos"/>
                <a:ea typeface="Aptos"/>
                <a:cs typeface="Aptos"/>
              </a:defRPr>
            </a:pPr>
            <a:r>
              <a:rPr sz="1875" b="0">
                <a:solidFill>
                  <a:srgbClr val="4A6572"/>
                </a:solidFill>
                <a:latin typeface="Aptos"/>
                <a:ea typeface="Aptos"/>
                <a:cs typeface="Aptos"/>
              </a:rPr>
              <a:t>Exclusive</a:t>
            </a:r>
          </a:p>
          <a:p xmlns:a="http://schemas.openxmlformats.org/drawingml/2006/main">
            <a:pPr algn="l">
              <a:buNone/>
              <a:defRPr sz="1875" b="0">
                <a:solidFill>
                  <a:srgbClr val="4A6572"/>
                </a:solidFill>
                <a:latin typeface="Aptos"/>
                <a:ea typeface="Aptos"/>
                <a:cs typeface="Aptos"/>
              </a:defRPr>
            </a:pPr>
            <a:r>
              <a:rPr sz="1875" b="0">
                <a:solidFill>
                  <a:srgbClr val="4A6572"/>
                </a:solidFill>
                <a:latin typeface="Aptos"/>
                <a:ea typeface="Aptos"/>
                <a:cs typeface="Aptos"/>
              </a:rPr>
              <a:t>checkout</a:t>
            </a:r>
          </a:p>
        </p:txBody>
      </p:sp>
      <p:sp>
        <p:nvSpPr>
          <p:cNvPr id="12" name="node-49">
            <a:extLst xmlns:a="http://schemas.openxmlformats.org/drawingml/2006/main">
              <a:ext uri="{FF2B5EF4-FFF2-40B4-BE49-F238E27FC236}">
                <a16:creationId xmlns:a16="http://schemas.microsoft.com/office/drawing/2014/main" id="{E531CC32-C727-4F28-8BE8-8C62CDAD3FF2}"/>
              </a:ext>
            </a:extLst>
          </p:cNvPr>
          <p:cNvSpPr>
            <a:spLocks xmlns:a="http://schemas.openxmlformats.org/drawingml/2006/main" noGrp="1"/>
          </p:cNvSpPr>
          <p:nvPr/>
        </p:nvSpPr>
        <p:spPr>
          <a:xfrm xmlns:a="http://schemas.openxmlformats.org/drawingml/2006/main">
            <a:off x="9267825" y="2428875"/>
            <a:ext cx="2476500" cy="1666875"/>
          </a:xfrm>
          <a:prstGeom xmlns:a="http://schemas.openxmlformats.org/drawingml/2006/main" prst="rect">
            <a:avLst/>
          </a:prstGeom>
          <a:solidFill xmlns:a="http://schemas.openxmlformats.org/drawingml/2006/main">
            <a:srgbClr val="FFFFFF"/>
          </a:solidFill>
          <a:ln xmlns:a="http://schemas.openxmlformats.org/drawingml/2006/main" w="17145">
            <a:solidFill>
              <a:srgbClr val="B8CACC"/>
            </a:solidFill>
            <a:prstDash val="solid"/>
          </a:ln>
        </p:spPr>
      </p:sp>
      <p:sp>
        <p:nvSpPr>
          <p:cNvPr id="13" name="text-50">
            <a:extLst xmlns:a="http://schemas.openxmlformats.org/drawingml/2006/main">
              <a:ext uri="{FF2B5EF4-FFF2-40B4-BE49-F238E27FC236}">
                <a16:creationId xmlns:a16="http://schemas.microsoft.com/office/drawing/2014/main" id="{4658FEF7-BFCE-4681-80F5-2A81631E2B9B}"/>
              </a:ext>
            </a:extLst>
          </p:cNvPr>
          <p:cNvSpPr>
            <a:spLocks xmlns:a="http://schemas.openxmlformats.org/drawingml/2006/main" noGrp="1"/>
          </p:cNvSpPr>
          <p:nvPr/>
        </p:nvSpPr>
        <p:spPr>
          <a:xfrm xmlns:a="http://schemas.openxmlformats.org/drawingml/2006/main">
            <a:off x="9458325" y="2590800"/>
            <a:ext cx="2095500" cy="3867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132E38"/>
                </a:solidFill>
                <a:latin typeface="Aptos"/>
                <a:ea typeface="Aptos"/>
                <a:cs typeface="Aptos"/>
              </a:defRPr>
            </a:defPPr>
            <a:lvl1pPr algn="l">
              <a:buNone/>
              <a:defRPr sz="2250" b="1">
                <a:solidFill>
                  <a:srgbClr val="132E38"/>
                </a:solidFill>
                <a:latin typeface="Aptos"/>
                <a:ea typeface="Aptos"/>
                <a:cs typeface="Aptos"/>
              </a:defRPr>
            </a:lvl1pPr>
            <a:lvl2pPr algn="l">
              <a:buNone/>
              <a:defRPr sz="2250" b="1">
                <a:solidFill>
                  <a:srgbClr val="132E38"/>
                </a:solidFill>
                <a:latin typeface="Aptos"/>
                <a:ea typeface="Aptos"/>
                <a:cs typeface="Aptos"/>
              </a:defRPr>
            </a:lvl2pPr>
            <a:lvl3pPr algn="l">
              <a:buNone/>
              <a:defRPr sz="2250" b="1">
                <a:solidFill>
                  <a:srgbClr val="132E38"/>
                </a:solidFill>
                <a:latin typeface="Aptos"/>
                <a:ea typeface="Aptos"/>
                <a:cs typeface="Aptos"/>
              </a:defRPr>
            </a:lvl3pPr>
            <a:lvl4pPr algn="l">
              <a:buNone/>
              <a:defRPr sz="2250" b="1">
                <a:solidFill>
                  <a:srgbClr val="132E38"/>
                </a:solidFill>
                <a:latin typeface="Aptos"/>
                <a:ea typeface="Aptos"/>
                <a:cs typeface="Aptos"/>
              </a:defRPr>
            </a:lvl4pPr>
            <a:lvl5pPr algn="l">
              <a:buNone/>
              <a:defRPr sz="2250" b="1">
                <a:solidFill>
                  <a:srgbClr val="132E38"/>
                </a:solidFill>
                <a:latin typeface="Aptos"/>
                <a:ea typeface="Aptos"/>
                <a:cs typeface="Aptos"/>
              </a:defRPr>
            </a:lvl5pPr>
            <a:lvl6pPr algn="l">
              <a:buNone/>
              <a:defRPr sz="2250" b="1">
                <a:solidFill>
                  <a:srgbClr val="132E38"/>
                </a:solidFill>
                <a:latin typeface="Aptos"/>
                <a:ea typeface="Aptos"/>
                <a:cs typeface="Aptos"/>
              </a:defRPr>
            </a:lvl6pPr>
            <a:lvl7pPr algn="l">
              <a:buNone/>
              <a:defRPr sz="2250" b="1">
                <a:solidFill>
                  <a:srgbClr val="132E38"/>
                </a:solidFill>
                <a:latin typeface="Aptos"/>
                <a:ea typeface="Aptos"/>
                <a:cs typeface="Aptos"/>
              </a:defRPr>
            </a:lvl7pPr>
            <a:lvl8pPr algn="l">
              <a:buNone/>
              <a:defRPr sz="2250" b="1">
                <a:solidFill>
                  <a:srgbClr val="132E38"/>
                </a:solidFill>
                <a:latin typeface="Aptos"/>
                <a:ea typeface="Aptos"/>
                <a:cs typeface="Aptos"/>
              </a:defRPr>
            </a:lvl8pPr>
            <a:lvl9pPr algn="l">
              <a:buNone/>
              <a:defRPr sz="2250" b="1">
                <a:solidFill>
                  <a:srgbClr val="132E38"/>
                </a:solidFill>
                <a:latin typeface="Aptos"/>
                <a:ea typeface="Aptos"/>
                <a:cs typeface="Aptos"/>
              </a:defRPr>
            </a:lvl9pPr>
          </a:lstStyle>
          <a:p xmlns:a="http://schemas.openxmlformats.org/drawingml/2006/main">
            <a:pPr algn="l">
              <a:buNone/>
              <a:defRPr sz="2250" b="1">
                <a:solidFill>
                  <a:srgbClr val="132E38"/>
                </a:solidFill>
                <a:latin typeface="Aptos"/>
                <a:ea typeface="Aptos"/>
                <a:cs typeface="Aptos"/>
              </a:defRPr>
            </a:pPr>
            <a:r>
              <a:rPr sz="2250" b="1">
                <a:solidFill>
                  <a:srgbClr val="132E38"/>
                </a:solidFill>
                <a:latin typeface="Aptos"/>
                <a:ea typeface="Aptos"/>
                <a:cs typeface="Aptos"/>
              </a:rPr>
              <a:t>Execution</a:t>
            </a:r>
          </a:p>
        </p:txBody>
      </p:sp>
      <p:sp>
        <p:nvSpPr>
          <p:cNvPr id="14" name="text-51">
            <a:extLst xmlns:a="http://schemas.openxmlformats.org/drawingml/2006/main">
              <a:ext uri="{FF2B5EF4-FFF2-40B4-BE49-F238E27FC236}">
                <a16:creationId xmlns:a16="http://schemas.microsoft.com/office/drawing/2014/main" id="{43B20822-3855-4EE4-A5DD-D6E64F3DDD04}"/>
              </a:ext>
            </a:extLst>
          </p:cNvPr>
          <p:cNvSpPr>
            <a:spLocks xmlns:a="http://schemas.openxmlformats.org/drawingml/2006/main" noGrp="1"/>
          </p:cNvSpPr>
          <p:nvPr/>
        </p:nvSpPr>
        <p:spPr>
          <a:xfrm xmlns:a="http://schemas.openxmlformats.org/drawingml/2006/main">
            <a:off x="9458325" y="2987040"/>
            <a:ext cx="20955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4A6572"/>
                </a:solidFill>
                <a:latin typeface="Aptos"/>
                <a:ea typeface="Aptos"/>
                <a:cs typeface="Aptos"/>
              </a:defRPr>
            </a:defPPr>
            <a:lvl1pPr algn="l">
              <a:buNone/>
              <a:defRPr sz="1875" b="0">
                <a:solidFill>
                  <a:srgbClr val="4A6572"/>
                </a:solidFill>
                <a:latin typeface="Aptos"/>
                <a:ea typeface="Aptos"/>
                <a:cs typeface="Aptos"/>
              </a:defRPr>
            </a:lvl1pPr>
            <a:lvl2pPr algn="l">
              <a:buNone/>
              <a:defRPr sz="1875" b="0">
                <a:solidFill>
                  <a:srgbClr val="4A6572"/>
                </a:solidFill>
                <a:latin typeface="Aptos"/>
                <a:ea typeface="Aptos"/>
                <a:cs typeface="Aptos"/>
              </a:defRPr>
            </a:lvl2pPr>
            <a:lvl3pPr algn="l">
              <a:buNone/>
              <a:defRPr sz="1875" b="0">
                <a:solidFill>
                  <a:srgbClr val="4A6572"/>
                </a:solidFill>
                <a:latin typeface="Aptos"/>
                <a:ea typeface="Aptos"/>
                <a:cs typeface="Aptos"/>
              </a:defRPr>
            </a:lvl3pPr>
            <a:lvl4pPr algn="l">
              <a:buNone/>
              <a:defRPr sz="1875" b="0">
                <a:solidFill>
                  <a:srgbClr val="4A6572"/>
                </a:solidFill>
                <a:latin typeface="Aptos"/>
                <a:ea typeface="Aptos"/>
                <a:cs typeface="Aptos"/>
              </a:defRPr>
            </a:lvl4pPr>
            <a:lvl5pPr algn="l">
              <a:buNone/>
              <a:defRPr sz="1875" b="0">
                <a:solidFill>
                  <a:srgbClr val="4A6572"/>
                </a:solidFill>
                <a:latin typeface="Aptos"/>
                <a:ea typeface="Aptos"/>
                <a:cs typeface="Aptos"/>
              </a:defRPr>
            </a:lvl5pPr>
            <a:lvl6pPr algn="l">
              <a:buNone/>
              <a:defRPr sz="1875" b="0">
                <a:solidFill>
                  <a:srgbClr val="4A6572"/>
                </a:solidFill>
                <a:latin typeface="Aptos"/>
                <a:ea typeface="Aptos"/>
                <a:cs typeface="Aptos"/>
              </a:defRPr>
            </a:lvl6pPr>
            <a:lvl7pPr algn="l">
              <a:buNone/>
              <a:defRPr sz="1875" b="0">
                <a:solidFill>
                  <a:srgbClr val="4A6572"/>
                </a:solidFill>
                <a:latin typeface="Aptos"/>
                <a:ea typeface="Aptos"/>
                <a:cs typeface="Aptos"/>
              </a:defRPr>
            </a:lvl7pPr>
            <a:lvl8pPr algn="l">
              <a:buNone/>
              <a:defRPr sz="1875" b="0">
                <a:solidFill>
                  <a:srgbClr val="4A6572"/>
                </a:solidFill>
                <a:latin typeface="Aptos"/>
                <a:ea typeface="Aptos"/>
                <a:cs typeface="Aptos"/>
              </a:defRPr>
            </a:lvl8pPr>
            <a:lvl9pPr algn="l">
              <a:buNone/>
              <a:defRPr sz="1875" b="0">
                <a:solidFill>
                  <a:srgbClr val="4A6572"/>
                </a:solidFill>
                <a:latin typeface="Aptos"/>
                <a:ea typeface="Aptos"/>
                <a:cs typeface="Aptos"/>
              </a:defRPr>
            </a:lvl9pPr>
          </a:lstStyle>
          <a:p xmlns:a="http://schemas.openxmlformats.org/drawingml/2006/main">
            <a:pPr algn="l">
              <a:buNone/>
              <a:defRPr sz="1875" b="0">
                <a:solidFill>
                  <a:srgbClr val="4A6572"/>
                </a:solidFill>
                <a:latin typeface="Aptos"/>
                <a:ea typeface="Aptos"/>
                <a:cs typeface="Aptos"/>
              </a:defRPr>
            </a:pPr>
            <a:r>
              <a:rPr sz="1875" b="0">
                <a:solidFill>
                  <a:srgbClr val="4A6572"/>
                </a:solidFill>
                <a:latin typeface="Aptos"/>
                <a:ea typeface="Aptos"/>
                <a:cs typeface="Aptos"/>
              </a:rPr>
              <a:t>Role-based agent</a:t>
            </a:r>
          </a:p>
          <a:p xmlns:a="http://schemas.openxmlformats.org/drawingml/2006/main">
            <a:pPr algn="l">
              <a:buNone/>
              <a:defRPr sz="1875" b="0">
                <a:solidFill>
                  <a:srgbClr val="4A6572"/>
                </a:solidFill>
                <a:latin typeface="Aptos"/>
                <a:ea typeface="Aptos"/>
                <a:cs typeface="Aptos"/>
              </a:defRPr>
            </a:pPr>
            <a:r>
              <a:rPr sz="1875" b="0">
                <a:solidFill>
                  <a:srgbClr val="4A6572"/>
                </a:solidFill>
                <a:latin typeface="Aptos"/>
                <a:ea typeface="Aptos"/>
                <a:cs typeface="Aptos"/>
              </a:rPr>
              <a:t>Scoped SQL tools</a:t>
            </a:r>
          </a:p>
        </p:txBody>
      </p:sp>
      <p:sp>
        <p:nvSpPr>
          <p:cNvPr id="15" name="node-52">
            <a:extLst xmlns:a="http://schemas.openxmlformats.org/drawingml/2006/main">
              <a:ext uri="{FF2B5EF4-FFF2-40B4-BE49-F238E27FC236}">
                <a16:creationId xmlns:a16="http://schemas.microsoft.com/office/drawing/2014/main" id="{30E4C43E-2E31-489D-9560-642DE15DA0AC}"/>
              </a:ext>
            </a:extLst>
          </p:cNvPr>
          <p:cNvSpPr>
            <a:spLocks xmlns:a="http://schemas.openxmlformats.org/drawingml/2006/main" noGrp="1"/>
          </p:cNvSpPr>
          <p:nvPr/>
        </p:nvSpPr>
        <p:spPr>
          <a:xfrm xmlns:a="http://schemas.openxmlformats.org/drawingml/2006/main">
            <a:off x="12153900" y="2428875"/>
            <a:ext cx="2476500" cy="1666875"/>
          </a:xfrm>
          <a:prstGeom xmlns:a="http://schemas.openxmlformats.org/drawingml/2006/main" prst="rect">
            <a:avLst/>
          </a:prstGeom>
          <a:solidFill xmlns:a="http://schemas.openxmlformats.org/drawingml/2006/main">
            <a:srgbClr val="FFFFFF"/>
          </a:solidFill>
          <a:ln xmlns:a="http://schemas.openxmlformats.org/drawingml/2006/main" w="17145">
            <a:solidFill>
              <a:srgbClr val="B8CACC"/>
            </a:solidFill>
            <a:prstDash val="solid"/>
          </a:ln>
        </p:spPr>
      </p:sp>
      <p:sp>
        <p:nvSpPr>
          <p:cNvPr id="16" name="text-53">
            <a:extLst xmlns:a="http://schemas.openxmlformats.org/drawingml/2006/main">
              <a:ext uri="{FF2B5EF4-FFF2-40B4-BE49-F238E27FC236}">
                <a16:creationId xmlns:a16="http://schemas.microsoft.com/office/drawing/2014/main" id="{135E2039-3505-4B72-A57A-45D38DF21F63}"/>
              </a:ext>
            </a:extLst>
          </p:cNvPr>
          <p:cNvSpPr>
            <a:spLocks xmlns:a="http://schemas.openxmlformats.org/drawingml/2006/main" noGrp="1"/>
          </p:cNvSpPr>
          <p:nvPr/>
        </p:nvSpPr>
        <p:spPr>
          <a:xfrm xmlns:a="http://schemas.openxmlformats.org/drawingml/2006/main">
            <a:off x="12344400" y="2590800"/>
            <a:ext cx="2095500" cy="36347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132E38"/>
                </a:solidFill>
                <a:latin typeface="Aptos"/>
                <a:ea typeface="Aptos"/>
                <a:cs typeface="Aptos"/>
              </a:defRPr>
            </a:defPPr>
            <a:lvl1pPr algn="l">
              <a:buNone/>
              <a:defRPr sz="2100" b="1">
                <a:solidFill>
                  <a:srgbClr val="132E38"/>
                </a:solidFill>
                <a:latin typeface="Aptos"/>
                <a:ea typeface="Aptos"/>
                <a:cs typeface="Aptos"/>
              </a:defRPr>
            </a:lvl1pPr>
            <a:lvl2pPr algn="l">
              <a:buNone/>
              <a:defRPr sz="2100" b="1">
                <a:solidFill>
                  <a:srgbClr val="132E38"/>
                </a:solidFill>
                <a:latin typeface="Aptos"/>
                <a:ea typeface="Aptos"/>
                <a:cs typeface="Aptos"/>
              </a:defRPr>
            </a:lvl2pPr>
            <a:lvl3pPr algn="l">
              <a:buNone/>
              <a:defRPr sz="2100" b="1">
                <a:solidFill>
                  <a:srgbClr val="132E38"/>
                </a:solidFill>
                <a:latin typeface="Aptos"/>
                <a:ea typeface="Aptos"/>
                <a:cs typeface="Aptos"/>
              </a:defRPr>
            </a:lvl3pPr>
            <a:lvl4pPr algn="l">
              <a:buNone/>
              <a:defRPr sz="2100" b="1">
                <a:solidFill>
                  <a:srgbClr val="132E38"/>
                </a:solidFill>
                <a:latin typeface="Aptos"/>
                <a:ea typeface="Aptos"/>
                <a:cs typeface="Aptos"/>
              </a:defRPr>
            </a:lvl4pPr>
            <a:lvl5pPr algn="l">
              <a:buNone/>
              <a:defRPr sz="2100" b="1">
                <a:solidFill>
                  <a:srgbClr val="132E38"/>
                </a:solidFill>
                <a:latin typeface="Aptos"/>
                <a:ea typeface="Aptos"/>
                <a:cs typeface="Aptos"/>
              </a:defRPr>
            </a:lvl5pPr>
            <a:lvl6pPr algn="l">
              <a:buNone/>
              <a:defRPr sz="2100" b="1">
                <a:solidFill>
                  <a:srgbClr val="132E38"/>
                </a:solidFill>
                <a:latin typeface="Aptos"/>
                <a:ea typeface="Aptos"/>
                <a:cs typeface="Aptos"/>
              </a:defRPr>
            </a:lvl6pPr>
            <a:lvl7pPr algn="l">
              <a:buNone/>
              <a:defRPr sz="2100" b="1">
                <a:solidFill>
                  <a:srgbClr val="132E38"/>
                </a:solidFill>
                <a:latin typeface="Aptos"/>
                <a:ea typeface="Aptos"/>
                <a:cs typeface="Aptos"/>
              </a:defRPr>
            </a:lvl7pPr>
            <a:lvl8pPr algn="l">
              <a:buNone/>
              <a:defRPr sz="2100" b="1">
                <a:solidFill>
                  <a:srgbClr val="132E38"/>
                </a:solidFill>
                <a:latin typeface="Aptos"/>
                <a:ea typeface="Aptos"/>
                <a:cs typeface="Aptos"/>
              </a:defRPr>
            </a:lvl8pPr>
            <a:lvl9pPr algn="l">
              <a:buNone/>
              <a:defRPr sz="2100" b="1">
                <a:solidFill>
                  <a:srgbClr val="132E38"/>
                </a:solidFill>
                <a:latin typeface="Aptos"/>
                <a:ea typeface="Aptos"/>
                <a:cs typeface="Aptos"/>
              </a:defRPr>
            </a:lvl9pPr>
          </a:lstStyle>
          <a:p xmlns:a="http://schemas.openxmlformats.org/drawingml/2006/main">
            <a:pPr algn="l">
              <a:buNone/>
              <a:defRPr sz="2100" b="1">
                <a:solidFill>
                  <a:srgbClr val="132E38"/>
                </a:solidFill>
                <a:latin typeface="Aptos"/>
                <a:ea typeface="Aptos"/>
                <a:cs typeface="Aptos"/>
              </a:defRPr>
            </a:pPr>
            <a:r>
              <a:rPr sz="2100" b="1">
                <a:solidFill>
                  <a:srgbClr val="132E38"/>
                </a:solidFill>
                <a:latin typeface="Aptos"/>
                <a:ea typeface="Aptos"/>
                <a:cs typeface="Aptos"/>
              </a:rPr>
              <a:t>Quality review</a:t>
            </a:r>
          </a:p>
        </p:txBody>
      </p:sp>
      <p:sp>
        <p:nvSpPr>
          <p:cNvPr id="17" name="text-54">
            <a:extLst xmlns:a="http://schemas.openxmlformats.org/drawingml/2006/main">
              <a:ext uri="{FF2B5EF4-FFF2-40B4-BE49-F238E27FC236}">
                <a16:creationId xmlns:a16="http://schemas.microsoft.com/office/drawing/2014/main" id="{55F523B3-596B-48BE-9314-9D537DD16637}"/>
              </a:ext>
            </a:extLst>
          </p:cNvPr>
          <p:cNvSpPr>
            <a:spLocks xmlns:a="http://schemas.openxmlformats.org/drawingml/2006/main" noGrp="1"/>
          </p:cNvSpPr>
          <p:nvPr/>
        </p:nvSpPr>
        <p:spPr>
          <a:xfrm xmlns:a="http://schemas.openxmlformats.org/drawingml/2006/main">
            <a:off x="12344400" y="2963799"/>
            <a:ext cx="20955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4A6572"/>
                </a:solidFill>
                <a:latin typeface="Aptos"/>
                <a:ea typeface="Aptos"/>
                <a:cs typeface="Aptos"/>
              </a:defRPr>
            </a:defPPr>
            <a:lvl1pPr algn="l">
              <a:buNone/>
              <a:defRPr sz="1875" b="0">
                <a:solidFill>
                  <a:srgbClr val="4A6572"/>
                </a:solidFill>
                <a:latin typeface="Aptos"/>
                <a:ea typeface="Aptos"/>
                <a:cs typeface="Aptos"/>
              </a:defRPr>
            </a:lvl1pPr>
            <a:lvl2pPr algn="l">
              <a:buNone/>
              <a:defRPr sz="1875" b="0">
                <a:solidFill>
                  <a:srgbClr val="4A6572"/>
                </a:solidFill>
                <a:latin typeface="Aptos"/>
                <a:ea typeface="Aptos"/>
                <a:cs typeface="Aptos"/>
              </a:defRPr>
            </a:lvl2pPr>
            <a:lvl3pPr algn="l">
              <a:buNone/>
              <a:defRPr sz="1875" b="0">
                <a:solidFill>
                  <a:srgbClr val="4A6572"/>
                </a:solidFill>
                <a:latin typeface="Aptos"/>
                <a:ea typeface="Aptos"/>
                <a:cs typeface="Aptos"/>
              </a:defRPr>
            </a:lvl3pPr>
            <a:lvl4pPr algn="l">
              <a:buNone/>
              <a:defRPr sz="1875" b="0">
                <a:solidFill>
                  <a:srgbClr val="4A6572"/>
                </a:solidFill>
                <a:latin typeface="Aptos"/>
                <a:ea typeface="Aptos"/>
                <a:cs typeface="Aptos"/>
              </a:defRPr>
            </a:lvl4pPr>
            <a:lvl5pPr algn="l">
              <a:buNone/>
              <a:defRPr sz="1875" b="0">
                <a:solidFill>
                  <a:srgbClr val="4A6572"/>
                </a:solidFill>
                <a:latin typeface="Aptos"/>
                <a:ea typeface="Aptos"/>
                <a:cs typeface="Aptos"/>
              </a:defRPr>
            </a:lvl5pPr>
            <a:lvl6pPr algn="l">
              <a:buNone/>
              <a:defRPr sz="1875" b="0">
                <a:solidFill>
                  <a:srgbClr val="4A6572"/>
                </a:solidFill>
                <a:latin typeface="Aptos"/>
                <a:ea typeface="Aptos"/>
                <a:cs typeface="Aptos"/>
              </a:defRPr>
            </a:lvl6pPr>
            <a:lvl7pPr algn="l">
              <a:buNone/>
              <a:defRPr sz="1875" b="0">
                <a:solidFill>
                  <a:srgbClr val="4A6572"/>
                </a:solidFill>
                <a:latin typeface="Aptos"/>
                <a:ea typeface="Aptos"/>
                <a:cs typeface="Aptos"/>
              </a:defRPr>
            </a:lvl7pPr>
            <a:lvl8pPr algn="l">
              <a:buNone/>
              <a:defRPr sz="1875" b="0">
                <a:solidFill>
                  <a:srgbClr val="4A6572"/>
                </a:solidFill>
                <a:latin typeface="Aptos"/>
                <a:ea typeface="Aptos"/>
                <a:cs typeface="Aptos"/>
              </a:defRPr>
            </a:lvl8pPr>
            <a:lvl9pPr algn="l">
              <a:buNone/>
              <a:defRPr sz="1875" b="0">
                <a:solidFill>
                  <a:srgbClr val="4A6572"/>
                </a:solidFill>
                <a:latin typeface="Aptos"/>
                <a:ea typeface="Aptos"/>
                <a:cs typeface="Aptos"/>
              </a:defRPr>
            </a:lvl9pPr>
          </a:lstStyle>
          <a:p xmlns:a="http://schemas.openxmlformats.org/drawingml/2006/main">
            <a:pPr algn="l">
              <a:buNone/>
              <a:defRPr sz="1875" b="0">
                <a:solidFill>
                  <a:srgbClr val="4A6572"/>
                </a:solidFill>
                <a:latin typeface="Aptos"/>
                <a:ea typeface="Aptos"/>
                <a:cs typeface="Aptos"/>
              </a:defRPr>
            </a:pPr>
            <a:r>
              <a:rPr sz="1875" b="0">
                <a:solidFill>
                  <a:srgbClr val="4A6572"/>
                </a:solidFill>
                <a:latin typeface="Aptos"/>
                <a:ea typeface="Aptos"/>
                <a:cs typeface="Aptos"/>
              </a:rPr>
              <a:t>Evidence and</a:t>
            </a:r>
          </a:p>
          <a:p xmlns:a="http://schemas.openxmlformats.org/drawingml/2006/main">
            <a:pPr algn="l">
              <a:buNone/>
              <a:defRPr sz="1875" b="0">
                <a:solidFill>
                  <a:srgbClr val="4A6572"/>
                </a:solidFill>
                <a:latin typeface="Aptos"/>
                <a:ea typeface="Aptos"/>
                <a:cs typeface="Aptos"/>
              </a:defRPr>
            </a:pPr>
            <a:r>
              <a:rPr sz="1875" b="0">
                <a:solidFill>
                  <a:srgbClr val="4A6572"/>
                </a:solidFill>
                <a:latin typeface="Aptos"/>
                <a:ea typeface="Aptos"/>
                <a:cs typeface="Aptos"/>
              </a:rPr>
              <a:t>corrections</a:t>
            </a:r>
          </a:p>
        </p:txBody>
      </p:sp>
      <p:sp>
        <p:nvSpPr>
          <p:cNvPr id="22" name="node-55">
            <a:extLst xmlns:a="http://schemas.openxmlformats.org/drawingml/2006/main">
              <a:ext uri="{FF2B5EF4-FFF2-40B4-BE49-F238E27FC236}">
                <a16:creationId xmlns:a16="http://schemas.microsoft.com/office/drawing/2014/main" id="{663BE0D1-67E5-4068-936C-A95F4A1EF56E}"/>
              </a:ext>
            </a:extLst>
          </p:cNvPr>
          <p:cNvSpPr>
            <a:spLocks xmlns:a="http://schemas.openxmlformats.org/drawingml/2006/main" noGrp="1"/>
          </p:cNvSpPr>
          <p:nvPr/>
        </p:nvSpPr>
        <p:spPr>
          <a:xfrm xmlns:a="http://schemas.openxmlformats.org/drawingml/2006/main">
            <a:off x="10001250" y="6238875"/>
            <a:ext cx="4629150" cy="1333500"/>
          </a:xfrm>
          <a:prstGeom xmlns:a="http://schemas.openxmlformats.org/drawingml/2006/main" prst="rect">
            <a:avLst/>
          </a:prstGeom>
          <a:solidFill xmlns:a="http://schemas.openxmlformats.org/drawingml/2006/main">
            <a:srgbClr val="E7F1EE"/>
          </a:solidFill>
          <a:ln xmlns:a="http://schemas.openxmlformats.org/drawingml/2006/main" w="17145">
            <a:solidFill>
              <a:srgbClr val="157D80"/>
            </a:solidFill>
            <a:prstDash val="solid"/>
          </a:ln>
        </p:spPr>
      </p:sp>
      <p:sp>
        <p:nvSpPr>
          <p:cNvPr id="23" name="text-56">
            <a:extLst xmlns:a="http://schemas.openxmlformats.org/drawingml/2006/main">
              <a:ext uri="{FF2B5EF4-FFF2-40B4-BE49-F238E27FC236}">
                <a16:creationId xmlns:a16="http://schemas.microsoft.com/office/drawing/2014/main" id="{D0EFF5A5-57A7-4E35-87C2-1AD53161D689}"/>
              </a:ext>
            </a:extLst>
          </p:cNvPr>
          <p:cNvSpPr>
            <a:spLocks xmlns:a="http://schemas.openxmlformats.org/drawingml/2006/main" noGrp="1"/>
          </p:cNvSpPr>
          <p:nvPr/>
        </p:nvSpPr>
        <p:spPr>
          <a:xfrm xmlns:a="http://schemas.openxmlformats.org/drawingml/2006/main">
            <a:off x="10191750" y="6400800"/>
            <a:ext cx="4248150" cy="3867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157D80"/>
                </a:solidFill>
                <a:latin typeface="Aptos"/>
                <a:ea typeface="Aptos"/>
                <a:cs typeface="Aptos"/>
              </a:defRPr>
            </a:defPPr>
            <a:lvl1pPr algn="l">
              <a:buNone/>
              <a:defRPr sz="2250" b="1">
                <a:solidFill>
                  <a:srgbClr val="157D80"/>
                </a:solidFill>
                <a:latin typeface="Aptos"/>
                <a:ea typeface="Aptos"/>
                <a:cs typeface="Aptos"/>
              </a:defRPr>
            </a:lvl1pPr>
            <a:lvl2pPr algn="l">
              <a:buNone/>
              <a:defRPr sz="2250" b="1">
                <a:solidFill>
                  <a:srgbClr val="157D80"/>
                </a:solidFill>
                <a:latin typeface="Aptos"/>
                <a:ea typeface="Aptos"/>
                <a:cs typeface="Aptos"/>
              </a:defRPr>
            </a:lvl2pPr>
            <a:lvl3pPr algn="l">
              <a:buNone/>
              <a:defRPr sz="2250" b="1">
                <a:solidFill>
                  <a:srgbClr val="157D80"/>
                </a:solidFill>
                <a:latin typeface="Aptos"/>
                <a:ea typeface="Aptos"/>
                <a:cs typeface="Aptos"/>
              </a:defRPr>
            </a:lvl3pPr>
            <a:lvl4pPr algn="l">
              <a:buNone/>
              <a:defRPr sz="2250" b="1">
                <a:solidFill>
                  <a:srgbClr val="157D80"/>
                </a:solidFill>
                <a:latin typeface="Aptos"/>
                <a:ea typeface="Aptos"/>
                <a:cs typeface="Aptos"/>
              </a:defRPr>
            </a:lvl4pPr>
            <a:lvl5pPr algn="l">
              <a:buNone/>
              <a:defRPr sz="2250" b="1">
                <a:solidFill>
                  <a:srgbClr val="157D80"/>
                </a:solidFill>
                <a:latin typeface="Aptos"/>
                <a:ea typeface="Aptos"/>
                <a:cs typeface="Aptos"/>
              </a:defRPr>
            </a:lvl5pPr>
            <a:lvl6pPr algn="l">
              <a:buNone/>
              <a:defRPr sz="2250" b="1">
                <a:solidFill>
                  <a:srgbClr val="157D80"/>
                </a:solidFill>
                <a:latin typeface="Aptos"/>
                <a:ea typeface="Aptos"/>
                <a:cs typeface="Aptos"/>
              </a:defRPr>
            </a:lvl6pPr>
            <a:lvl7pPr algn="l">
              <a:buNone/>
              <a:defRPr sz="2250" b="1">
                <a:solidFill>
                  <a:srgbClr val="157D80"/>
                </a:solidFill>
                <a:latin typeface="Aptos"/>
                <a:ea typeface="Aptos"/>
                <a:cs typeface="Aptos"/>
              </a:defRPr>
            </a:lvl7pPr>
            <a:lvl8pPr algn="l">
              <a:buNone/>
              <a:defRPr sz="2250" b="1">
                <a:solidFill>
                  <a:srgbClr val="157D80"/>
                </a:solidFill>
                <a:latin typeface="Aptos"/>
                <a:ea typeface="Aptos"/>
                <a:cs typeface="Aptos"/>
              </a:defRPr>
            </a:lvl8pPr>
            <a:lvl9pPr algn="l">
              <a:buNone/>
              <a:defRPr sz="2250" b="1">
                <a:solidFill>
                  <a:srgbClr val="157D80"/>
                </a:solidFill>
                <a:latin typeface="Aptos"/>
                <a:ea typeface="Aptos"/>
                <a:cs typeface="Aptos"/>
              </a:defRPr>
            </a:lvl9pPr>
          </a:lstStyle>
          <a:p xmlns:a="http://schemas.openxmlformats.org/drawingml/2006/main">
            <a:pPr algn="l">
              <a:buNone/>
              <a:defRPr sz="2250" b="1">
                <a:solidFill>
                  <a:srgbClr val="157D80"/>
                </a:solidFill>
                <a:latin typeface="Aptos"/>
                <a:ea typeface="Aptos"/>
                <a:cs typeface="Aptos"/>
              </a:defRPr>
            </a:pPr>
            <a:r>
              <a:rPr sz="2250" b="1">
                <a:solidFill>
                  <a:srgbClr val="157D80"/>
                </a:solidFill>
                <a:latin typeface="Aptos"/>
                <a:ea typeface="Aptos"/>
                <a:cs typeface="Aptos"/>
              </a:rPr>
              <a:t>Accepted result</a:t>
            </a:r>
          </a:p>
        </p:txBody>
      </p:sp>
      <p:sp>
        <p:nvSpPr>
          <p:cNvPr id="24" name="text-57">
            <a:extLst xmlns:a="http://schemas.openxmlformats.org/drawingml/2006/main">
              <a:ext uri="{FF2B5EF4-FFF2-40B4-BE49-F238E27FC236}">
                <a16:creationId xmlns:a16="http://schemas.microsoft.com/office/drawing/2014/main" id="{990DFB01-A5DA-457F-9C0C-E1DE4C380FC1}"/>
              </a:ext>
            </a:extLst>
          </p:cNvPr>
          <p:cNvSpPr>
            <a:spLocks xmlns:a="http://schemas.openxmlformats.org/drawingml/2006/main" noGrp="1"/>
          </p:cNvSpPr>
          <p:nvPr/>
        </p:nvSpPr>
        <p:spPr>
          <a:xfrm xmlns:a="http://schemas.openxmlformats.org/drawingml/2006/main">
            <a:off x="10191750" y="6797040"/>
            <a:ext cx="42481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4A6572"/>
                </a:solidFill>
                <a:latin typeface="Aptos"/>
                <a:ea typeface="Aptos"/>
                <a:cs typeface="Aptos"/>
              </a:defRPr>
            </a:defPPr>
            <a:lvl1pPr algn="l">
              <a:buNone/>
              <a:defRPr sz="1950" b="0">
                <a:solidFill>
                  <a:srgbClr val="4A6572"/>
                </a:solidFill>
                <a:latin typeface="Aptos"/>
                <a:ea typeface="Aptos"/>
                <a:cs typeface="Aptos"/>
              </a:defRPr>
            </a:lvl1pPr>
            <a:lvl2pPr algn="l">
              <a:buNone/>
              <a:defRPr sz="1950" b="0">
                <a:solidFill>
                  <a:srgbClr val="4A6572"/>
                </a:solidFill>
                <a:latin typeface="Aptos"/>
                <a:ea typeface="Aptos"/>
                <a:cs typeface="Aptos"/>
              </a:defRPr>
            </a:lvl2pPr>
            <a:lvl3pPr algn="l">
              <a:buNone/>
              <a:defRPr sz="1950" b="0">
                <a:solidFill>
                  <a:srgbClr val="4A6572"/>
                </a:solidFill>
                <a:latin typeface="Aptos"/>
                <a:ea typeface="Aptos"/>
                <a:cs typeface="Aptos"/>
              </a:defRPr>
            </a:lvl3pPr>
            <a:lvl4pPr algn="l">
              <a:buNone/>
              <a:defRPr sz="1950" b="0">
                <a:solidFill>
                  <a:srgbClr val="4A6572"/>
                </a:solidFill>
                <a:latin typeface="Aptos"/>
                <a:ea typeface="Aptos"/>
                <a:cs typeface="Aptos"/>
              </a:defRPr>
            </a:lvl4pPr>
            <a:lvl5pPr algn="l">
              <a:buNone/>
              <a:defRPr sz="1950" b="0">
                <a:solidFill>
                  <a:srgbClr val="4A6572"/>
                </a:solidFill>
                <a:latin typeface="Aptos"/>
                <a:ea typeface="Aptos"/>
                <a:cs typeface="Aptos"/>
              </a:defRPr>
            </a:lvl5pPr>
            <a:lvl6pPr algn="l">
              <a:buNone/>
              <a:defRPr sz="1950" b="0">
                <a:solidFill>
                  <a:srgbClr val="4A6572"/>
                </a:solidFill>
                <a:latin typeface="Aptos"/>
                <a:ea typeface="Aptos"/>
                <a:cs typeface="Aptos"/>
              </a:defRPr>
            </a:lvl6pPr>
            <a:lvl7pPr algn="l">
              <a:buNone/>
              <a:defRPr sz="1950" b="0">
                <a:solidFill>
                  <a:srgbClr val="4A6572"/>
                </a:solidFill>
                <a:latin typeface="Aptos"/>
                <a:ea typeface="Aptos"/>
                <a:cs typeface="Aptos"/>
              </a:defRPr>
            </a:lvl7pPr>
            <a:lvl8pPr algn="l">
              <a:buNone/>
              <a:defRPr sz="1950" b="0">
                <a:solidFill>
                  <a:srgbClr val="4A6572"/>
                </a:solidFill>
                <a:latin typeface="Aptos"/>
                <a:ea typeface="Aptos"/>
                <a:cs typeface="Aptos"/>
              </a:defRPr>
            </a:lvl8pPr>
            <a:lvl9pPr algn="l">
              <a:buNone/>
              <a:defRPr sz="1950" b="0">
                <a:solidFill>
                  <a:srgbClr val="4A6572"/>
                </a:solidFill>
                <a:latin typeface="Aptos"/>
                <a:ea typeface="Aptos"/>
                <a:cs typeface="Aptos"/>
              </a:defRPr>
            </a:lvl9pPr>
          </a:lstStyle>
          <a:p xmlns:a="http://schemas.openxmlformats.org/drawingml/2006/main">
            <a:pPr algn="l">
              <a:buNone/>
              <a:defRPr sz="1950" b="0">
                <a:solidFill>
                  <a:srgbClr val="4A6572"/>
                </a:solidFill>
                <a:latin typeface="Aptos"/>
                <a:ea typeface="Aptos"/>
                <a:cs typeface="Aptos"/>
              </a:defRPr>
            </a:pPr>
            <a:r>
              <a:rPr sz="1950" b="0">
                <a:solidFill>
                  <a:srgbClr val="4A6572"/>
                </a:solidFill>
                <a:latin typeface="Aptos"/>
                <a:ea typeface="Aptos"/>
                <a:cs typeface="Aptos"/>
              </a:rPr>
              <a:t>Task status and output links</a:t>
            </a:r>
          </a:p>
          <a:p xmlns:a="http://schemas.openxmlformats.org/drawingml/2006/main">
            <a:pPr algn="l">
              <a:buNone/>
              <a:defRPr sz="1950" b="0">
                <a:solidFill>
                  <a:srgbClr val="4A6572"/>
                </a:solidFill>
                <a:latin typeface="Aptos"/>
                <a:ea typeface="Aptos"/>
                <a:cs typeface="Aptos"/>
              </a:defRPr>
            </a:pPr>
            <a:r>
              <a:rPr sz="1950" b="0">
                <a:solidFill>
                  <a:srgbClr val="4A6572"/>
                </a:solidFill>
                <a:latin typeface="Aptos"/>
                <a:ea typeface="Aptos"/>
                <a:cs typeface="Aptos"/>
              </a:rPr>
              <a:t>Research delta when applicable</a:t>
            </a:r>
          </a:p>
        </p:txBody>
      </p:sp>
      <p:sp>
        <p:nvSpPr>
          <p:cNvPr id="25" name="node-58">
            <a:extLst xmlns:a="http://schemas.openxmlformats.org/drawingml/2006/main">
              <a:ext uri="{FF2B5EF4-FFF2-40B4-BE49-F238E27FC236}">
                <a16:creationId xmlns:a16="http://schemas.microsoft.com/office/drawing/2014/main" id="{46E5DF68-39F5-4F13-A294-67F1259B992E}"/>
              </a:ext>
            </a:extLst>
          </p:cNvPr>
          <p:cNvSpPr>
            <a:spLocks xmlns:a="http://schemas.openxmlformats.org/drawingml/2006/main" noGrp="1"/>
          </p:cNvSpPr>
          <p:nvPr/>
        </p:nvSpPr>
        <p:spPr>
          <a:xfrm xmlns:a="http://schemas.openxmlformats.org/drawingml/2006/main">
            <a:off x="609600" y="6238875"/>
            <a:ext cx="4857750" cy="1333500"/>
          </a:xfrm>
          <a:prstGeom xmlns:a="http://schemas.openxmlformats.org/drawingml/2006/main" prst="rect">
            <a:avLst/>
          </a:prstGeom>
          <a:solidFill xmlns:a="http://schemas.openxmlformats.org/drawingml/2006/main">
            <a:srgbClr val="E7F1EE"/>
          </a:solidFill>
          <a:ln xmlns:a="http://schemas.openxmlformats.org/drawingml/2006/main" w="17145">
            <a:solidFill>
              <a:srgbClr val="157D80"/>
            </a:solidFill>
            <a:prstDash val="solid"/>
          </a:ln>
        </p:spPr>
      </p:sp>
      <p:sp>
        <p:nvSpPr>
          <p:cNvPr id="26" name="text-59">
            <a:extLst xmlns:a="http://schemas.openxmlformats.org/drawingml/2006/main">
              <a:ext uri="{FF2B5EF4-FFF2-40B4-BE49-F238E27FC236}">
                <a16:creationId xmlns:a16="http://schemas.microsoft.com/office/drawing/2014/main" id="{A363D15D-73F2-4FB2-988C-7B2323075AB3}"/>
              </a:ext>
            </a:extLst>
          </p:cNvPr>
          <p:cNvSpPr>
            <a:spLocks xmlns:a="http://schemas.openxmlformats.org/drawingml/2006/main" noGrp="1"/>
          </p:cNvSpPr>
          <p:nvPr/>
        </p:nvSpPr>
        <p:spPr>
          <a:xfrm xmlns:a="http://schemas.openxmlformats.org/drawingml/2006/main">
            <a:off x="800100" y="6400800"/>
            <a:ext cx="4476750" cy="3867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157D80"/>
                </a:solidFill>
                <a:latin typeface="Aptos"/>
                <a:ea typeface="Aptos"/>
                <a:cs typeface="Aptos"/>
              </a:defRPr>
            </a:defPPr>
            <a:lvl1pPr algn="l">
              <a:buNone/>
              <a:defRPr sz="2250" b="1">
                <a:solidFill>
                  <a:srgbClr val="157D80"/>
                </a:solidFill>
                <a:latin typeface="Aptos"/>
                <a:ea typeface="Aptos"/>
                <a:cs typeface="Aptos"/>
              </a:defRPr>
            </a:lvl1pPr>
            <a:lvl2pPr algn="l">
              <a:buNone/>
              <a:defRPr sz="2250" b="1">
                <a:solidFill>
                  <a:srgbClr val="157D80"/>
                </a:solidFill>
                <a:latin typeface="Aptos"/>
                <a:ea typeface="Aptos"/>
                <a:cs typeface="Aptos"/>
              </a:defRPr>
            </a:lvl2pPr>
            <a:lvl3pPr algn="l">
              <a:buNone/>
              <a:defRPr sz="2250" b="1">
                <a:solidFill>
                  <a:srgbClr val="157D80"/>
                </a:solidFill>
                <a:latin typeface="Aptos"/>
                <a:ea typeface="Aptos"/>
                <a:cs typeface="Aptos"/>
              </a:defRPr>
            </a:lvl3pPr>
            <a:lvl4pPr algn="l">
              <a:buNone/>
              <a:defRPr sz="2250" b="1">
                <a:solidFill>
                  <a:srgbClr val="157D80"/>
                </a:solidFill>
                <a:latin typeface="Aptos"/>
                <a:ea typeface="Aptos"/>
                <a:cs typeface="Aptos"/>
              </a:defRPr>
            </a:lvl4pPr>
            <a:lvl5pPr algn="l">
              <a:buNone/>
              <a:defRPr sz="2250" b="1">
                <a:solidFill>
                  <a:srgbClr val="157D80"/>
                </a:solidFill>
                <a:latin typeface="Aptos"/>
                <a:ea typeface="Aptos"/>
                <a:cs typeface="Aptos"/>
              </a:defRPr>
            </a:lvl5pPr>
            <a:lvl6pPr algn="l">
              <a:buNone/>
              <a:defRPr sz="2250" b="1">
                <a:solidFill>
                  <a:srgbClr val="157D80"/>
                </a:solidFill>
                <a:latin typeface="Aptos"/>
                <a:ea typeface="Aptos"/>
                <a:cs typeface="Aptos"/>
              </a:defRPr>
            </a:lvl6pPr>
            <a:lvl7pPr algn="l">
              <a:buNone/>
              <a:defRPr sz="2250" b="1">
                <a:solidFill>
                  <a:srgbClr val="157D80"/>
                </a:solidFill>
                <a:latin typeface="Aptos"/>
                <a:ea typeface="Aptos"/>
                <a:cs typeface="Aptos"/>
              </a:defRPr>
            </a:lvl7pPr>
            <a:lvl8pPr algn="l">
              <a:buNone/>
              <a:defRPr sz="2250" b="1">
                <a:solidFill>
                  <a:srgbClr val="157D80"/>
                </a:solidFill>
                <a:latin typeface="Aptos"/>
                <a:ea typeface="Aptos"/>
                <a:cs typeface="Aptos"/>
              </a:defRPr>
            </a:lvl8pPr>
            <a:lvl9pPr algn="l">
              <a:buNone/>
              <a:defRPr sz="2250" b="1">
                <a:solidFill>
                  <a:srgbClr val="157D80"/>
                </a:solidFill>
                <a:latin typeface="Aptos"/>
                <a:ea typeface="Aptos"/>
                <a:cs typeface="Aptos"/>
              </a:defRPr>
            </a:lvl9pPr>
          </a:lstStyle>
          <a:p xmlns:a="http://schemas.openxmlformats.org/drawingml/2006/main">
            <a:pPr algn="l">
              <a:buNone/>
              <a:defRPr sz="2250" b="1">
                <a:solidFill>
                  <a:srgbClr val="157D80"/>
                </a:solidFill>
                <a:latin typeface="Aptos"/>
                <a:ea typeface="Aptos"/>
                <a:cs typeface="Aptos"/>
              </a:defRPr>
            </a:pPr>
            <a:r>
              <a:rPr sz="2250" b="1">
                <a:solidFill>
                  <a:srgbClr val="157D80"/>
                </a:solidFill>
                <a:latin typeface="Aptos"/>
                <a:ea typeface="Aptos"/>
                <a:cs typeface="Aptos"/>
              </a:rPr>
              <a:t>Buzz and dashboard</a:t>
            </a:r>
          </a:p>
        </p:txBody>
      </p:sp>
      <p:sp>
        <p:nvSpPr>
          <p:cNvPr id="27" name="text-60">
            <a:extLst xmlns:a="http://schemas.openxmlformats.org/drawingml/2006/main">
              <a:ext uri="{FF2B5EF4-FFF2-40B4-BE49-F238E27FC236}">
                <a16:creationId xmlns:a16="http://schemas.microsoft.com/office/drawing/2014/main" id="{D4BFCCCC-37B6-4F15-B327-1FDEC4B1AE65}"/>
              </a:ext>
            </a:extLst>
          </p:cNvPr>
          <p:cNvSpPr>
            <a:spLocks xmlns:a="http://schemas.openxmlformats.org/drawingml/2006/main" noGrp="1"/>
          </p:cNvSpPr>
          <p:nvPr/>
        </p:nvSpPr>
        <p:spPr>
          <a:xfrm xmlns:a="http://schemas.openxmlformats.org/drawingml/2006/main">
            <a:off x="800100" y="6797040"/>
            <a:ext cx="4476750" cy="34023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4A6572"/>
                </a:solidFill>
                <a:latin typeface="Aptos"/>
                <a:ea typeface="Aptos"/>
                <a:cs typeface="Aptos"/>
              </a:defRPr>
            </a:defPPr>
            <a:lvl1pPr algn="l">
              <a:buNone/>
              <a:defRPr sz="1950" b="0">
                <a:solidFill>
                  <a:srgbClr val="4A6572"/>
                </a:solidFill>
                <a:latin typeface="Aptos"/>
                <a:ea typeface="Aptos"/>
                <a:cs typeface="Aptos"/>
              </a:defRPr>
            </a:lvl1pPr>
            <a:lvl2pPr algn="l">
              <a:buNone/>
              <a:defRPr sz="1950" b="0">
                <a:solidFill>
                  <a:srgbClr val="4A6572"/>
                </a:solidFill>
                <a:latin typeface="Aptos"/>
                <a:ea typeface="Aptos"/>
                <a:cs typeface="Aptos"/>
              </a:defRPr>
            </a:lvl2pPr>
            <a:lvl3pPr algn="l">
              <a:buNone/>
              <a:defRPr sz="1950" b="0">
                <a:solidFill>
                  <a:srgbClr val="4A6572"/>
                </a:solidFill>
                <a:latin typeface="Aptos"/>
                <a:ea typeface="Aptos"/>
                <a:cs typeface="Aptos"/>
              </a:defRPr>
            </a:lvl3pPr>
            <a:lvl4pPr algn="l">
              <a:buNone/>
              <a:defRPr sz="1950" b="0">
                <a:solidFill>
                  <a:srgbClr val="4A6572"/>
                </a:solidFill>
                <a:latin typeface="Aptos"/>
                <a:ea typeface="Aptos"/>
                <a:cs typeface="Aptos"/>
              </a:defRPr>
            </a:lvl4pPr>
            <a:lvl5pPr algn="l">
              <a:buNone/>
              <a:defRPr sz="1950" b="0">
                <a:solidFill>
                  <a:srgbClr val="4A6572"/>
                </a:solidFill>
                <a:latin typeface="Aptos"/>
                <a:ea typeface="Aptos"/>
                <a:cs typeface="Aptos"/>
              </a:defRPr>
            </a:lvl5pPr>
            <a:lvl6pPr algn="l">
              <a:buNone/>
              <a:defRPr sz="1950" b="0">
                <a:solidFill>
                  <a:srgbClr val="4A6572"/>
                </a:solidFill>
                <a:latin typeface="Aptos"/>
                <a:ea typeface="Aptos"/>
                <a:cs typeface="Aptos"/>
              </a:defRPr>
            </a:lvl6pPr>
            <a:lvl7pPr algn="l">
              <a:buNone/>
              <a:defRPr sz="1950" b="0">
                <a:solidFill>
                  <a:srgbClr val="4A6572"/>
                </a:solidFill>
                <a:latin typeface="Aptos"/>
                <a:ea typeface="Aptos"/>
                <a:cs typeface="Aptos"/>
              </a:defRPr>
            </a:lvl7pPr>
            <a:lvl8pPr algn="l">
              <a:buNone/>
              <a:defRPr sz="1950" b="0">
                <a:solidFill>
                  <a:srgbClr val="4A6572"/>
                </a:solidFill>
                <a:latin typeface="Aptos"/>
                <a:ea typeface="Aptos"/>
                <a:cs typeface="Aptos"/>
              </a:defRPr>
            </a:lvl8pPr>
            <a:lvl9pPr algn="l">
              <a:buNone/>
              <a:defRPr sz="1950" b="0">
                <a:solidFill>
                  <a:srgbClr val="4A6572"/>
                </a:solidFill>
                <a:latin typeface="Aptos"/>
                <a:ea typeface="Aptos"/>
                <a:cs typeface="Aptos"/>
              </a:defRPr>
            </a:lvl9pPr>
          </a:lstStyle>
          <a:p xmlns:a="http://schemas.openxmlformats.org/drawingml/2006/main">
            <a:pPr algn="l">
              <a:buNone/>
              <a:defRPr sz="1950" b="0">
                <a:solidFill>
                  <a:srgbClr val="4A6572"/>
                </a:solidFill>
                <a:latin typeface="Aptos"/>
                <a:ea typeface="Aptos"/>
                <a:cs typeface="Aptos"/>
              </a:defRPr>
            </a:pPr>
            <a:r>
              <a:rPr sz="1950" b="0">
                <a:solidFill>
                  <a:srgbClr val="4A6572"/>
                </a:solidFill>
                <a:latin typeface="Aptos"/>
                <a:ea typeface="Aptos"/>
                <a:cs typeface="Aptos"/>
              </a:rPr>
              <a:t>Result returned to the member</a:t>
            </a:r>
          </a:p>
        </p:txBody>
      </p:sp>
      <p:cxnSp>
        <p:nvCxnSpPr>
          <p:cNvPr id="28" name="flow-61">
            <a:extLst xmlns:a="http://schemas.openxmlformats.org/drawingml/2006/main">
              <a:ext uri="{FF2B5EF4-FFF2-40B4-BE49-F238E27FC236}">
                <a16:creationId xmlns:a16="http://schemas.microsoft.com/office/drawing/2014/main" id="{7BA58286-D406-4B19-8F31-AE6DB80B91F6}"/>
              </a:ext>
            </a:extLst>
          </p:cNvPr>
          <p:cNvCxnSpPr/>
          <p:nvPr/>
        </p:nvCxnSpPr>
        <p:spPr>
          <a:xfrm xmlns:a="http://schemas.openxmlformats.org/drawingml/2006/main" flipH="0" flipV="0">
            <a:off x="13392150" y="4095750"/>
            <a:ext cx="0" cy="2143125"/>
          </a:xfrm>
          <a:prstGeom xmlns:a="http://schemas.openxmlformats.org/drawingml/2006/main" prst="straightConnector1">
            <a:avLst/>
          </a:prstGeom>
          <a:ln xmlns:a="http://schemas.openxmlformats.org/drawingml/2006/main" w="23813">
            <a:solidFill>
              <a:srgbClr val="157D80"/>
            </a:solidFill>
            <a:prstDash val="solid"/>
            <a:tailEnd type="triangle" w="med" len="med"/>
          </a:ln>
        </p:spPr>
      </p:cxnSp>
      <p:sp>
        <p:nvSpPr>
          <p:cNvPr id="29" name="text-62">
            <a:extLst xmlns:a="http://schemas.openxmlformats.org/drawingml/2006/main">
              <a:ext uri="{FF2B5EF4-FFF2-40B4-BE49-F238E27FC236}">
                <a16:creationId xmlns:a16="http://schemas.microsoft.com/office/drawing/2014/main" id="{9F64CB67-FB88-4F77-9442-AA27C71FE1F5}"/>
              </a:ext>
            </a:extLst>
          </p:cNvPr>
          <p:cNvSpPr>
            <a:spLocks xmlns:a="http://schemas.openxmlformats.org/drawingml/2006/main" noGrp="1"/>
          </p:cNvSpPr>
          <p:nvPr/>
        </p:nvSpPr>
        <p:spPr>
          <a:xfrm xmlns:a="http://schemas.openxmlformats.org/drawingml/2006/main">
            <a:off x="13515975" y="4733925"/>
            <a:ext cx="11049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800" b="0">
                <a:solidFill>
                  <a:srgbClr val="4A6572"/>
                </a:solidFill>
                <a:latin typeface="Aptos"/>
                <a:ea typeface="Aptos"/>
                <a:cs typeface="Aptos"/>
              </a:defRPr>
            </a:defPPr>
            <a:lvl1pPr algn="ctr">
              <a:buNone/>
              <a:defRPr sz="1800" b="0">
                <a:solidFill>
                  <a:srgbClr val="4A6572"/>
                </a:solidFill>
                <a:latin typeface="Aptos"/>
                <a:ea typeface="Aptos"/>
                <a:cs typeface="Aptos"/>
              </a:defRPr>
            </a:lvl1pPr>
            <a:lvl2pPr algn="ctr">
              <a:buNone/>
              <a:defRPr sz="1800" b="0">
                <a:solidFill>
                  <a:srgbClr val="4A6572"/>
                </a:solidFill>
                <a:latin typeface="Aptos"/>
                <a:ea typeface="Aptos"/>
                <a:cs typeface="Aptos"/>
              </a:defRPr>
            </a:lvl2pPr>
            <a:lvl3pPr algn="ctr">
              <a:buNone/>
              <a:defRPr sz="1800" b="0">
                <a:solidFill>
                  <a:srgbClr val="4A6572"/>
                </a:solidFill>
                <a:latin typeface="Aptos"/>
                <a:ea typeface="Aptos"/>
                <a:cs typeface="Aptos"/>
              </a:defRPr>
            </a:lvl3pPr>
            <a:lvl4pPr algn="ctr">
              <a:buNone/>
              <a:defRPr sz="1800" b="0">
                <a:solidFill>
                  <a:srgbClr val="4A6572"/>
                </a:solidFill>
                <a:latin typeface="Aptos"/>
                <a:ea typeface="Aptos"/>
                <a:cs typeface="Aptos"/>
              </a:defRPr>
            </a:lvl4pPr>
            <a:lvl5pPr algn="ctr">
              <a:buNone/>
              <a:defRPr sz="1800" b="0">
                <a:solidFill>
                  <a:srgbClr val="4A6572"/>
                </a:solidFill>
                <a:latin typeface="Aptos"/>
                <a:ea typeface="Aptos"/>
                <a:cs typeface="Aptos"/>
              </a:defRPr>
            </a:lvl5pPr>
            <a:lvl6pPr algn="ctr">
              <a:buNone/>
              <a:defRPr sz="1800" b="0">
                <a:solidFill>
                  <a:srgbClr val="4A6572"/>
                </a:solidFill>
                <a:latin typeface="Aptos"/>
                <a:ea typeface="Aptos"/>
                <a:cs typeface="Aptos"/>
              </a:defRPr>
            </a:lvl6pPr>
            <a:lvl7pPr algn="ctr">
              <a:buNone/>
              <a:defRPr sz="1800" b="0">
                <a:solidFill>
                  <a:srgbClr val="4A6572"/>
                </a:solidFill>
                <a:latin typeface="Aptos"/>
                <a:ea typeface="Aptos"/>
                <a:cs typeface="Aptos"/>
              </a:defRPr>
            </a:lvl7pPr>
            <a:lvl8pPr algn="ctr">
              <a:buNone/>
              <a:defRPr sz="1800" b="0">
                <a:solidFill>
                  <a:srgbClr val="4A6572"/>
                </a:solidFill>
                <a:latin typeface="Aptos"/>
                <a:ea typeface="Aptos"/>
                <a:cs typeface="Aptos"/>
              </a:defRPr>
            </a:lvl8pPr>
            <a:lvl9pPr algn="ctr">
              <a:buNone/>
              <a:defRPr sz="1800" b="0">
                <a:solidFill>
                  <a:srgbClr val="4A6572"/>
                </a:solidFill>
                <a:latin typeface="Aptos"/>
                <a:ea typeface="Aptos"/>
                <a:cs typeface="Aptos"/>
              </a:defRPr>
            </a:lvl9pPr>
          </a:lstStyle>
          <a:p xmlns:a="http://schemas.openxmlformats.org/drawingml/2006/main">
            <a:pPr algn="ctr">
              <a:buNone/>
              <a:defRPr sz="1800" b="0">
                <a:solidFill>
                  <a:srgbClr val="4A6572"/>
                </a:solidFill>
                <a:latin typeface="Aptos"/>
                <a:ea typeface="Aptos"/>
                <a:cs typeface="Aptos"/>
              </a:defRPr>
            </a:pPr>
            <a:r>
              <a:rPr sz="1800" b="0">
                <a:solidFill>
                  <a:srgbClr val="4A6572"/>
                </a:solidFill>
                <a:latin typeface="Aptos"/>
                <a:ea typeface="Aptos"/>
                <a:cs typeface="Aptos"/>
              </a:rPr>
              <a:t>Pass</a:t>
            </a:r>
          </a:p>
        </p:txBody>
      </p:sp>
      <p:cxnSp>
        <p:nvCxnSpPr>
          <p:cNvPr id="30" name="flow-63">
            <a:extLst xmlns:a="http://schemas.openxmlformats.org/drawingml/2006/main">
              <a:ext uri="{FF2B5EF4-FFF2-40B4-BE49-F238E27FC236}">
                <a16:creationId xmlns:a16="http://schemas.microsoft.com/office/drawing/2014/main" id="{D332619A-CE6F-46E1-BB3F-57BCB1BCCACC}"/>
              </a:ext>
            </a:extLst>
          </p:cNvPr>
          <p:cNvCxnSpPr/>
          <p:nvPr/>
        </p:nvCxnSpPr>
        <p:spPr>
          <a:xfrm xmlns:a="http://schemas.openxmlformats.org/drawingml/2006/main" flipH="1" flipV="0">
            <a:off x="11849100" y="3476625"/>
            <a:ext cx="304800" cy="0"/>
          </a:xfrm>
          <a:prstGeom xmlns:a="http://schemas.openxmlformats.org/drawingml/2006/main" prst="straightConnector1">
            <a:avLst/>
          </a:prstGeom>
          <a:ln xmlns:a="http://schemas.openxmlformats.org/drawingml/2006/main" w="23813">
            <a:solidFill>
              <a:srgbClr val="157D80"/>
            </a:solidFill>
            <a:prstDash val="solid"/>
          </a:ln>
        </p:spPr>
      </p:cxnSp>
      <p:cxnSp>
        <p:nvCxnSpPr>
          <p:cNvPr id="31" name="flow-64">
            <a:extLst xmlns:a="http://schemas.openxmlformats.org/drawingml/2006/main">
              <a:ext uri="{FF2B5EF4-FFF2-40B4-BE49-F238E27FC236}">
                <a16:creationId xmlns:a16="http://schemas.microsoft.com/office/drawing/2014/main" id="{D1646ACE-63CC-46CA-8658-05E2DFDE404E}"/>
              </a:ext>
            </a:extLst>
          </p:cNvPr>
          <p:cNvCxnSpPr/>
          <p:nvPr/>
        </p:nvCxnSpPr>
        <p:spPr>
          <a:xfrm xmlns:a="http://schemas.openxmlformats.org/drawingml/2006/main" flipH="0" flipV="0">
            <a:off x="11849100" y="3476625"/>
            <a:ext cx="0" cy="1333500"/>
          </a:xfrm>
          <a:prstGeom xmlns:a="http://schemas.openxmlformats.org/drawingml/2006/main" prst="straightConnector1">
            <a:avLst/>
          </a:prstGeom>
          <a:ln xmlns:a="http://schemas.openxmlformats.org/drawingml/2006/main" w="23813">
            <a:solidFill>
              <a:srgbClr val="157D80"/>
            </a:solidFill>
            <a:prstDash val="solid"/>
          </a:ln>
        </p:spPr>
      </p:cxnSp>
      <p:cxnSp>
        <p:nvCxnSpPr>
          <p:cNvPr id="32" name="flow-65">
            <a:extLst xmlns:a="http://schemas.openxmlformats.org/drawingml/2006/main">
              <a:ext uri="{FF2B5EF4-FFF2-40B4-BE49-F238E27FC236}">
                <a16:creationId xmlns:a16="http://schemas.microsoft.com/office/drawing/2014/main" id="{C34592A8-9DAC-4660-B21E-778A2A1A738E}"/>
              </a:ext>
            </a:extLst>
          </p:cNvPr>
          <p:cNvCxnSpPr/>
          <p:nvPr/>
        </p:nvCxnSpPr>
        <p:spPr>
          <a:xfrm xmlns:a="http://schemas.openxmlformats.org/drawingml/2006/main" flipH="1" flipV="0">
            <a:off x="10506075" y="4810125"/>
            <a:ext cx="1343025" cy="0"/>
          </a:xfrm>
          <a:prstGeom xmlns:a="http://schemas.openxmlformats.org/drawingml/2006/main" prst="straightConnector1">
            <a:avLst/>
          </a:prstGeom>
          <a:ln xmlns:a="http://schemas.openxmlformats.org/drawingml/2006/main" w="23813">
            <a:solidFill>
              <a:srgbClr val="157D80"/>
            </a:solidFill>
            <a:prstDash val="solid"/>
          </a:ln>
        </p:spPr>
      </p:cxnSp>
      <p:cxnSp>
        <p:nvCxnSpPr>
          <p:cNvPr id="33" name="flow-66">
            <a:extLst xmlns:a="http://schemas.openxmlformats.org/drawingml/2006/main">
              <a:ext uri="{FF2B5EF4-FFF2-40B4-BE49-F238E27FC236}">
                <a16:creationId xmlns:a16="http://schemas.microsoft.com/office/drawing/2014/main" id="{1526C849-C2A1-487D-A2AB-062F507BCF8C}"/>
              </a:ext>
            </a:extLst>
          </p:cNvPr>
          <p:cNvCxnSpPr/>
          <p:nvPr/>
        </p:nvCxnSpPr>
        <p:spPr>
          <a:xfrm xmlns:a="http://schemas.openxmlformats.org/drawingml/2006/main" flipH="0" flipV="1">
            <a:off x="10506075" y="4095750"/>
            <a:ext cx="0" cy="714375"/>
          </a:xfrm>
          <a:prstGeom xmlns:a="http://schemas.openxmlformats.org/drawingml/2006/main" prst="straightConnector1">
            <a:avLst/>
          </a:prstGeom>
          <a:ln xmlns:a="http://schemas.openxmlformats.org/drawingml/2006/main" w="23813">
            <a:solidFill>
              <a:srgbClr val="157D80"/>
            </a:solidFill>
            <a:prstDash val="solid"/>
            <a:tailEnd type="triangle" w="med" len="med"/>
          </a:ln>
        </p:spPr>
      </p:cxnSp>
      <p:sp>
        <p:nvSpPr>
          <p:cNvPr id="34" name="text-67">
            <a:extLst xmlns:a="http://schemas.openxmlformats.org/drawingml/2006/main">
              <a:ext uri="{FF2B5EF4-FFF2-40B4-BE49-F238E27FC236}">
                <a16:creationId xmlns:a16="http://schemas.microsoft.com/office/drawing/2014/main" id="{1AACC4BC-58E4-403D-8B9C-C75FA2EEA14D}"/>
              </a:ext>
            </a:extLst>
          </p:cNvPr>
          <p:cNvSpPr>
            <a:spLocks xmlns:a="http://schemas.openxmlformats.org/drawingml/2006/main" noGrp="1"/>
          </p:cNvSpPr>
          <p:nvPr/>
        </p:nvSpPr>
        <p:spPr>
          <a:xfrm xmlns:a="http://schemas.openxmlformats.org/drawingml/2006/main">
            <a:off x="10287000" y="5000625"/>
            <a:ext cx="2190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800" b="0">
                <a:solidFill>
                  <a:srgbClr val="4A6572"/>
                </a:solidFill>
                <a:latin typeface="Aptos"/>
                <a:ea typeface="Aptos"/>
                <a:cs typeface="Aptos"/>
              </a:defRPr>
            </a:defPPr>
            <a:lvl1pPr algn="ctr">
              <a:buNone/>
              <a:defRPr sz="1800" b="0">
                <a:solidFill>
                  <a:srgbClr val="4A6572"/>
                </a:solidFill>
                <a:latin typeface="Aptos"/>
                <a:ea typeface="Aptos"/>
                <a:cs typeface="Aptos"/>
              </a:defRPr>
            </a:lvl1pPr>
            <a:lvl2pPr algn="ctr">
              <a:buNone/>
              <a:defRPr sz="1800" b="0">
                <a:solidFill>
                  <a:srgbClr val="4A6572"/>
                </a:solidFill>
                <a:latin typeface="Aptos"/>
                <a:ea typeface="Aptos"/>
                <a:cs typeface="Aptos"/>
              </a:defRPr>
            </a:lvl2pPr>
            <a:lvl3pPr algn="ctr">
              <a:buNone/>
              <a:defRPr sz="1800" b="0">
                <a:solidFill>
                  <a:srgbClr val="4A6572"/>
                </a:solidFill>
                <a:latin typeface="Aptos"/>
                <a:ea typeface="Aptos"/>
                <a:cs typeface="Aptos"/>
              </a:defRPr>
            </a:lvl3pPr>
            <a:lvl4pPr algn="ctr">
              <a:buNone/>
              <a:defRPr sz="1800" b="0">
                <a:solidFill>
                  <a:srgbClr val="4A6572"/>
                </a:solidFill>
                <a:latin typeface="Aptos"/>
                <a:ea typeface="Aptos"/>
                <a:cs typeface="Aptos"/>
              </a:defRPr>
            </a:lvl4pPr>
            <a:lvl5pPr algn="ctr">
              <a:buNone/>
              <a:defRPr sz="1800" b="0">
                <a:solidFill>
                  <a:srgbClr val="4A6572"/>
                </a:solidFill>
                <a:latin typeface="Aptos"/>
                <a:ea typeface="Aptos"/>
                <a:cs typeface="Aptos"/>
              </a:defRPr>
            </a:lvl5pPr>
            <a:lvl6pPr algn="ctr">
              <a:buNone/>
              <a:defRPr sz="1800" b="0">
                <a:solidFill>
                  <a:srgbClr val="4A6572"/>
                </a:solidFill>
                <a:latin typeface="Aptos"/>
                <a:ea typeface="Aptos"/>
                <a:cs typeface="Aptos"/>
              </a:defRPr>
            </a:lvl6pPr>
            <a:lvl7pPr algn="ctr">
              <a:buNone/>
              <a:defRPr sz="1800" b="0">
                <a:solidFill>
                  <a:srgbClr val="4A6572"/>
                </a:solidFill>
                <a:latin typeface="Aptos"/>
                <a:ea typeface="Aptos"/>
                <a:cs typeface="Aptos"/>
              </a:defRPr>
            </a:lvl7pPr>
            <a:lvl8pPr algn="ctr">
              <a:buNone/>
              <a:defRPr sz="1800" b="0">
                <a:solidFill>
                  <a:srgbClr val="4A6572"/>
                </a:solidFill>
                <a:latin typeface="Aptos"/>
                <a:ea typeface="Aptos"/>
                <a:cs typeface="Aptos"/>
              </a:defRPr>
            </a:lvl8pPr>
            <a:lvl9pPr algn="ctr">
              <a:buNone/>
              <a:defRPr sz="1800" b="0">
                <a:solidFill>
                  <a:srgbClr val="4A6572"/>
                </a:solidFill>
                <a:latin typeface="Aptos"/>
                <a:ea typeface="Aptos"/>
                <a:cs typeface="Aptos"/>
              </a:defRPr>
            </a:lvl9pPr>
          </a:lstStyle>
          <a:p xmlns:a="http://schemas.openxmlformats.org/drawingml/2006/main">
            <a:pPr algn="ctr">
              <a:buNone/>
              <a:defRPr sz="1800" b="0">
                <a:solidFill>
                  <a:srgbClr val="4A6572"/>
                </a:solidFill>
                <a:latin typeface="Aptos"/>
                <a:ea typeface="Aptos"/>
                <a:cs typeface="Aptos"/>
              </a:defRPr>
            </a:pPr>
            <a:r>
              <a:rPr sz="1800" b="0">
                <a:solidFill>
                  <a:srgbClr val="4A6572"/>
                </a:solidFill>
                <a:latin typeface="Aptos"/>
                <a:ea typeface="Aptos"/>
                <a:cs typeface="Aptos"/>
              </a:rPr>
              <a:t>Rework</a:t>
            </a:r>
          </a:p>
        </p:txBody>
      </p:sp>
      <p:sp>
        <p:nvSpPr>
          <p:cNvPr id="36" name="text-68">
            <a:extLst xmlns:a="http://schemas.openxmlformats.org/drawingml/2006/main">
              <a:ext uri="{FF2B5EF4-FFF2-40B4-BE49-F238E27FC236}">
                <a16:creationId xmlns:a16="http://schemas.microsoft.com/office/drawing/2014/main" id="{5104DC9F-8377-421B-AFC8-D54B51D6D4DF}"/>
              </a:ext>
            </a:extLst>
          </p:cNvPr>
          <p:cNvSpPr>
            <a:spLocks xmlns:a="http://schemas.openxmlformats.org/drawingml/2006/main" noGrp="1"/>
          </p:cNvSpPr>
          <p:nvPr/>
        </p:nvSpPr>
        <p:spPr>
          <a:xfrm xmlns:a="http://schemas.openxmlformats.org/drawingml/2006/main">
            <a:off x="5905500" y="6534150"/>
            <a:ext cx="3429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875" b="0">
                <a:solidFill>
                  <a:srgbClr val="4A6572"/>
                </a:solidFill>
                <a:latin typeface="Aptos"/>
                <a:ea typeface="Aptos"/>
                <a:cs typeface="Aptos"/>
              </a:defRPr>
            </a:defPPr>
            <a:lvl1pPr algn="ctr">
              <a:buNone/>
              <a:defRPr sz="1875" b="0">
                <a:solidFill>
                  <a:srgbClr val="4A6572"/>
                </a:solidFill>
                <a:latin typeface="Aptos"/>
                <a:ea typeface="Aptos"/>
                <a:cs typeface="Aptos"/>
              </a:defRPr>
            </a:lvl1pPr>
            <a:lvl2pPr algn="ctr">
              <a:buNone/>
              <a:defRPr sz="1875" b="0">
                <a:solidFill>
                  <a:srgbClr val="4A6572"/>
                </a:solidFill>
                <a:latin typeface="Aptos"/>
                <a:ea typeface="Aptos"/>
                <a:cs typeface="Aptos"/>
              </a:defRPr>
            </a:lvl2pPr>
            <a:lvl3pPr algn="ctr">
              <a:buNone/>
              <a:defRPr sz="1875" b="0">
                <a:solidFill>
                  <a:srgbClr val="4A6572"/>
                </a:solidFill>
                <a:latin typeface="Aptos"/>
                <a:ea typeface="Aptos"/>
                <a:cs typeface="Aptos"/>
              </a:defRPr>
            </a:lvl3pPr>
            <a:lvl4pPr algn="ctr">
              <a:buNone/>
              <a:defRPr sz="1875" b="0">
                <a:solidFill>
                  <a:srgbClr val="4A6572"/>
                </a:solidFill>
                <a:latin typeface="Aptos"/>
                <a:ea typeface="Aptos"/>
                <a:cs typeface="Aptos"/>
              </a:defRPr>
            </a:lvl4pPr>
            <a:lvl5pPr algn="ctr">
              <a:buNone/>
              <a:defRPr sz="1875" b="0">
                <a:solidFill>
                  <a:srgbClr val="4A6572"/>
                </a:solidFill>
                <a:latin typeface="Aptos"/>
                <a:ea typeface="Aptos"/>
                <a:cs typeface="Aptos"/>
              </a:defRPr>
            </a:lvl5pPr>
            <a:lvl6pPr algn="ctr">
              <a:buNone/>
              <a:defRPr sz="1875" b="0">
                <a:solidFill>
                  <a:srgbClr val="4A6572"/>
                </a:solidFill>
                <a:latin typeface="Aptos"/>
                <a:ea typeface="Aptos"/>
                <a:cs typeface="Aptos"/>
              </a:defRPr>
            </a:lvl6pPr>
            <a:lvl7pPr algn="ctr">
              <a:buNone/>
              <a:defRPr sz="1875" b="0">
                <a:solidFill>
                  <a:srgbClr val="4A6572"/>
                </a:solidFill>
                <a:latin typeface="Aptos"/>
                <a:ea typeface="Aptos"/>
                <a:cs typeface="Aptos"/>
              </a:defRPr>
            </a:lvl7pPr>
            <a:lvl8pPr algn="ctr">
              <a:buNone/>
              <a:defRPr sz="1875" b="0">
                <a:solidFill>
                  <a:srgbClr val="4A6572"/>
                </a:solidFill>
                <a:latin typeface="Aptos"/>
                <a:ea typeface="Aptos"/>
                <a:cs typeface="Aptos"/>
              </a:defRPr>
            </a:lvl8pPr>
            <a:lvl9pPr algn="ctr">
              <a:buNone/>
              <a:defRPr sz="1875" b="0">
                <a:solidFill>
                  <a:srgbClr val="4A6572"/>
                </a:solidFill>
                <a:latin typeface="Aptos"/>
                <a:ea typeface="Aptos"/>
                <a:cs typeface="Aptos"/>
              </a:defRPr>
            </a:lvl9pPr>
          </a:lstStyle>
          <a:p xmlns:a="http://schemas.openxmlformats.org/drawingml/2006/main">
            <a:pPr algn="ctr">
              <a:buNone/>
              <a:defRPr sz="1875" b="0">
                <a:solidFill>
                  <a:srgbClr val="4A6572"/>
                </a:solidFill>
                <a:latin typeface="Aptos"/>
                <a:ea typeface="Aptos"/>
                <a:cs typeface="Aptos"/>
              </a:defRPr>
            </a:pPr>
            <a:r>
              <a:rPr sz="1875" b="0">
                <a:solidFill>
                  <a:srgbClr val="4A6572"/>
                </a:solidFill>
                <a:latin typeface="Aptos"/>
                <a:ea typeface="Aptos"/>
                <a:cs typeface="Aptos"/>
              </a:rPr>
              <a:t>Publish result and status</a:t>
            </a:r>
          </a:p>
        </p:txBody>
      </p:sp>
      <p:sp>
        <p:nvSpPr>
          <p:cNvPr id="37" name="text-69">
            <a:extLst xmlns:a="http://schemas.openxmlformats.org/drawingml/2006/main">
              <a:ext uri="{FF2B5EF4-FFF2-40B4-BE49-F238E27FC236}">
                <a16:creationId xmlns:a16="http://schemas.microsoft.com/office/drawing/2014/main" id="{8D519C09-2176-4484-8FB9-5BA7173AB996}"/>
              </a:ext>
            </a:extLst>
          </p:cNvPr>
          <p:cNvSpPr>
            <a:spLocks xmlns:a="http://schemas.openxmlformats.org/drawingml/2006/main" noGrp="1"/>
          </p:cNvSpPr>
          <p:nvPr/>
        </p:nvSpPr>
        <p:spPr>
          <a:xfrm xmlns:a="http://schemas.openxmlformats.org/drawingml/2006/main">
            <a:off x="3495675" y="4429125"/>
            <a:ext cx="6191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4A6572"/>
                </a:solidFill>
                <a:latin typeface="Aptos"/>
                <a:ea typeface="Aptos"/>
                <a:cs typeface="Aptos"/>
              </a:defRPr>
            </a:defPPr>
            <a:lvl1pPr algn="l">
              <a:buNone/>
              <a:defRPr sz="1950" b="0">
                <a:solidFill>
                  <a:srgbClr val="4A6572"/>
                </a:solidFill>
                <a:latin typeface="Aptos"/>
                <a:ea typeface="Aptos"/>
                <a:cs typeface="Aptos"/>
              </a:defRPr>
            </a:lvl1pPr>
            <a:lvl2pPr algn="l">
              <a:buNone/>
              <a:defRPr sz="1950" b="0">
                <a:solidFill>
                  <a:srgbClr val="4A6572"/>
                </a:solidFill>
                <a:latin typeface="Aptos"/>
                <a:ea typeface="Aptos"/>
                <a:cs typeface="Aptos"/>
              </a:defRPr>
            </a:lvl2pPr>
            <a:lvl3pPr algn="l">
              <a:buNone/>
              <a:defRPr sz="1950" b="0">
                <a:solidFill>
                  <a:srgbClr val="4A6572"/>
                </a:solidFill>
                <a:latin typeface="Aptos"/>
                <a:ea typeface="Aptos"/>
                <a:cs typeface="Aptos"/>
              </a:defRPr>
            </a:lvl3pPr>
            <a:lvl4pPr algn="l">
              <a:buNone/>
              <a:defRPr sz="1950" b="0">
                <a:solidFill>
                  <a:srgbClr val="4A6572"/>
                </a:solidFill>
                <a:latin typeface="Aptos"/>
                <a:ea typeface="Aptos"/>
                <a:cs typeface="Aptos"/>
              </a:defRPr>
            </a:lvl4pPr>
            <a:lvl5pPr algn="l">
              <a:buNone/>
              <a:defRPr sz="1950" b="0">
                <a:solidFill>
                  <a:srgbClr val="4A6572"/>
                </a:solidFill>
                <a:latin typeface="Aptos"/>
                <a:ea typeface="Aptos"/>
                <a:cs typeface="Aptos"/>
              </a:defRPr>
            </a:lvl5pPr>
            <a:lvl6pPr algn="l">
              <a:buNone/>
              <a:defRPr sz="1950" b="0">
                <a:solidFill>
                  <a:srgbClr val="4A6572"/>
                </a:solidFill>
                <a:latin typeface="Aptos"/>
                <a:ea typeface="Aptos"/>
                <a:cs typeface="Aptos"/>
              </a:defRPr>
            </a:lvl6pPr>
            <a:lvl7pPr algn="l">
              <a:buNone/>
              <a:defRPr sz="1950" b="0">
                <a:solidFill>
                  <a:srgbClr val="4A6572"/>
                </a:solidFill>
                <a:latin typeface="Aptos"/>
                <a:ea typeface="Aptos"/>
                <a:cs typeface="Aptos"/>
              </a:defRPr>
            </a:lvl7pPr>
            <a:lvl8pPr algn="l">
              <a:buNone/>
              <a:defRPr sz="1950" b="0">
                <a:solidFill>
                  <a:srgbClr val="4A6572"/>
                </a:solidFill>
                <a:latin typeface="Aptos"/>
                <a:ea typeface="Aptos"/>
                <a:cs typeface="Aptos"/>
              </a:defRPr>
            </a:lvl8pPr>
            <a:lvl9pPr algn="l">
              <a:buNone/>
              <a:defRPr sz="1950" b="0">
                <a:solidFill>
                  <a:srgbClr val="4A6572"/>
                </a:solidFill>
                <a:latin typeface="Aptos"/>
                <a:ea typeface="Aptos"/>
                <a:cs typeface="Aptos"/>
              </a:defRPr>
            </a:lvl9pPr>
          </a:lstStyle>
          <a:p xmlns:a="http://schemas.openxmlformats.org/drawingml/2006/main">
            <a:pPr algn="l">
              <a:buNone/>
              <a:defRPr sz="1950" b="0">
                <a:solidFill>
                  <a:srgbClr val="4A6572"/>
                </a:solidFill>
                <a:latin typeface="Aptos"/>
                <a:ea typeface="Aptos"/>
                <a:cs typeface="Aptos"/>
              </a:defRPr>
            </a:pPr>
            <a:r>
              <a:rPr sz="1950" b="0">
                <a:solidFill>
                  <a:srgbClr val="4A6572"/>
                </a:solidFill>
                <a:latin typeface="Aptos"/>
                <a:ea typeface="Aptos"/>
                <a:cs typeface="Aptos"/>
              </a:rPr>
              <a:t>Paperclip applies hiring and budget policy</a:t>
            </a:r>
          </a:p>
        </p:txBody>
      </p:sp>
    </p:spTree>
    <p:extLst>
      <p:ext uri="{BB962C8B-B14F-4D97-AF65-F5344CB8AC3E}">
        <p14:creationId xmlns:p14="http://schemas.microsoft.com/office/powerpoint/2010/main" val="497893197"/>
      </p:ext>
    </p:extLst>
  </p:cSld>
</p:sld>
</file>

<file path=ppt/slides/slide3.xml><?xml version="1.0" encoding="utf-8"?>
<p:sld xmlns:p="http://schemas.openxmlformats.org/presentationml/2006/main">
  <p:cSld>
    <p:bg>
      <p:bgPr>
        <a:solidFill xmlns:a="http://schemas.openxmlformats.org/drawingml/2006/main">
          <a:srgbClr val="F6F5F0"/>
        </a:solidFill>
      </p:bgPr>
    </p:bg>
    <p:spTree>
      <p:nvGrpSpPr>
        <p:cNvPr id="1" name=""/>
        <p:cNvGrpSpPr/>
        <p:nvPr/>
      </p:nvGrpSpPr>
      <p:grpSpPr>
        <a:xfrm xmlns:a="http://schemas.openxmlformats.org/drawingml/2006/main"/>
      </p:grpSpPr>
      <p:cxnSp>
        <p:nvCxnSpPr>
          <p:cNvPr id="18" name="">
            <a:extLst xmlns:a="http://schemas.openxmlformats.org/drawingml/2006/main">
              <a:ext uri="{FF2B5EF4-FFF2-40B4-BE49-F238E27FC236}">
                <a16:creationId xmlns:a16="http://schemas.microsoft.com/office/drawing/2014/main" id="{2BDD1F9E-D22C-4B42-9138-BBDCD180D619}"/>
              </a:ext>
            </a:extLst>
          </p:cNvPr>
          <p:cNvCxnSpPr>
            <a:stCxn xmlns:a="http://schemas.openxmlformats.org/drawingml/2006/main" id="3" idx="3"/>
            <a:endCxn xmlns:a="http://schemas.openxmlformats.org/drawingml/2006/main" id="6" idx="1"/>
          </p:cNvCxnSpPr>
          <p:nvPr/>
        </p:nvCxnSpPr>
        <p:spPr>
          <a:xfrm xmlns:a="http://schemas.openxmlformats.org/drawingml/2006/main">
            <a:off x="3752850" y="4191000"/>
            <a:ext cx="1524000" cy="0"/>
          </a:xfrm>
          <a:prstGeom xmlns:a="http://schemas.openxmlformats.org/drawingml/2006/main" prst="straightConnector1">
            <a:avLst/>
          </a:prstGeom>
          <a:ln xmlns:a="http://schemas.openxmlformats.org/drawingml/2006/main" w="23813">
            <a:solidFill>
              <a:srgbClr val="157D80"/>
            </a:solidFill>
            <a:prstDash val="dash"/>
            <a:tailEnd type="triangle" w="med" len="med"/>
          </a:ln>
        </p:spPr>
      </p:cxnSp>
      <p:sp>
        <p:nvSpPr>
          <p:cNvPr id="34" name="text-70">
            <a:extLst xmlns:a="http://schemas.openxmlformats.org/drawingml/2006/main">
              <a:ext uri="{FF2B5EF4-FFF2-40B4-BE49-F238E27FC236}">
                <a16:creationId xmlns:a16="http://schemas.microsoft.com/office/drawing/2014/main" id="{B2A23D7F-822E-4D30-8FE5-929C0A22B702}"/>
              </a:ext>
            </a:extLst>
          </p:cNvPr>
          <p:cNvSpPr>
            <a:spLocks xmlns:a="http://schemas.openxmlformats.org/drawingml/2006/main" noGrp="1"/>
          </p:cNvSpPr>
          <p:nvPr/>
        </p:nvSpPr>
        <p:spPr>
          <a:xfrm xmlns:a="http://schemas.openxmlformats.org/drawingml/2006/main">
            <a:off x="609600" y="514350"/>
            <a:ext cx="14020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600" b="1">
                <a:solidFill>
                  <a:srgbClr val="132E38"/>
                </a:solidFill>
                <a:latin typeface="Aptos"/>
                <a:ea typeface="Aptos"/>
                <a:cs typeface="Aptos"/>
              </a:defRPr>
            </a:defPPr>
            <a:lvl1pPr algn="l">
              <a:buNone/>
              <a:defRPr sz="3600" b="1">
                <a:solidFill>
                  <a:srgbClr val="132E38"/>
                </a:solidFill>
                <a:latin typeface="Aptos"/>
                <a:ea typeface="Aptos"/>
                <a:cs typeface="Aptos"/>
              </a:defRPr>
            </a:lvl1pPr>
            <a:lvl2pPr algn="l">
              <a:buNone/>
              <a:defRPr sz="3600" b="1">
                <a:solidFill>
                  <a:srgbClr val="132E38"/>
                </a:solidFill>
                <a:latin typeface="Aptos"/>
                <a:ea typeface="Aptos"/>
                <a:cs typeface="Aptos"/>
              </a:defRPr>
            </a:lvl2pPr>
            <a:lvl3pPr algn="l">
              <a:buNone/>
              <a:defRPr sz="3600" b="1">
                <a:solidFill>
                  <a:srgbClr val="132E38"/>
                </a:solidFill>
                <a:latin typeface="Aptos"/>
                <a:ea typeface="Aptos"/>
                <a:cs typeface="Aptos"/>
              </a:defRPr>
            </a:lvl3pPr>
            <a:lvl4pPr algn="l">
              <a:buNone/>
              <a:defRPr sz="3600" b="1">
                <a:solidFill>
                  <a:srgbClr val="132E38"/>
                </a:solidFill>
                <a:latin typeface="Aptos"/>
                <a:ea typeface="Aptos"/>
                <a:cs typeface="Aptos"/>
              </a:defRPr>
            </a:lvl4pPr>
            <a:lvl5pPr algn="l">
              <a:buNone/>
              <a:defRPr sz="3600" b="1">
                <a:solidFill>
                  <a:srgbClr val="132E38"/>
                </a:solidFill>
                <a:latin typeface="Aptos"/>
                <a:ea typeface="Aptos"/>
                <a:cs typeface="Aptos"/>
              </a:defRPr>
            </a:lvl5pPr>
            <a:lvl6pPr algn="l">
              <a:buNone/>
              <a:defRPr sz="3600" b="1">
                <a:solidFill>
                  <a:srgbClr val="132E38"/>
                </a:solidFill>
                <a:latin typeface="Aptos"/>
                <a:ea typeface="Aptos"/>
                <a:cs typeface="Aptos"/>
              </a:defRPr>
            </a:lvl6pPr>
            <a:lvl7pPr algn="l">
              <a:buNone/>
              <a:defRPr sz="3600" b="1">
                <a:solidFill>
                  <a:srgbClr val="132E38"/>
                </a:solidFill>
                <a:latin typeface="Aptos"/>
                <a:ea typeface="Aptos"/>
                <a:cs typeface="Aptos"/>
              </a:defRPr>
            </a:lvl7pPr>
            <a:lvl8pPr algn="l">
              <a:buNone/>
              <a:defRPr sz="3600" b="1">
                <a:solidFill>
                  <a:srgbClr val="132E38"/>
                </a:solidFill>
                <a:latin typeface="Aptos"/>
                <a:ea typeface="Aptos"/>
                <a:cs typeface="Aptos"/>
              </a:defRPr>
            </a:lvl8pPr>
            <a:lvl9pPr algn="l">
              <a:buNone/>
              <a:defRPr sz="3600" b="1">
                <a:solidFill>
                  <a:srgbClr val="132E38"/>
                </a:solidFill>
                <a:latin typeface="Aptos"/>
                <a:ea typeface="Aptos"/>
                <a:cs typeface="Aptos"/>
              </a:defRPr>
            </a:lvl9pPr>
          </a:lstStyle>
          <a:p xmlns:a="http://schemas.openxmlformats.org/drawingml/2006/main">
            <a:pPr algn="l">
              <a:buNone/>
              <a:defRPr sz="3600" b="1">
                <a:solidFill>
                  <a:srgbClr val="132E38"/>
                </a:solidFill>
                <a:latin typeface="Aptos"/>
                <a:ea typeface="Aptos"/>
                <a:cs typeface="Aptos"/>
              </a:defRPr>
            </a:pPr>
            <a:r>
              <a:rPr sz="3600" b="1">
                <a:solidFill>
                  <a:srgbClr val="132E38"/>
                </a:solidFill>
                <a:latin typeface="Aptos"/>
                <a:ea typeface="Aptos"/>
                <a:cs typeface="Aptos"/>
              </a:rPr>
              <a:t>Roundtable meeting flow</a:t>
            </a:r>
          </a:p>
        </p:txBody>
      </p:sp>
      <p:sp>
        <p:nvSpPr>
          <p:cNvPr id="2" name="text-71">
            <a:extLst xmlns:a="http://schemas.openxmlformats.org/drawingml/2006/main">
              <a:ext uri="{FF2B5EF4-FFF2-40B4-BE49-F238E27FC236}">
                <a16:creationId xmlns:a16="http://schemas.microsoft.com/office/drawing/2014/main" id="{C18A7868-8FE3-4B5A-AC56-052268CBB6A0}"/>
              </a:ext>
            </a:extLst>
          </p:cNvPr>
          <p:cNvSpPr>
            <a:spLocks xmlns:a="http://schemas.openxmlformats.org/drawingml/2006/main" noGrp="1"/>
          </p:cNvSpPr>
          <p:nvPr/>
        </p:nvSpPr>
        <p:spPr>
          <a:xfrm xmlns:a="http://schemas.openxmlformats.org/drawingml/2006/main">
            <a:off x="14154150" y="8020050"/>
            <a:ext cx="476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500" b="1">
                <a:solidFill>
                  <a:srgbClr val="157D80"/>
                </a:solidFill>
                <a:latin typeface="Aptos"/>
                <a:ea typeface="Aptos"/>
                <a:cs typeface="Aptos"/>
              </a:defRPr>
            </a:defPPr>
            <a:lvl1pPr algn="r">
              <a:buNone/>
              <a:defRPr sz="1500" b="1">
                <a:solidFill>
                  <a:srgbClr val="157D80"/>
                </a:solidFill>
                <a:latin typeface="Aptos"/>
                <a:ea typeface="Aptos"/>
                <a:cs typeface="Aptos"/>
              </a:defRPr>
            </a:lvl1pPr>
            <a:lvl2pPr algn="r">
              <a:buNone/>
              <a:defRPr sz="1500" b="1">
                <a:solidFill>
                  <a:srgbClr val="157D80"/>
                </a:solidFill>
                <a:latin typeface="Aptos"/>
                <a:ea typeface="Aptos"/>
                <a:cs typeface="Aptos"/>
              </a:defRPr>
            </a:lvl2pPr>
            <a:lvl3pPr algn="r">
              <a:buNone/>
              <a:defRPr sz="1500" b="1">
                <a:solidFill>
                  <a:srgbClr val="157D80"/>
                </a:solidFill>
                <a:latin typeface="Aptos"/>
                <a:ea typeface="Aptos"/>
                <a:cs typeface="Aptos"/>
              </a:defRPr>
            </a:lvl3pPr>
            <a:lvl4pPr algn="r">
              <a:buNone/>
              <a:defRPr sz="1500" b="1">
                <a:solidFill>
                  <a:srgbClr val="157D80"/>
                </a:solidFill>
                <a:latin typeface="Aptos"/>
                <a:ea typeface="Aptos"/>
                <a:cs typeface="Aptos"/>
              </a:defRPr>
            </a:lvl4pPr>
            <a:lvl5pPr algn="r">
              <a:buNone/>
              <a:defRPr sz="1500" b="1">
                <a:solidFill>
                  <a:srgbClr val="157D80"/>
                </a:solidFill>
                <a:latin typeface="Aptos"/>
                <a:ea typeface="Aptos"/>
                <a:cs typeface="Aptos"/>
              </a:defRPr>
            </a:lvl5pPr>
            <a:lvl6pPr algn="r">
              <a:buNone/>
              <a:defRPr sz="1500" b="1">
                <a:solidFill>
                  <a:srgbClr val="157D80"/>
                </a:solidFill>
                <a:latin typeface="Aptos"/>
                <a:ea typeface="Aptos"/>
                <a:cs typeface="Aptos"/>
              </a:defRPr>
            </a:lvl6pPr>
            <a:lvl7pPr algn="r">
              <a:buNone/>
              <a:defRPr sz="1500" b="1">
                <a:solidFill>
                  <a:srgbClr val="157D80"/>
                </a:solidFill>
                <a:latin typeface="Aptos"/>
                <a:ea typeface="Aptos"/>
                <a:cs typeface="Aptos"/>
              </a:defRPr>
            </a:lvl7pPr>
            <a:lvl8pPr algn="r">
              <a:buNone/>
              <a:defRPr sz="1500" b="1">
                <a:solidFill>
                  <a:srgbClr val="157D80"/>
                </a:solidFill>
                <a:latin typeface="Aptos"/>
                <a:ea typeface="Aptos"/>
                <a:cs typeface="Aptos"/>
              </a:defRPr>
            </a:lvl8pPr>
            <a:lvl9pPr algn="r">
              <a:buNone/>
              <a:defRPr sz="1500" b="1">
                <a:solidFill>
                  <a:srgbClr val="157D80"/>
                </a:solidFill>
                <a:latin typeface="Aptos"/>
                <a:ea typeface="Aptos"/>
                <a:cs typeface="Aptos"/>
              </a:defRPr>
            </a:lvl9pPr>
          </a:lstStyle>
          <a:p xmlns:a="http://schemas.openxmlformats.org/drawingml/2006/main">
            <a:pPr algn="r">
              <a:buNone/>
              <a:defRPr sz="1500" b="1">
                <a:solidFill>
                  <a:srgbClr val="157D80"/>
                </a:solidFill>
                <a:latin typeface="Aptos"/>
                <a:ea typeface="Aptos"/>
                <a:cs typeface="Aptos"/>
              </a:defRPr>
            </a:pPr>
            <a:r>
              <a:rPr sz="1500" b="1">
                <a:solidFill>
                  <a:srgbClr val="157D80"/>
                </a:solidFill>
                <a:latin typeface="Aptos"/>
                <a:ea typeface="Aptos"/>
                <a:cs typeface="Aptos"/>
              </a:rPr>
              <a:t>3</a:t>
            </a:r>
          </a:p>
        </p:txBody>
      </p:sp>
      <p:sp>
        <p:nvSpPr>
          <p:cNvPr id="3" name="node-72">
            <a:extLst xmlns:a="http://schemas.openxmlformats.org/drawingml/2006/main">
              <a:ext uri="{FF2B5EF4-FFF2-40B4-BE49-F238E27FC236}">
                <a16:creationId xmlns:a16="http://schemas.microsoft.com/office/drawing/2014/main" id="{48B6EF01-C26A-40F7-9F96-CC60CBECABB9}"/>
              </a:ext>
            </a:extLst>
          </p:cNvPr>
          <p:cNvSpPr>
            <a:spLocks xmlns:a="http://schemas.openxmlformats.org/drawingml/2006/main" noGrp="1"/>
          </p:cNvSpPr>
          <p:nvPr/>
        </p:nvSpPr>
        <p:spPr>
          <a:xfrm xmlns:a="http://schemas.openxmlformats.org/drawingml/2006/main">
            <a:off x="609600" y="3476625"/>
            <a:ext cx="3143250" cy="1428750"/>
          </a:xfrm>
          <a:prstGeom xmlns:a="http://schemas.openxmlformats.org/drawingml/2006/main" prst="rect">
            <a:avLst/>
          </a:prstGeom>
          <a:solidFill xmlns:a="http://schemas.openxmlformats.org/drawingml/2006/main">
            <a:srgbClr val="FFFFFF"/>
          </a:solidFill>
          <a:ln xmlns:a="http://schemas.openxmlformats.org/drawingml/2006/main" w="17145">
            <a:solidFill>
              <a:srgbClr val="B8CACC"/>
            </a:solidFill>
            <a:prstDash val="solid"/>
          </a:ln>
        </p:spPr>
      </p:sp>
      <p:sp>
        <p:nvSpPr>
          <p:cNvPr id="4" name="text-73">
            <a:extLst xmlns:a="http://schemas.openxmlformats.org/drawingml/2006/main">
              <a:ext uri="{FF2B5EF4-FFF2-40B4-BE49-F238E27FC236}">
                <a16:creationId xmlns:a16="http://schemas.microsoft.com/office/drawing/2014/main" id="{360B14EF-AC43-450E-868A-66596794CCCB}"/>
              </a:ext>
            </a:extLst>
          </p:cNvPr>
          <p:cNvSpPr>
            <a:spLocks xmlns:a="http://schemas.openxmlformats.org/drawingml/2006/main" noGrp="1"/>
          </p:cNvSpPr>
          <p:nvPr/>
        </p:nvSpPr>
        <p:spPr>
          <a:xfrm xmlns:a="http://schemas.openxmlformats.org/drawingml/2006/main">
            <a:off x="800100" y="3638550"/>
            <a:ext cx="2762250" cy="3983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32E38"/>
                </a:solidFill>
                <a:latin typeface="Aptos"/>
                <a:ea typeface="Aptos"/>
                <a:cs typeface="Aptos"/>
              </a:defRPr>
            </a:defPPr>
            <a:lvl1pPr algn="l">
              <a:buNone/>
              <a:defRPr sz="2325" b="1">
                <a:solidFill>
                  <a:srgbClr val="132E38"/>
                </a:solidFill>
                <a:latin typeface="Aptos"/>
                <a:ea typeface="Aptos"/>
                <a:cs typeface="Aptos"/>
              </a:defRPr>
            </a:lvl1pPr>
            <a:lvl2pPr algn="l">
              <a:buNone/>
              <a:defRPr sz="2325" b="1">
                <a:solidFill>
                  <a:srgbClr val="132E38"/>
                </a:solidFill>
                <a:latin typeface="Aptos"/>
                <a:ea typeface="Aptos"/>
                <a:cs typeface="Aptos"/>
              </a:defRPr>
            </a:lvl2pPr>
            <a:lvl3pPr algn="l">
              <a:buNone/>
              <a:defRPr sz="2325" b="1">
                <a:solidFill>
                  <a:srgbClr val="132E38"/>
                </a:solidFill>
                <a:latin typeface="Aptos"/>
                <a:ea typeface="Aptos"/>
                <a:cs typeface="Aptos"/>
              </a:defRPr>
            </a:lvl3pPr>
            <a:lvl4pPr algn="l">
              <a:buNone/>
              <a:defRPr sz="2325" b="1">
                <a:solidFill>
                  <a:srgbClr val="132E38"/>
                </a:solidFill>
                <a:latin typeface="Aptos"/>
                <a:ea typeface="Aptos"/>
                <a:cs typeface="Aptos"/>
              </a:defRPr>
            </a:lvl4pPr>
            <a:lvl5pPr algn="l">
              <a:buNone/>
              <a:defRPr sz="2325" b="1">
                <a:solidFill>
                  <a:srgbClr val="132E38"/>
                </a:solidFill>
                <a:latin typeface="Aptos"/>
                <a:ea typeface="Aptos"/>
                <a:cs typeface="Aptos"/>
              </a:defRPr>
            </a:lvl5pPr>
            <a:lvl6pPr algn="l">
              <a:buNone/>
              <a:defRPr sz="2325" b="1">
                <a:solidFill>
                  <a:srgbClr val="132E38"/>
                </a:solidFill>
                <a:latin typeface="Aptos"/>
                <a:ea typeface="Aptos"/>
                <a:cs typeface="Aptos"/>
              </a:defRPr>
            </a:lvl6pPr>
            <a:lvl7pPr algn="l">
              <a:buNone/>
              <a:defRPr sz="2325" b="1">
                <a:solidFill>
                  <a:srgbClr val="132E38"/>
                </a:solidFill>
                <a:latin typeface="Aptos"/>
                <a:ea typeface="Aptos"/>
                <a:cs typeface="Aptos"/>
              </a:defRPr>
            </a:lvl7pPr>
            <a:lvl8pPr algn="l">
              <a:buNone/>
              <a:defRPr sz="2325" b="1">
                <a:solidFill>
                  <a:srgbClr val="132E38"/>
                </a:solidFill>
                <a:latin typeface="Aptos"/>
                <a:ea typeface="Aptos"/>
                <a:cs typeface="Aptos"/>
              </a:defRPr>
            </a:lvl8pPr>
            <a:lvl9pPr algn="l">
              <a:buNone/>
              <a:defRPr sz="2325" b="1">
                <a:solidFill>
                  <a:srgbClr val="132E38"/>
                </a:solidFill>
                <a:latin typeface="Aptos"/>
                <a:ea typeface="Aptos"/>
                <a:cs typeface="Aptos"/>
              </a:defRPr>
            </a:lvl9pPr>
          </a:lstStyle>
          <a:p xmlns:a="http://schemas.openxmlformats.org/drawingml/2006/main">
            <a:pPr algn="l">
              <a:buNone/>
              <a:defRPr sz="2325" b="1">
                <a:solidFill>
                  <a:srgbClr val="132E38"/>
                </a:solidFill>
                <a:latin typeface="Aptos"/>
                <a:ea typeface="Aptos"/>
                <a:cs typeface="Aptos"/>
              </a:defRPr>
            </a:pPr>
            <a:r>
              <a:rPr sz="2325" b="1">
                <a:solidFill>
                  <a:srgbClr val="132E38"/>
                </a:solidFill>
                <a:latin typeface="Aptos"/>
                <a:ea typeface="Aptos"/>
                <a:cs typeface="Aptos"/>
              </a:rPr>
              <a:t>Meet / Gemini</a:t>
            </a:r>
          </a:p>
        </p:txBody>
      </p:sp>
      <p:sp>
        <p:nvSpPr>
          <p:cNvPr id="5" name="text-74">
            <a:extLst xmlns:a="http://schemas.openxmlformats.org/drawingml/2006/main">
              <a:ext uri="{FF2B5EF4-FFF2-40B4-BE49-F238E27FC236}">
                <a16:creationId xmlns:a16="http://schemas.microsoft.com/office/drawing/2014/main" id="{7F5F2247-2FF0-4963-8B57-A313F1CB1AEE}"/>
              </a:ext>
            </a:extLst>
          </p:cNvPr>
          <p:cNvSpPr>
            <a:spLocks xmlns:a="http://schemas.openxmlformats.org/drawingml/2006/main" noGrp="1"/>
          </p:cNvSpPr>
          <p:nvPr/>
        </p:nvSpPr>
        <p:spPr>
          <a:xfrm xmlns:a="http://schemas.openxmlformats.org/drawingml/2006/main">
            <a:off x="800100" y="4046411"/>
            <a:ext cx="2762250" cy="64236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4A6572"/>
                </a:solidFill>
                <a:latin typeface="Aptos"/>
                <a:ea typeface="Aptos"/>
                <a:cs typeface="Aptos"/>
              </a:defRPr>
            </a:defPPr>
            <a:lvl1pPr algn="l">
              <a:buNone/>
              <a:defRPr sz="1950" b="0">
                <a:solidFill>
                  <a:srgbClr val="4A6572"/>
                </a:solidFill>
                <a:latin typeface="Aptos"/>
                <a:ea typeface="Aptos"/>
                <a:cs typeface="Aptos"/>
              </a:defRPr>
            </a:lvl1pPr>
            <a:lvl2pPr algn="l">
              <a:buNone/>
              <a:defRPr sz="1950" b="0">
                <a:solidFill>
                  <a:srgbClr val="4A6572"/>
                </a:solidFill>
                <a:latin typeface="Aptos"/>
                <a:ea typeface="Aptos"/>
                <a:cs typeface="Aptos"/>
              </a:defRPr>
            </a:lvl2pPr>
            <a:lvl3pPr algn="l">
              <a:buNone/>
              <a:defRPr sz="1950" b="0">
                <a:solidFill>
                  <a:srgbClr val="4A6572"/>
                </a:solidFill>
                <a:latin typeface="Aptos"/>
                <a:ea typeface="Aptos"/>
                <a:cs typeface="Aptos"/>
              </a:defRPr>
            </a:lvl3pPr>
            <a:lvl4pPr algn="l">
              <a:buNone/>
              <a:defRPr sz="1950" b="0">
                <a:solidFill>
                  <a:srgbClr val="4A6572"/>
                </a:solidFill>
                <a:latin typeface="Aptos"/>
                <a:ea typeface="Aptos"/>
                <a:cs typeface="Aptos"/>
              </a:defRPr>
            </a:lvl4pPr>
            <a:lvl5pPr algn="l">
              <a:buNone/>
              <a:defRPr sz="1950" b="0">
                <a:solidFill>
                  <a:srgbClr val="4A6572"/>
                </a:solidFill>
                <a:latin typeface="Aptos"/>
                <a:ea typeface="Aptos"/>
                <a:cs typeface="Aptos"/>
              </a:defRPr>
            </a:lvl5pPr>
            <a:lvl6pPr algn="l">
              <a:buNone/>
              <a:defRPr sz="1950" b="0">
                <a:solidFill>
                  <a:srgbClr val="4A6572"/>
                </a:solidFill>
                <a:latin typeface="Aptos"/>
                <a:ea typeface="Aptos"/>
                <a:cs typeface="Aptos"/>
              </a:defRPr>
            </a:lvl6pPr>
            <a:lvl7pPr algn="l">
              <a:buNone/>
              <a:defRPr sz="1950" b="0">
                <a:solidFill>
                  <a:srgbClr val="4A6572"/>
                </a:solidFill>
                <a:latin typeface="Aptos"/>
                <a:ea typeface="Aptos"/>
                <a:cs typeface="Aptos"/>
              </a:defRPr>
            </a:lvl7pPr>
            <a:lvl8pPr algn="l">
              <a:buNone/>
              <a:defRPr sz="1950" b="0">
                <a:solidFill>
                  <a:srgbClr val="4A6572"/>
                </a:solidFill>
                <a:latin typeface="Aptos"/>
                <a:ea typeface="Aptos"/>
                <a:cs typeface="Aptos"/>
              </a:defRPr>
            </a:lvl8pPr>
            <a:lvl9pPr algn="l">
              <a:buNone/>
              <a:defRPr sz="1950" b="0">
                <a:solidFill>
                  <a:srgbClr val="4A6572"/>
                </a:solidFill>
                <a:latin typeface="Aptos"/>
                <a:ea typeface="Aptos"/>
                <a:cs typeface="Aptos"/>
              </a:defRPr>
            </a:lvl9pPr>
          </a:lstStyle>
          <a:p xmlns:a="http://schemas.openxmlformats.org/drawingml/2006/main">
            <a:pPr algn="l">
              <a:buNone/>
              <a:defRPr sz="1950" b="0">
                <a:solidFill>
                  <a:srgbClr val="4A6572"/>
                </a:solidFill>
                <a:latin typeface="Aptos"/>
                <a:ea typeface="Aptos"/>
                <a:cs typeface="Aptos"/>
              </a:defRPr>
            </a:pPr>
            <a:r>
              <a:rPr sz="1950" b="0">
                <a:solidFill>
                  <a:srgbClr val="4A6572"/>
                </a:solidFill>
                <a:latin typeface="Aptos"/>
                <a:ea typeface="Aptos"/>
                <a:cs typeface="Aptos"/>
              </a:rPr>
              <a:t>Recording and outputs</a:t>
            </a:r>
          </a:p>
          <a:p xmlns:a="http://schemas.openxmlformats.org/drawingml/2006/main">
            <a:pPr algn="l">
              <a:buNone/>
              <a:defRPr sz="1950" b="0">
                <a:solidFill>
                  <a:srgbClr val="4A6572"/>
                </a:solidFill>
                <a:latin typeface="Aptos"/>
                <a:ea typeface="Aptos"/>
                <a:cs typeface="Aptos"/>
              </a:defRPr>
            </a:pPr>
            <a:r>
              <a:rPr sz="1950" b="0">
                <a:solidFill>
                  <a:srgbClr val="4A6572"/>
                </a:solidFill>
                <a:latin typeface="Aptos"/>
                <a:ea typeface="Aptos"/>
                <a:cs typeface="Aptos"/>
              </a:rPr>
              <a:t>in organization Drive</a:t>
            </a:r>
          </a:p>
        </p:txBody>
      </p:sp>
      <p:sp>
        <p:nvSpPr>
          <p:cNvPr id="6" name="node-75">
            <a:extLst xmlns:a="http://schemas.openxmlformats.org/drawingml/2006/main">
              <a:ext uri="{FF2B5EF4-FFF2-40B4-BE49-F238E27FC236}">
                <a16:creationId xmlns:a16="http://schemas.microsoft.com/office/drawing/2014/main" id="{29DD215B-B94F-41A7-ABD8-7575B741ED8C}"/>
              </a:ext>
            </a:extLst>
          </p:cNvPr>
          <p:cNvSpPr>
            <a:spLocks xmlns:a="http://schemas.openxmlformats.org/drawingml/2006/main" noGrp="1"/>
          </p:cNvSpPr>
          <p:nvPr/>
        </p:nvSpPr>
        <p:spPr>
          <a:xfrm xmlns:a="http://schemas.openxmlformats.org/drawingml/2006/main">
            <a:off x="5276850" y="3476625"/>
            <a:ext cx="3429000" cy="1428750"/>
          </a:xfrm>
          <a:prstGeom xmlns:a="http://schemas.openxmlformats.org/drawingml/2006/main" prst="rect">
            <a:avLst/>
          </a:prstGeom>
          <a:solidFill xmlns:a="http://schemas.openxmlformats.org/drawingml/2006/main">
            <a:srgbClr val="E7F1EE"/>
          </a:solidFill>
          <a:ln xmlns:a="http://schemas.openxmlformats.org/drawingml/2006/main" w="17145">
            <a:solidFill>
              <a:srgbClr val="157D80"/>
            </a:solidFill>
            <a:prstDash val="solid"/>
          </a:ln>
        </p:spPr>
      </p:sp>
      <p:sp>
        <p:nvSpPr>
          <p:cNvPr id="7" name="text-76">
            <a:extLst xmlns:a="http://schemas.openxmlformats.org/drawingml/2006/main">
              <a:ext uri="{FF2B5EF4-FFF2-40B4-BE49-F238E27FC236}">
                <a16:creationId xmlns:a16="http://schemas.microsoft.com/office/drawing/2014/main" id="{65BB40F9-76A4-4C35-90C7-23AB19EBA9B0}"/>
              </a:ext>
            </a:extLst>
          </p:cNvPr>
          <p:cNvSpPr>
            <a:spLocks xmlns:a="http://schemas.openxmlformats.org/drawingml/2006/main" noGrp="1"/>
          </p:cNvSpPr>
          <p:nvPr/>
        </p:nvSpPr>
        <p:spPr>
          <a:xfrm xmlns:a="http://schemas.openxmlformats.org/drawingml/2006/main">
            <a:off x="5467350" y="3638550"/>
            <a:ext cx="3048000" cy="3867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157D80"/>
                </a:solidFill>
                <a:latin typeface="Aptos"/>
                <a:ea typeface="Aptos"/>
                <a:cs typeface="Aptos"/>
              </a:defRPr>
            </a:defPPr>
            <a:lvl1pPr algn="l">
              <a:buNone/>
              <a:defRPr sz="2250" b="1">
                <a:solidFill>
                  <a:srgbClr val="157D80"/>
                </a:solidFill>
                <a:latin typeface="Aptos"/>
                <a:ea typeface="Aptos"/>
                <a:cs typeface="Aptos"/>
              </a:defRPr>
            </a:lvl1pPr>
            <a:lvl2pPr algn="l">
              <a:buNone/>
              <a:defRPr sz="2250" b="1">
                <a:solidFill>
                  <a:srgbClr val="157D80"/>
                </a:solidFill>
                <a:latin typeface="Aptos"/>
                <a:ea typeface="Aptos"/>
                <a:cs typeface="Aptos"/>
              </a:defRPr>
            </a:lvl2pPr>
            <a:lvl3pPr algn="l">
              <a:buNone/>
              <a:defRPr sz="2250" b="1">
                <a:solidFill>
                  <a:srgbClr val="157D80"/>
                </a:solidFill>
                <a:latin typeface="Aptos"/>
                <a:ea typeface="Aptos"/>
                <a:cs typeface="Aptos"/>
              </a:defRPr>
            </a:lvl3pPr>
            <a:lvl4pPr algn="l">
              <a:buNone/>
              <a:defRPr sz="2250" b="1">
                <a:solidFill>
                  <a:srgbClr val="157D80"/>
                </a:solidFill>
                <a:latin typeface="Aptos"/>
                <a:ea typeface="Aptos"/>
                <a:cs typeface="Aptos"/>
              </a:defRPr>
            </a:lvl4pPr>
            <a:lvl5pPr algn="l">
              <a:buNone/>
              <a:defRPr sz="2250" b="1">
                <a:solidFill>
                  <a:srgbClr val="157D80"/>
                </a:solidFill>
                <a:latin typeface="Aptos"/>
                <a:ea typeface="Aptos"/>
                <a:cs typeface="Aptos"/>
              </a:defRPr>
            </a:lvl5pPr>
            <a:lvl6pPr algn="l">
              <a:buNone/>
              <a:defRPr sz="2250" b="1">
                <a:solidFill>
                  <a:srgbClr val="157D80"/>
                </a:solidFill>
                <a:latin typeface="Aptos"/>
                <a:ea typeface="Aptos"/>
                <a:cs typeface="Aptos"/>
              </a:defRPr>
            </a:lvl6pPr>
            <a:lvl7pPr algn="l">
              <a:buNone/>
              <a:defRPr sz="2250" b="1">
                <a:solidFill>
                  <a:srgbClr val="157D80"/>
                </a:solidFill>
                <a:latin typeface="Aptos"/>
                <a:ea typeface="Aptos"/>
                <a:cs typeface="Aptos"/>
              </a:defRPr>
            </a:lvl7pPr>
            <a:lvl8pPr algn="l">
              <a:buNone/>
              <a:defRPr sz="2250" b="1">
                <a:solidFill>
                  <a:srgbClr val="157D80"/>
                </a:solidFill>
                <a:latin typeface="Aptos"/>
                <a:ea typeface="Aptos"/>
                <a:cs typeface="Aptos"/>
              </a:defRPr>
            </a:lvl8pPr>
            <a:lvl9pPr algn="l">
              <a:buNone/>
              <a:defRPr sz="2250" b="1">
                <a:solidFill>
                  <a:srgbClr val="157D80"/>
                </a:solidFill>
                <a:latin typeface="Aptos"/>
                <a:ea typeface="Aptos"/>
                <a:cs typeface="Aptos"/>
              </a:defRPr>
            </a:lvl9pPr>
          </a:lstStyle>
          <a:p xmlns:a="http://schemas.openxmlformats.org/drawingml/2006/main">
            <a:pPr algn="l">
              <a:buNone/>
              <a:defRPr sz="2250" b="1">
                <a:solidFill>
                  <a:srgbClr val="157D80"/>
                </a:solidFill>
                <a:latin typeface="Aptos"/>
                <a:ea typeface="Aptos"/>
                <a:cs typeface="Aptos"/>
              </a:defRPr>
            </a:pPr>
            <a:r>
              <a:rPr sz="2250" b="1">
                <a:solidFill>
                  <a:srgbClr val="157D80"/>
                </a:solidFill>
                <a:latin typeface="Aptos"/>
                <a:ea typeface="Aptos"/>
                <a:cs typeface="Aptos"/>
              </a:rPr>
              <a:t>Roundtable</a:t>
            </a:r>
          </a:p>
        </p:txBody>
      </p:sp>
      <p:sp>
        <p:nvSpPr>
          <p:cNvPr id="8" name="text-77">
            <a:extLst xmlns:a="http://schemas.openxmlformats.org/drawingml/2006/main">
              <a:ext uri="{FF2B5EF4-FFF2-40B4-BE49-F238E27FC236}">
                <a16:creationId xmlns:a16="http://schemas.microsoft.com/office/drawing/2014/main" id="{E27993DC-C3C4-4B85-B4F9-55A9D27F7A5D}"/>
              </a:ext>
            </a:extLst>
          </p:cNvPr>
          <p:cNvSpPr>
            <a:spLocks xmlns:a="http://schemas.openxmlformats.org/drawingml/2006/main" noGrp="1"/>
          </p:cNvSpPr>
          <p:nvPr/>
        </p:nvSpPr>
        <p:spPr>
          <a:xfrm xmlns:a="http://schemas.openxmlformats.org/drawingml/2006/main">
            <a:off x="5467350" y="4034790"/>
            <a:ext cx="3048000" cy="64236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4A6572"/>
                </a:solidFill>
                <a:latin typeface="Aptos"/>
                <a:ea typeface="Aptos"/>
                <a:cs typeface="Aptos"/>
              </a:defRPr>
            </a:defPPr>
            <a:lvl1pPr algn="l">
              <a:buNone/>
              <a:defRPr sz="1950" b="0">
                <a:solidFill>
                  <a:srgbClr val="4A6572"/>
                </a:solidFill>
                <a:latin typeface="Aptos"/>
                <a:ea typeface="Aptos"/>
                <a:cs typeface="Aptos"/>
              </a:defRPr>
            </a:lvl1pPr>
            <a:lvl2pPr algn="l">
              <a:buNone/>
              <a:defRPr sz="1950" b="0">
                <a:solidFill>
                  <a:srgbClr val="4A6572"/>
                </a:solidFill>
                <a:latin typeface="Aptos"/>
                <a:ea typeface="Aptos"/>
                <a:cs typeface="Aptos"/>
              </a:defRPr>
            </a:lvl2pPr>
            <a:lvl3pPr algn="l">
              <a:buNone/>
              <a:defRPr sz="1950" b="0">
                <a:solidFill>
                  <a:srgbClr val="4A6572"/>
                </a:solidFill>
                <a:latin typeface="Aptos"/>
                <a:ea typeface="Aptos"/>
                <a:cs typeface="Aptos"/>
              </a:defRPr>
            </a:lvl3pPr>
            <a:lvl4pPr algn="l">
              <a:buNone/>
              <a:defRPr sz="1950" b="0">
                <a:solidFill>
                  <a:srgbClr val="4A6572"/>
                </a:solidFill>
                <a:latin typeface="Aptos"/>
                <a:ea typeface="Aptos"/>
                <a:cs typeface="Aptos"/>
              </a:defRPr>
            </a:lvl4pPr>
            <a:lvl5pPr algn="l">
              <a:buNone/>
              <a:defRPr sz="1950" b="0">
                <a:solidFill>
                  <a:srgbClr val="4A6572"/>
                </a:solidFill>
                <a:latin typeface="Aptos"/>
                <a:ea typeface="Aptos"/>
                <a:cs typeface="Aptos"/>
              </a:defRPr>
            </a:lvl5pPr>
            <a:lvl6pPr algn="l">
              <a:buNone/>
              <a:defRPr sz="1950" b="0">
                <a:solidFill>
                  <a:srgbClr val="4A6572"/>
                </a:solidFill>
                <a:latin typeface="Aptos"/>
                <a:ea typeface="Aptos"/>
                <a:cs typeface="Aptos"/>
              </a:defRPr>
            </a:lvl6pPr>
            <a:lvl7pPr algn="l">
              <a:buNone/>
              <a:defRPr sz="1950" b="0">
                <a:solidFill>
                  <a:srgbClr val="4A6572"/>
                </a:solidFill>
                <a:latin typeface="Aptos"/>
                <a:ea typeface="Aptos"/>
                <a:cs typeface="Aptos"/>
              </a:defRPr>
            </a:lvl7pPr>
            <a:lvl8pPr algn="l">
              <a:buNone/>
              <a:defRPr sz="1950" b="0">
                <a:solidFill>
                  <a:srgbClr val="4A6572"/>
                </a:solidFill>
                <a:latin typeface="Aptos"/>
                <a:ea typeface="Aptos"/>
                <a:cs typeface="Aptos"/>
              </a:defRPr>
            </a:lvl8pPr>
            <a:lvl9pPr algn="l">
              <a:buNone/>
              <a:defRPr sz="1950" b="0">
                <a:solidFill>
                  <a:srgbClr val="4A6572"/>
                </a:solidFill>
                <a:latin typeface="Aptos"/>
                <a:ea typeface="Aptos"/>
                <a:cs typeface="Aptos"/>
              </a:defRPr>
            </a:lvl9pPr>
          </a:lstStyle>
          <a:p xmlns:a="http://schemas.openxmlformats.org/drawingml/2006/main">
            <a:pPr algn="l">
              <a:buNone/>
              <a:defRPr sz="1950" b="0">
                <a:solidFill>
                  <a:srgbClr val="4A6572"/>
                </a:solidFill>
                <a:latin typeface="Aptos"/>
                <a:ea typeface="Aptos"/>
                <a:cs typeface="Aptos"/>
              </a:defRPr>
            </a:pPr>
            <a:r>
              <a:rPr sz="1950" b="0">
                <a:solidFill>
                  <a:srgbClr val="4A6572"/>
                </a:solidFill>
                <a:latin typeface="Aptos"/>
                <a:ea typeface="Aptos"/>
                <a:cs typeface="Aptos"/>
              </a:rPr>
              <a:t>Clean transcript</a:t>
            </a:r>
          </a:p>
          <a:p xmlns:a="http://schemas.openxmlformats.org/drawingml/2006/main">
            <a:pPr algn="l">
              <a:buNone/>
              <a:defRPr sz="1950" b="0">
                <a:solidFill>
                  <a:srgbClr val="4A6572"/>
                </a:solidFill>
                <a:latin typeface="Aptos"/>
                <a:ea typeface="Aptos"/>
                <a:cs typeface="Aptos"/>
              </a:defRPr>
            </a:pPr>
            <a:r>
              <a:rPr sz="1950" b="0">
                <a:solidFill>
                  <a:srgbClr val="4A6572"/>
                </a:solidFill>
                <a:latin typeface="Aptos"/>
                <a:ea typeface="Aptos"/>
                <a:cs typeface="Aptos"/>
              </a:rPr>
              <a:t>Extract notes and actions</a:t>
            </a:r>
          </a:p>
        </p:txBody>
      </p:sp>
      <p:sp>
        <p:nvSpPr>
          <p:cNvPr id="9" name="node-78">
            <a:extLst xmlns:a="http://schemas.openxmlformats.org/drawingml/2006/main">
              <a:ext uri="{FF2B5EF4-FFF2-40B4-BE49-F238E27FC236}">
                <a16:creationId xmlns:a16="http://schemas.microsoft.com/office/drawing/2014/main" id="{4010F8E3-71EF-46BE-A94C-E5B0D5A64B03}"/>
              </a:ext>
            </a:extLst>
          </p:cNvPr>
          <p:cNvSpPr>
            <a:spLocks xmlns:a="http://schemas.openxmlformats.org/drawingml/2006/main" noGrp="1"/>
          </p:cNvSpPr>
          <p:nvPr/>
        </p:nvSpPr>
        <p:spPr>
          <a:xfrm xmlns:a="http://schemas.openxmlformats.org/drawingml/2006/main">
            <a:off x="10915650" y="1952625"/>
            <a:ext cx="3714750" cy="1238250"/>
          </a:xfrm>
          <a:prstGeom xmlns:a="http://schemas.openxmlformats.org/drawingml/2006/main" prst="rect">
            <a:avLst/>
          </a:prstGeom>
          <a:solidFill xmlns:a="http://schemas.openxmlformats.org/drawingml/2006/main">
            <a:srgbClr val="FFFFFF"/>
          </a:solidFill>
          <a:ln xmlns:a="http://schemas.openxmlformats.org/drawingml/2006/main" w="17145">
            <a:solidFill>
              <a:srgbClr val="B8CACC"/>
            </a:solidFill>
            <a:prstDash val="solid"/>
          </a:ln>
        </p:spPr>
      </p:sp>
      <p:sp>
        <p:nvSpPr>
          <p:cNvPr id="10" name="text-79">
            <a:extLst xmlns:a="http://schemas.openxmlformats.org/drawingml/2006/main">
              <a:ext uri="{FF2B5EF4-FFF2-40B4-BE49-F238E27FC236}">
                <a16:creationId xmlns:a16="http://schemas.microsoft.com/office/drawing/2014/main" id="{6CFF752D-8DC2-4D3E-B78A-9044ED5AD97D}"/>
              </a:ext>
            </a:extLst>
          </p:cNvPr>
          <p:cNvSpPr>
            <a:spLocks xmlns:a="http://schemas.openxmlformats.org/drawingml/2006/main" noGrp="1"/>
          </p:cNvSpPr>
          <p:nvPr/>
        </p:nvSpPr>
        <p:spPr>
          <a:xfrm xmlns:a="http://schemas.openxmlformats.org/drawingml/2006/main">
            <a:off x="11106150" y="2114550"/>
            <a:ext cx="3333750" cy="3867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132E38"/>
                </a:solidFill>
                <a:latin typeface="Aptos"/>
                <a:ea typeface="Aptos"/>
                <a:cs typeface="Aptos"/>
              </a:defRPr>
            </a:defPPr>
            <a:lvl1pPr algn="l">
              <a:buNone/>
              <a:defRPr sz="2250" b="1">
                <a:solidFill>
                  <a:srgbClr val="132E38"/>
                </a:solidFill>
                <a:latin typeface="Aptos"/>
                <a:ea typeface="Aptos"/>
                <a:cs typeface="Aptos"/>
              </a:defRPr>
            </a:lvl1pPr>
            <a:lvl2pPr algn="l">
              <a:buNone/>
              <a:defRPr sz="2250" b="1">
                <a:solidFill>
                  <a:srgbClr val="132E38"/>
                </a:solidFill>
                <a:latin typeface="Aptos"/>
                <a:ea typeface="Aptos"/>
                <a:cs typeface="Aptos"/>
              </a:defRPr>
            </a:lvl2pPr>
            <a:lvl3pPr algn="l">
              <a:buNone/>
              <a:defRPr sz="2250" b="1">
                <a:solidFill>
                  <a:srgbClr val="132E38"/>
                </a:solidFill>
                <a:latin typeface="Aptos"/>
                <a:ea typeface="Aptos"/>
                <a:cs typeface="Aptos"/>
              </a:defRPr>
            </a:lvl3pPr>
            <a:lvl4pPr algn="l">
              <a:buNone/>
              <a:defRPr sz="2250" b="1">
                <a:solidFill>
                  <a:srgbClr val="132E38"/>
                </a:solidFill>
                <a:latin typeface="Aptos"/>
                <a:ea typeface="Aptos"/>
                <a:cs typeface="Aptos"/>
              </a:defRPr>
            </a:lvl4pPr>
            <a:lvl5pPr algn="l">
              <a:buNone/>
              <a:defRPr sz="2250" b="1">
                <a:solidFill>
                  <a:srgbClr val="132E38"/>
                </a:solidFill>
                <a:latin typeface="Aptos"/>
                <a:ea typeface="Aptos"/>
                <a:cs typeface="Aptos"/>
              </a:defRPr>
            </a:lvl5pPr>
            <a:lvl6pPr algn="l">
              <a:buNone/>
              <a:defRPr sz="2250" b="1">
                <a:solidFill>
                  <a:srgbClr val="132E38"/>
                </a:solidFill>
                <a:latin typeface="Aptos"/>
                <a:ea typeface="Aptos"/>
                <a:cs typeface="Aptos"/>
              </a:defRPr>
            </a:lvl6pPr>
            <a:lvl7pPr algn="l">
              <a:buNone/>
              <a:defRPr sz="2250" b="1">
                <a:solidFill>
                  <a:srgbClr val="132E38"/>
                </a:solidFill>
                <a:latin typeface="Aptos"/>
                <a:ea typeface="Aptos"/>
                <a:cs typeface="Aptos"/>
              </a:defRPr>
            </a:lvl7pPr>
            <a:lvl8pPr algn="l">
              <a:buNone/>
              <a:defRPr sz="2250" b="1">
                <a:solidFill>
                  <a:srgbClr val="132E38"/>
                </a:solidFill>
                <a:latin typeface="Aptos"/>
                <a:ea typeface="Aptos"/>
                <a:cs typeface="Aptos"/>
              </a:defRPr>
            </a:lvl8pPr>
            <a:lvl9pPr algn="l">
              <a:buNone/>
              <a:defRPr sz="2250" b="1">
                <a:solidFill>
                  <a:srgbClr val="132E38"/>
                </a:solidFill>
                <a:latin typeface="Aptos"/>
                <a:ea typeface="Aptos"/>
                <a:cs typeface="Aptos"/>
              </a:defRPr>
            </a:lvl9pPr>
          </a:lstStyle>
          <a:p xmlns:a="http://schemas.openxmlformats.org/drawingml/2006/main">
            <a:pPr algn="l">
              <a:buNone/>
              <a:defRPr sz="2250" b="1">
                <a:solidFill>
                  <a:srgbClr val="132E38"/>
                </a:solidFill>
                <a:latin typeface="Aptos"/>
                <a:ea typeface="Aptos"/>
                <a:cs typeface="Aptos"/>
              </a:defRPr>
            </a:pPr>
            <a:r>
              <a:rPr sz="2250" b="1">
                <a:solidFill>
                  <a:srgbClr val="132E38"/>
                </a:solidFill>
                <a:latin typeface="Aptos"/>
                <a:ea typeface="Aptos"/>
                <a:cs typeface="Aptos"/>
              </a:rPr>
              <a:t>Member website</a:t>
            </a:r>
          </a:p>
        </p:txBody>
      </p:sp>
      <p:sp>
        <p:nvSpPr>
          <p:cNvPr id="11" name="text-80">
            <a:extLst xmlns:a="http://schemas.openxmlformats.org/drawingml/2006/main">
              <a:ext uri="{FF2B5EF4-FFF2-40B4-BE49-F238E27FC236}">
                <a16:creationId xmlns:a16="http://schemas.microsoft.com/office/drawing/2014/main" id="{A6882D56-D19A-444B-AB63-E402019146C9}"/>
              </a:ext>
            </a:extLst>
          </p:cNvPr>
          <p:cNvSpPr>
            <a:spLocks xmlns:a="http://schemas.openxmlformats.org/drawingml/2006/main" noGrp="1"/>
          </p:cNvSpPr>
          <p:nvPr/>
        </p:nvSpPr>
        <p:spPr>
          <a:xfrm xmlns:a="http://schemas.openxmlformats.org/drawingml/2006/main">
            <a:off x="11106150" y="2510790"/>
            <a:ext cx="3333750" cy="34023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4A6572"/>
                </a:solidFill>
                <a:latin typeface="Aptos"/>
                <a:ea typeface="Aptos"/>
                <a:cs typeface="Aptos"/>
              </a:defRPr>
            </a:defPPr>
            <a:lvl1pPr algn="l">
              <a:buNone/>
              <a:defRPr sz="1950" b="0">
                <a:solidFill>
                  <a:srgbClr val="4A6572"/>
                </a:solidFill>
                <a:latin typeface="Aptos"/>
                <a:ea typeface="Aptos"/>
                <a:cs typeface="Aptos"/>
              </a:defRPr>
            </a:lvl1pPr>
            <a:lvl2pPr algn="l">
              <a:buNone/>
              <a:defRPr sz="1950" b="0">
                <a:solidFill>
                  <a:srgbClr val="4A6572"/>
                </a:solidFill>
                <a:latin typeface="Aptos"/>
                <a:ea typeface="Aptos"/>
                <a:cs typeface="Aptos"/>
              </a:defRPr>
            </a:lvl2pPr>
            <a:lvl3pPr algn="l">
              <a:buNone/>
              <a:defRPr sz="1950" b="0">
                <a:solidFill>
                  <a:srgbClr val="4A6572"/>
                </a:solidFill>
                <a:latin typeface="Aptos"/>
                <a:ea typeface="Aptos"/>
                <a:cs typeface="Aptos"/>
              </a:defRPr>
            </a:lvl3pPr>
            <a:lvl4pPr algn="l">
              <a:buNone/>
              <a:defRPr sz="1950" b="0">
                <a:solidFill>
                  <a:srgbClr val="4A6572"/>
                </a:solidFill>
                <a:latin typeface="Aptos"/>
                <a:ea typeface="Aptos"/>
                <a:cs typeface="Aptos"/>
              </a:defRPr>
            </a:lvl4pPr>
            <a:lvl5pPr algn="l">
              <a:buNone/>
              <a:defRPr sz="1950" b="0">
                <a:solidFill>
                  <a:srgbClr val="4A6572"/>
                </a:solidFill>
                <a:latin typeface="Aptos"/>
                <a:ea typeface="Aptos"/>
                <a:cs typeface="Aptos"/>
              </a:defRPr>
            </a:lvl5pPr>
            <a:lvl6pPr algn="l">
              <a:buNone/>
              <a:defRPr sz="1950" b="0">
                <a:solidFill>
                  <a:srgbClr val="4A6572"/>
                </a:solidFill>
                <a:latin typeface="Aptos"/>
                <a:ea typeface="Aptos"/>
                <a:cs typeface="Aptos"/>
              </a:defRPr>
            </a:lvl6pPr>
            <a:lvl7pPr algn="l">
              <a:buNone/>
              <a:defRPr sz="1950" b="0">
                <a:solidFill>
                  <a:srgbClr val="4A6572"/>
                </a:solidFill>
                <a:latin typeface="Aptos"/>
                <a:ea typeface="Aptos"/>
                <a:cs typeface="Aptos"/>
              </a:defRPr>
            </a:lvl7pPr>
            <a:lvl8pPr algn="l">
              <a:buNone/>
              <a:defRPr sz="1950" b="0">
                <a:solidFill>
                  <a:srgbClr val="4A6572"/>
                </a:solidFill>
                <a:latin typeface="Aptos"/>
                <a:ea typeface="Aptos"/>
                <a:cs typeface="Aptos"/>
              </a:defRPr>
            </a:lvl8pPr>
            <a:lvl9pPr algn="l">
              <a:buNone/>
              <a:defRPr sz="1950" b="0">
                <a:solidFill>
                  <a:srgbClr val="4A6572"/>
                </a:solidFill>
                <a:latin typeface="Aptos"/>
                <a:ea typeface="Aptos"/>
                <a:cs typeface="Aptos"/>
              </a:defRPr>
            </a:lvl9pPr>
          </a:lstStyle>
          <a:p xmlns:a="http://schemas.openxmlformats.org/drawingml/2006/main">
            <a:pPr algn="l">
              <a:buNone/>
              <a:defRPr sz="1950" b="0">
                <a:solidFill>
                  <a:srgbClr val="4A6572"/>
                </a:solidFill>
                <a:latin typeface="Aptos"/>
                <a:ea typeface="Aptos"/>
                <a:cs typeface="Aptos"/>
              </a:defRPr>
            </a:pPr>
            <a:r>
              <a:rPr sz="1950" b="0">
                <a:solidFill>
                  <a:srgbClr val="4A6572"/>
                </a:solidFill>
                <a:latin typeface="Aptos"/>
                <a:ea typeface="Aptos"/>
                <a:cs typeface="Aptos"/>
              </a:rPr>
              <a:t>Transcript + separate notes</a:t>
            </a:r>
          </a:p>
        </p:txBody>
      </p:sp>
      <p:sp>
        <p:nvSpPr>
          <p:cNvPr id="12" name="node-81">
            <a:extLst xmlns:a="http://schemas.openxmlformats.org/drawingml/2006/main">
              <a:ext uri="{FF2B5EF4-FFF2-40B4-BE49-F238E27FC236}">
                <a16:creationId xmlns:a16="http://schemas.microsoft.com/office/drawing/2014/main" id="{44742EBF-EDD7-4520-8410-48E1919730C7}"/>
              </a:ext>
            </a:extLst>
          </p:cNvPr>
          <p:cNvSpPr>
            <a:spLocks xmlns:a="http://schemas.openxmlformats.org/drawingml/2006/main" noGrp="1"/>
          </p:cNvSpPr>
          <p:nvPr/>
        </p:nvSpPr>
        <p:spPr>
          <a:xfrm xmlns:a="http://schemas.openxmlformats.org/drawingml/2006/main">
            <a:off x="10915650" y="4191000"/>
            <a:ext cx="3714750" cy="1143000"/>
          </a:xfrm>
          <a:prstGeom xmlns:a="http://schemas.openxmlformats.org/drawingml/2006/main" prst="rect">
            <a:avLst/>
          </a:prstGeom>
          <a:solidFill xmlns:a="http://schemas.openxmlformats.org/drawingml/2006/main">
            <a:srgbClr val="FFFFFF"/>
          </a:solidFill>
          <a:ln xmlns:a="http://schemas.openxmlformats.org/drawingml/2006/main" w="17145">
            <a:solidFill>
              <a:srgbClr val="B8CACC"/>
            </a:solidFill>
            <a:prstDash val="solid"/>
          </a:ln>
        </p:spPr>
      </p:sp>
      <p:sp>
        <p:nvSpPr>
          <p:cNvPr id="13" name="text-82">
            <a:extLst xmlns:a="http://schemas.openxmlformats.org/drawingml/2006/main">
              <a:ext uri="{FF2B5EF4-FFF2-40B4-BE49-F238E27FC236}">
                <a16:creationId xmlns:a16="http://schemas.microsoft.com/office/drawing/2014/main" id="{646F40F9-0907-4915-9054-2D8F4CC6F753}"/>
              </a:ext>
            </a:extLst>
          </p:cNvPr>
          <p:cNvSpPr>
            <a:spLocks xmlns:a="http://schemas.openxmlformats.org/drawingml/2006/main" noGrp="1"/>
          </p:cNvSpPr>
          <p:nvPr/>
        </p:nvSpPr>
        <p:spPr>
          <a:xfrm xmlns:a="http://schemas.openxmlformats.org/drawingml/2006/main">
            <a:off x="11106150" y="4352925"/>
            <a:ext cx="3333750" cy="3867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132E38"/>
                </a:solidFill>
                <a:latin typeface="Aptos"/>
                <a:ea typeface="Aptos"/>
                <a:cs typeface="Aptos"/>
              </a:defRPr>
            </a:defPPr>
            <a:lvl1pPr algn="l">
              <a:buNone/>
              <a:defRPr sz="2250" b="1">
                <a:solidFill>
                  <a:srgbClr val="132E38"/>
                </a:solidFill>
                <a:latin typeface="Aptos"/>
                <a:ea typeface="Aptos"/>
                <a:cs typeface="Aptos"/>
              </a:defRPr>
            </a:lvl1pPr>
            <a:lvl2pPr algn="l">
              <a:buNone/>
              <a:defRPr sz="2250" b="1">
                <a:solidFill>
                  <a:srgbClr val="132E38"/>
                </a:solidFill>
                <a:latin typeface="Aptos"/>
                <a:ea typeface="Aptos"/>
                <a:cs typeface="Aptos"/>
              </a:defRPr>
            </a:lvl2pPr>
            <a:lvl3pPr algn="l">
              <a:buNone/>
              <a:defRPr sz="2250" b="1">
                <a:solidFill>
                  <a:srgbClr val="132E38"/>
                </a:solidFill>
                <a:latin typeface="Aptos"/>
                <a:ea typeface="Aptos"/>
                <a:cs typeface="Aptos"/>
              </a:defRPr>
            </a:lvl3pPr>
            <a:lvl4pPr algn="l">
              <a:buNone/>
              <a:defRPr sz="2250" b="1">
                <a:solidFill>
                  <a:srgbClr val="132E38"/>
                </a:solidFill>
                <a:latin typeface="Aptos"/>
                <a:ea typeface="Aptos"/>
                <a:cs typeface="Aptos"/>
              </a:defRPr>
            </a:lvl4pPr>
            <a:lvl5pPr algn="l">
              <a:buNone/>
              <a:defRPr sz="2250" b="1">
                <a:solidFill>
                  <a:srgbClr val="132E38"/>
                </a:solidFill>
                <a:latin typeface="Aptos"/>
                <a:ea typeface="Aptos"/>
                <a:cs typeface="Aptos"/>
              </a:defRPr>
            </a:lvl5pPr>
            <a:lvl6pPr algn="l">
              <a:buNone/>
              <a:defRPr sz="2250" b="1">
                <a:solidFill>
                  <a:srgbClr val="132E38"/>
                </a:solidFill>
                <a:latin typeface="Aptos"/>
                <a:ea typeface="Aptos"/>
                <a:cs typeface="Aptos"/>
              </a:defRPr>
            </a:lvl6pPr>
            <a:lvl7pPr algn="l">
              <a:buNone/>
              <a:defRPr sz="2250" b="1">
                <a:solidFill>
                  <a:srgbClr val="132E38"/>
                </a:solidFill>
                <a:latin typeface="Aptos"/>
                <a:ea typeface="Aptos"/>
                <a:cs typeface="Aptos"/>
              </a:defRPr>
            </a:lvl7pPr>
            <a:lvl8pPr algn="l">
              <a:buNone/>
              <a:defRPr sz="2250" b="1">
                <a:solidFill>
                  <a:srgbClr val="132E38"/>
                </a:solidFill>
                <a:latin typeface="Aptos"/>
                <a:ea typeface="Aptos"/>
                <a:cs typeface="Aptos"/>
              </a:defRPr>
            </a:lvl8pPr>
            <a:lvl9pPr algn="l">
              <a:buNone/>
              <a:defRPr sz="2250" b="1">
                <a:solidFill>
                  <a:srgbClr val="132E38"/>
                </a:solidFill>
                <a:latin typeface="Aptos"/>
                <a:ea typeface="Aptos"/>
                <a:cs typeface="Aptos"/>
              </a:defRPr>
            </a:lvl9pPr>
          </a:lstStyle>
          <a:p xmlns:a="http://schemas.openxmlformats.org/drawingml/2006/main">
            <a:pPr algn="l">
              <a:buNone/>
              <a:defRPr sz="2250" b="1">
                <a:solidFill>
                  <a:srgbClr val="132E38"/>
                </a:solidFill>
                <a:latin typeface="Aptos"/>
                <a:ea typeface="Aptos"/>
                <a:cs typeface="Aptos"/>
              </a:defRPr>
            </a:pPr>
            <a:r>
              <a:rPr sz="2250" b="1">
                <a:solidFill>
                  <a:srgbClr val="132E38"/>
                </a:solidFill>
                <a:latin typeface="Aptos"/>
                <a:ea typeface="Aptos"/>
                <a:cs typeface="Aptos"/>
              </a:rPr>
              <a:t>Paperclip tasks</a:t>
            </a:r>
          </a:p>
        </p:txBody>
      </p:sp>
      <p:sp>
        <p:nvSpPr>
          <p:cNvPr id="14" name="text-83">
            <a:extLst xmlns:a="http://schemas.openxmlformats.org/drawingml/2006/main">
              <a:ext uri="{FF2B5EF4-FFF2-40B4-BE49-F238E27FC236}">
                <a16:creationId xmlns:a16="http://schemas.microsoft.com/office/drawing/2014/main" id="{9D610905-2C51-4E42-A12D-618A5810B610}"/>
              </a:ext>
            </a:extLst>
          </p:cNvPr>
          <p:cNvSpPr>
            <a:spLocks xmlns:a="http://schemas.openxmlformats.org/drawingml/2006/main" noGrp="1"/>
          </p:cNvSpPr>
          <p:nvPr/>
        </p:nvSpPr>
        <p:spPr>
          <a:xfrm xmlns:a="http://schemas.openxmlformats.org/drawingml/2006/main">
            <a:off x="11106150" y="4749165"/>
            <a:ext cx="3333750" cy="34023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4A6572"/>
                </a:solidFill>
                <a:latin typeface="Aptos"/>
                <a:ea typeface="Aptos"/>
                <a:cs typeface="Aptos"/>
              </a:defRPr>
            </a:defPPr>
            <a:lvl1pPr algn="l">
              <a:buNone/>
              <a:defRPr sz="1950" b="0">
                <a:solidFill>
                  <a:srgbClr val="4A6572"/>
                </a:solidFill>
                <a:latin typeface="Aptos"/>
                <a:ea typeface="Aptos"/>
                <a:cs typeface="Aptos"/>
              </a:defRPr>
            </a:lvl1pPr>
            <a:lvl2pPr algn="l">
              <a:buNone/>
              <a:defRPr sz="1950" b="0">
                <a:solidFill>
                  <a:srgbClr val="4A6572"/>
                </a:solidFill>
                <a:latin typeface="Aptos"/>
                <a:ea typeface="Aptos"/>
                <a:cs typeface="Aptos"/>
              </a:defRPr>
            </a:lvl2pPr>
            <a:lvl3pPr algn="l">
              <a:buNone/>
              <a:defRPr sz="1950" b="0">
                <a:solidFill>
                  <a:srgbClr val="4A6572"/>
                </a:solidFill>
                <a:latin typeface="Aptos"/>
                <a:ea typeface="Aptos"/>
                <a:cs typeface="Aptos"/>
              </a:defRPr>
            </a:lvl3pPr>
            <a:lvl4pPr algn="l">
              <a:buNone/>
              <a:defRPr sz="1950" b="0">
                <a:solidFill>
                  <a:srgbClr val="4A6572"/>
                </a:solidFill>
                <a:latin typeface="Aptos"/>
                <a:ea typeface="Aptos"/>
                <a:cs typeface="Aptos"/>
              </a:defRPr>
            </a:lvl4pPr>
            <a:lvl5pPr algn="l">
              <a:buNone/>
              <a:defRPr sz="1950" b="0">
                <a:solidFill>
                  <a:srgbClr val="4A6572"/>
                </a:solidFill>
                <a:latin typeface="Aptos"/>
                <a:ea typeface="Aptos"/>
                <a:cs typeface="Aptos"/>
              </a:defRPr>
            </a:lvl5pPr>
            <a:lvl6pPr algn="l">
              <a:buNone/>
              <a:defRPr sz="1950" b="0">
                <a:solidFill>
                  <a:srgbClr val="4A6572"/>
                </a:solidFill>
                <a:latin typeface="Aptos"/>
                <a:ea typeface="Aptos"/>
                <a:cs typeface="Aptos"/>
              </a:defRPr>
            </a:lvl6pPr>
            <a:lvl7pPr algn="l">
              <a:buNone/>
              <a:defRPr sz="1950" b="0">
                <a:solidFill>
                  <a:srgbClr val="4A6572"/>
                </a:solidFill>
                <a:latin typeface="Aptos"/>
                <a:ea typeface="Aptos"/>
                <a:cs typeface="Aptos"/>
              </a:defRPr>
            </a:lvl7pPr>
            <a:lvl8pPr algn="l">
              <a:buNone/>
              <a:defRPr sz="1950" b="0">
                <a:solidFill>
                  <a:srgbClr val="4A6572"/>
                </a:solidFill>
                <a:latin typeface="Aptos"/>
                <a:ea typeface="Aptos"/>
                <a:cs typeface="Aptos"/>
              </a:defRPr>
            </a:lvl8pPr>
            <a:lvl9pPr algn="l">
              <a:buNone/>
              <a:defRPr sz="1950" b="0">
                <a:solidFill>
                  <a:srgbClr val="4A6572"/>
                </a:solidFill>
                <a:latin typeface="Aptos"/>
                <a:ea typeface="Aptos"/>
                <a:cs typeface="Aptos"/>
              </a:defRPr>
            </a:lvl9pPr>
          </a:lstStyle>
          <a:p xmlns:a="http://schemas.openxmlformats.org/drawingml/2006/main">
            <a:pPr algn="l">
              <a:buNone/>
              <a:defRPr sz="1950" b="0">
                <a:solidFill>
                  <a:srgbClr val="4A6572"/>
                </a:solidFill>
                <a:latin typeface="Aptos"/>
                <a:ea typeface="Aptos"/>
                <a:cs typeface="Aptos"/>
              </a:defRPr>
            </a:pPr>
            <a:r>
              <a:rPr sz="1950" b="0">
                <a:solidFill>
                  <a:srgbClr val="4A6572"/>
                </a:solidFill>
                <a:latin typeface="Aptos"/>
                <a:ea typeface="Aptos"/>
                <a:cs typeface="Aptos"/>
              </a:rPr>
              <a:t>Source-linked follow-up</a:t>
            </a:r>
          </a:p>
        </p:txBody>
      </p:sp>
      <p:sp>
        <p:nvSpPr>
          <p:cNvPr id="15" name="node-84">
            <a:extLst xmlns:a="http://schemas.openxmlformats.org/drawingml/2006/main">
              <a:ext uri="{FF2B5EF4-FFF2-40B4-BE49-F238E27FC236}">
                <a16:creationId xmlns:a16="http://schemas.microsoft.com/office/drawing/2014/main" id="{A50885F1-EE6E-4428-A028-0ADA08DEFDDB}"/>
              </a:ext>
            </a:extLst>
          </p:cNvPr>
          <p:cNvSpPr>
            <a:spLocks xmlns:a="http://schemas.openxmlformats.org/drawingml/2006/main" noGrp="1"/>
          </p:cNvSpPr>
          <p:nvPr/>
        </p:nvSpPr>
        <p:spPr>
          <a:xfrm xmlns:a="http://schemas.openxmlformats.org/drawingml/2006/main">
            <a:off x="10915650" y="6429375"/>
            <a:ext cx="3714750" cy="1238250"/>
          </a:xfrm>
          <a:prstGeom xmlns:a="http://schemas.openxmlformats.org/drawingml/2006/main" prst="rect">
            <a:avLst/>
          </a:prstGeom>
          <a:solidFill xmlns:a="http://schemas.openxmlformats.org/drawingml/2006/main">
            <a:srgbClr val="FFFFFF"/>
          </a:solidFill>
          <a:ln xmlns:a="http://schemas.openxmlformats.org/drawingml/2006/main" w="17145">
            <a:solidFill>
              <a:srgbClr val="B8CACC"/>
            </a:solidFill>
            <a:prstDash val="solid"/>
          </a:ln>
        </p:spPr>
      </p:sp>
      <p:sp>
        <p:nvSpPr>
          <p:cNvPr id="16" name="text-85">
            <a:extLst xmlns:a="http://schemas.openxmlformats.org/drawingml/2006/main">
              <a:ext uri="{FF2B5EF4-FFF2-40B4-BE49-F238E27FC236}">
                <a16:creationId xmlns:a16="http://schemas.microsoft.com/office/drawing/2014/main" id="{58465C16-802D-4D8F-BE8B-73188D189D05}"/>
              </a:ext>
            </a:extLst>
          </p:cNvPr>
          <p:cNvSpPr>
            <a:spLocks xmlns:a="http://schemas.openxmlformats.org/drawingml/2006/main" noGrp="1"/>
          </p:cNvSpPr>
          <p:nvPr/>
        </p:nvSpPr>
        <p:spPr>
          <a:xfrm xmlns:a="http://schemas.openxmlformats.org/drawingml/2006/main">
            <a:off x="11106150" y="6591300"/>
            <a:ext cx="3333750" cy="36347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132E38"/>
                </a:solidFill>
                <a:latin typeface="Aptos"/>
                <a:ea typeface="Aptos"/>
                <a:cs typeface="Aptos"/>
              </a:defRPr>
            </a:defPPr>
            <a:lvl1pPr algn="l">
              <a:buNone/>
              <a:defRPr sz="2100" b="1">
                <a:solidFill>
                  <a:srgbClr val="132E38"/>
                </a:solidFill>
                <a:latin typeface="Aptos"/>
                <a:ea typeface="Aptos"/>
                <a:cs typeface="Aptos"/>
              </a:defRPr>
            </a:lvl1pPr>
            <a:lvl2pPr algn="l">
              <a:buNone/>
              <a:defRPr sz="2100" b="1">
                <a:solidFill>
                  <a:srgbClr val="132E38"/>
                </a:solidFill>
                <a:latin typeface="Aptos"/>
                <a:ea typeface="Aptos"/>
                <a:cs typeface="Aptos"/>
              </a:defRPr>
            </a:lvl2pPr>
            <a:lvl3pPr algn="l">
              <a:buNone/>
              <a:defRPr sz="2100" b="1">
                <a:solidFill>
                  <a:srgbClr val="132E38"/>
                </a:solidFill>
                <a:latin typeface="Aptos"/>
                <a:ea typeface="Aptos"/>
                <a:cs typeface="Aptos"/>
              </a:defRPr>
            </a:lvl3pPr>
            <a:lvl4pPr algn="l">
              <a:buNone/>
              <a:defRPr sz="2100" b="1">
                <a:solidFill>
                  <a:srgbClr val="132E38"/>
                </a:solidFill>
                <a:latin typeface="Aptos"/>
                <a:ea typeface="Aptos"/>
                <a:cs typeface="Aptos"/>
              </a:defRPr>
            </a:lvl4pPr>
            <a:lvl5pPr algn="l">
              <a:buNone/>
              <a:defRPr sz="2100" b="1">
                <a:solidFill>
                  <a:srgbClr val="132E38"/>
                </a:solidFill>
                <a:latin typeface="Aptos"/>
                <a:ea typeface="Aptos"/>
                <a:cs typeface="Aptos"/>
              </a:defRPr>
            </a:lvl5pPr>
            <a:lvl6pPr algn="l">
              <a:buNone/>
              <a:defRPr sz="2100" b="1">
                <a:solidFill>
                  <a:srgbClr val="132E38"/>
                </a:solidFill>
                <a:latin typeface="Aptos"/>
                <a:ea typeface="Aptos"/>
                <a:cs typeface="Aptos"/>
              </a:defRPr>
            </a:lvl6pPr>
            <a:lvl7pPr algn="l">
              <a:buNone/>
              <a:defRPr sz="2100" b="1">
                <a:solidFill>
                  <a:srgbClr val="132E38"/>
                </a:solidFill>
                <a:latin typeface="Aptos"/>
                <a:ea typeface="Aptos"/>
                <a:cs typeface="Aptos"/>
              </a:defRPr>
            </a:lvl7pPr>
            <a:lvl8pPr algn="l">
              <a:buNone/>
              <a:defRPr sz="2100" b="1">
                <a:solidFill>
                  <a:srgbClr val="132E38"/>
                </a:solidFill>
                <a:latin typeface="Aptos"/>
                <a:ea typeface="Aptos"/>
                <a:cs typeface="Aptos"/>
              </a:defRPr>
            </a:lvl8pPr>
            <a:lvl9pPr algn="l">
              <a:buNone/>
              <a:defRPr sz="2100" b="1">
                <a:solidFill>
                  <a:srgbClr val="132E38"/>
                </a:solidFill>
                <a:latin typeface="Aptos"/>
                <a:ea typeface="Aptos"/>
                <a:cs typeface="Aptos"/>
              </a:defRPr>
            </a:lvl9pPr>
          </a:lstStyle>
          <a:p xmlns:a="http://schemas.openxmlformats.org/drawingml/2006/main">
            <a:pPr algn="l">
              <a:buNone/>
              <a:defRPr sz="2100" b="1">
                <a:solidFill>
                  <a:srgbClr val="132E38"/>
                </a:solidFill>
                <a:latin typeface="Aptos"/>
                <a:ea typeface="Aptos"/>
                <a:cs typeface="Aptos"/>
              </a:defRPr>
            </a:pPr>
            <a:r>
              <a:rPr sz="2100" b="1">
                <a:solidFill>
                  <a:srgbClr val="132E38"/>
                </a:solidFill>
                <a:latin typeface="Aptos"/>
                <a:ea typeface="Aptos"/>
                <a:cs typeface="Aptos"/>
              </a:rPr>
              <a:t>SQL knowledge</a:t>
            </a:r>
          </a:p>
        </p:txBody>
      </p:sp>
      <p:sp>
        <p:nvSpPr>
          <p:cNvPr id="17" name="text-86">
            <a:extLst xmlns:a="http://schemas.openxmlformats.org/drawingml/2006/main">
              <a:ext uri="{FF2B5EF4-FFF2-40B4-BE49-F238E27FC236}">
                <a16:creationId xmlns:a16="http://schemas.microsoft.com/office/drawing/2014/main" id="{FEA54449-E996-4E81-8FC7-F70151FA6996}"/>
              </a:ext>
            </a:extLst>
          </p:cNvPr>
          <p:cNvSpPr>
            <a:spLocks xmlns:a="http://schemas.openxmlformats.org/drawingml/2006/main" noGrp="1"/>
          </p:cNvSpPr>
          <p:nvPr/>
        </p:nvSpPr>
        <p:spPr>
          <a:xfrm xmlns:a="http://schemas.openxmlformats.org/drawingml/2006/main">
            <a:off x="11106150" y="6964299"/>
            <a:ext cx="3333750" cy="64236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4A6572"/>
                </a:solidFill>
                <a:latin typeface="Aptos"/>
                <a:ea typeface="Aptos"/>
                <a:cs typeface="Aptos"/>
              </a:defRPr>
            </a:defPPr>
            <a:lvl1pPr algn="l">
              <a:buNone/>
              <a:defRPr sz="1950" b="0">
                <a:solidFill>
                  <a:srgbClr val="4A6572"/>
                </a:solidFill>
                <a:latin typeface="Aptos"/>
                <a:ea typeface="Aptos"/>
                <a:cs typeface="Aptos"/>
              </a:defRPr>
            </a:lvl1pPr>
            <a:lvl2pPr algn="l">
              <a:buNone/>
              <a:defRPr sz="1950" b="0">
                <a:solidFill>
                  <a:srgbClr val="4A6572"/>
                </a:solidFill>
                <a:latin typeface="Aptos"/>
                <a:ea typeface="Aptos"/>
                <a:cs typeface="Aptos"/>
              </a:defRPr>
            </a:lvl2pPr>
            <a:lvl3pPr algn="l">
              <a:buNone/>
              <a:defRPr sz="1950" b="0">
                <a:solidFill>
                  <a:srgbClr val="4A6572"/>
                </a:solidFill>
                <a:latin typeface="Aptos"/>
                <a:ea typeface="Aptos"/>
                <a:cs typeface="Aptos"/>
              </a:defRPr>
            </a:lvl3pPr>
            <a:lvl4pPr algn="l">
              <a:buNone/>
              <a:defRPr sz="1950" b="0">
                <a:solidFill>
                  <a:srgbClr val="4A6572"/>
                </a:solidFill>
                <a:latin typeface="Aptos"/>
                <a:ea typeface="Aptos"/>
                <a:cs typeface="Aptos"/>
              </a:defRPr>
            </a:lvl4pPr>
            <a:lvl5pPr algn="l">
              <a:buNone/>
              <a:defRPr sz="1950" b="0">
                <a:solidFill>
                  <a:srgbClr val="4A6572"/>
                </a:solidFill>
                <a:latin typeface="Aptos"/>
                <a:ea typeface="Aptos"/>
                <a:cs typeface="Aptos"/>
              </a:defRPr>
            </a:lvl5pPr>
            <a:lvl6pPr algn="l">
              <a:buNone/>
              <a:defRPr sz="1950" b="0">
                <a:solidFill>
                  <a:srgbClr val="4A6572"/>
                </a:solidFill>
                <a:latin typeface="Aptos"/>
                <a:ea typeface="Aptos"/>
                <a:cs typeface="Aptos"/>
              </a:defRPr>
            </a:lvl6pPr>
            <a:lvl7pPr algn="l">
              <a:buNone/>
              <a:defRPr sz="1950" b="0">
                <a:solidFill>
                  <a:srgbClr val="4A6572"/>
                </a:solidFill>
                <a:latin typeface="Aptos"/>
                <a:ea typeface="Aptos"/>
                <a:cs typeface="Aptos"/>
              </a:defRPr>
            </a:lvl7pPr>
            <a:lvl8pPr algn="l">
              <a:buNone/>
              <a:defRPr sz="1950" b="0">
                <a:solidFill>
                  <a:srgbClr val="4A6572"/>
                </a:solidFill>
                <a:latin typeface="Aptos"/>
                <a:ea typeface="Aptos"/>
                <a:cs typeface="Aptos"/>
              </a:defRPr>
            </a:lvl8pPr>
            <a:lvl9pPr algn="l">
              <a:buNone/>
              <a:defRPr sz="1950" b="0">
                <a:solidFill>
                  <a:srgbClr val="4A6572"/>
                </a:solidFill>
                <a:latin typeface="Aptos"/>
                <a:ea typeface="Aptos"/>
                <a:cs typeface="Aptos"/>
              </a:defRPr>
            </a:lvl9pPr>
          </a:lstStyle>
          <a:p xmlns:a="http://schemas.openxmlformats.org/drawingml/2006/main">
            <a:pPr algn="l">
              <a:buNone/>
              <a:defRPr sz="1950" b="0">
                <a:solidFill>
                  <a:srgbClr val="4A6572"/>
                </a:solidFill>
                <a:latin typeface="Aptos"/>
                <a:ea typeface="Aptos"/>
                <a:cs typeface="Aptos"/>
              </a:defRPr>
            </a:pPr>
            <a:r>
              <a:rPr sz="1950" b="0">
                <a:solidFill>
                  <a:srgbClr val="4A6572"/>
                </a:solidFill>
                <a:latin typeface="Aptos"/>
                <a:ea typeface="Aptos"/>
                <a:cs typeface="Aptos"/>
              </a:rPr>
              <a:t>Reviewed facts and</a:t>
            </a:r>
          </a:p>
          <a:p xmlns:a="http://schemas.openxmlformats.org/drawingml/2006/main">
            <a:pPr algn="l">
              <a:buNone/>
              <a:defRPr sz="1950" b="0">
                <a:solidFill>
                  <a:srgbClr val="4A6572"/>
                </a:solidFill>
                <a:latin typeface="Aptos"/>
                <a:ea typeface="Aptos"/>
                <a:cs typeface="Aptos"/>
              </a:defRPr>
            </a:pPr>
            <a:r>
              <a:rPr sz="1950" b="0">
                <a:solidFill>
                  <a:srgbClr val="4A6572"/>
                </a:solidFill>
                <a:latin typeface="Aptos"/>
                <a:ea typeface="Aptos"/>
                <a:cs typeface="Aptos"/>
              </a:rPr>
              <a:t>decisions</a:t>
            </a:r>
          </a:p>
        </p:txBody>
      </p:sp>
      <p:sp>
        <p:nvSpPr>
          <p:cNvPr id="19" name="text-87">
            <a:extLst xmlns:a="http://schemas.openxmlformats.org/drawingml/2006/main">
              <a:ext uri="{FF2B5EF4-FFF2-40B4-BE49-F238E27FC236}">
                <a16:creationId xmlns:a16="http://schemas.microsoft.com/office/drawing/2014/main" id="{21D85B3C-1AF9-42B1-A1BC-265472954D05}"/>
              </a:ext>
            </a:extLst>
          </p:cNvPr>
          <p:cNvSpPr>
            <a:spLocks xmlns:a="http://schemas.openxmlformats.org/drawingml/2006/main" noGrp="1"/>
          </p:cNvSpPr>
          <p:nvPr/>
        </p:nvSpPr>
        <p:spPr>
          <a:xfrm xmlns:a="http://schemas.openxmlformats.org/drawingml/2006/main">
            <a:off x="3752850" y="3571875"/>
            <a:ext cx="1524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650" b="0">
                <a:solidFill>
                  <a:srgbClr val="4A6572"/>
                </a:solidFill>
                <a:latin typeface="Aptos"/>
                <a:ea typeface="Aptos"/>
                <a:cs typeface="Aptos"/>
              </a:defRPr>
            </a:defPPr>
            <a:lvl1pPr algn="ctr">
              <a:buNone/>
              <a:defRPr sz="1650" b="0">
                <a:solidFill>
                  <a:srgbClr val="4A6572"/>
                </a:solidFill>
                <a:latin typeface="Aptos"/>
                <a:ea typeface="Aptos"/>
                <a:cs typeface="Aptos"/>
              </a:defRPr>
            </a:lvl1pPr>
            <a:lvl2pPr algn="ctr">
              <a:buNone/>
              <a:defRPr sz="1650" b="0">
                <a:solidFill>
                  <a:srgbClr val="4A6572"/>
                </a:solidFill>
                <a:latin typeface="Aptos"/>
                <a:ea typeface="Aptos"/>
                <a:cs typeface="Aptos"/>
              </a:defRPr>
            </a:lvl2pPr>
            <a:lvl3pPr algn="ctr">
              <a:buNone/>
              <a:defRPr sz="1650" b="0">
                <a:solidFill>
                  <a:srgbClr val="4A6572"/>
                </a:solidFill>
                <a:latin typeface="Aptos"/>
                <a:ea typeface="Aptos"/>
                <a:cs typeface="Aptos"/>
              </a:defRPr>
            </a:lvl3pPr>
            <a:lvl4pPr algn="ctr">
              <a:buNone/>
              <a:defRPr sz="1650" b="0">
                <a:solidFill>
                  <a:srgbClr val="4A6572"/>
                </a:solidFill>
                <a:latin typeface="Aptos"/>
                <a:ea typeface="Aptos"/>
                <a:cs typeface="Aptos"/>
              </a:defRPr>
            </a:lvl4pPr>
            <a:lvl5pPr algn="ctr">
              <a:buNone/>
              <a:defRPr sz="1650" b="0">
                <a:solidFill>
                  <a:srgbClr val="4A6572"/>
                </a:solidFill>
                <a:latin typeface="Aptos"/>
                <a:ea typeface="Aptos"/>
                <a:cs typeface="Aptos"/>
              </a:defRPr>
            </a:lvl5pPr>
            <a:lvl6pPr algn="ctr">
              <a:buNone/>
              <a:defRPr sz="1650" b="0">
                <a:solidFill>
                  <a:srgbClr val="4A6572"/>
                </a:solidFill>
                <a:latin typeface="Aptos"/>
                <a:ea typeface="Aptos"/>
                <a:cs typeface="Aptos"/>
              </a:defRPr>
            </a:lvl6pPr>
            <a:lvl7pPr algn="ctr">
              <a:buNone/>
              <a:defRPr sz="1650" b="0">
                <a:solidFill>
                  <a:srgbClr val="4A6572"/>
                </a:solidFill>
                <a:latin typeface="Aptos"/>
                <a:ea typeface="Aptos"/>
                <a:cs typeface="Aptos"/>
              </a:defRPr>
            </a:lvl7pPr>
            <a:lvl8pPr algn="ctr">
              <a:buNone/>
              <a:defRPr sz="1650" b="0">
                <a:solidFill>
                  <a:srgbClr val="4A6572"/>
                </a:solidFill>
                <a:latin typeface="Aptos"/>
                <a:ea typeface="Aptos"/>
                <a:cs typeface="Aptos"/>
              </a:defRPr>
            </a:lvl8pPr>
            <a:lvl9pPr algn="ctr">
              <a:buNone/>
              <a:defRPr sz="1650" b="0">
                <a:solidFill>
                  <a:srgbClr val="4A6572"/>
                </a:solidFill>
                <a:latin typeface="Aptos"/>
                <a:ea typeface="Aptos"/>
                <a:cs typeface="Aptos"/>
              </a:defRPr>
            </a:lvl9pPr>
          </a:lstStyle>
          <a:p xmlns:a="http://schemas.openxmlformats.org/drawingml/2006/main">
            <a:pPr algn="ctr">
              <a:buNone/>
              <a:defRPr sz="1650" b="0">
                <a:solidFill>
                  <a:srgbClr val="4A6572"/>
                </a:solidFill>
                <a:latin typeface="Aptos"/>
                <a:ea typeface="Aptos"/>
                <a:cs typeface="Aptos"/>
              </a:defRPr>
            </a:pPr>
            <a:r>
              <a:rPr sz="1650" b="0">
                <a:solidFill>
                  <a:srgbClr val="4A6572"/>
                </a:solidFill>
                <a:latin typeface="Aptos"/>
                <a:ea typeface="Aptos"/>
                <a:cs typeface="Aptos"/>
              </a:rPr>
              <a:t>Drive access</a:t>
            </a:r>
          </a:p>
          <a:p xmlns:a="http://schemas.openxmlformats.org/drawingml/2006/main">
            <a:pPr algn="ctr">
              <a:buNone/>
              <a:defRPr sz="1650" b="0">
                <a:solidFill>
                  <a:srgbClr val="4A6572"/>
                </a:solidFill>
                <a:latin typeface="Aptos"/>
                <a:ea typeface="Aptos"/>
                <a:cs typeface="Aptos"/>
              </a:defRPr>
            </a:pPr>
            <a:r>
              <a:rPr sz="1650" b="0">
                <a:solidFill>
                  <a:srgbClr val="4A6572"/>
                </a:solidFill>
                <a:latin typeface="Aptos"/>
                <a:ea typeface="Aptos"/>
                <a:cs typeface="Aptos"/>
              </a:rPr>
              <a:t>needed</a:t>
            </a:r>
          </a:p>
        </p:txBody>
      </p:sp>
      <p:cxnSp>
        <p:nvCxnSpPr>
          <p:cNvPr id="20" name="flow-88">
            <a:extLst xmlns:a="http://schemas.openxmlformats.org/drawingml/2006/main">
              <a:ext uri="{FF2B5EF4-FFF2-40B4-BE49-F238E27FC236}">
                <a16:creationId xmlns:a16="http://schemas.microsoft.com/office/drawing/2014/main" id="{B241B2D4-D64B-4BA4-BE21-226F5087281E}"/>
              </a:ext>
            </a:extLst>
          </p:cNvPr>
          <p:cNvCxnSpPr/>
          <p:nvPr/>
        </p:nvCxnSpPr>
        <p:spPr>
          <a:xfrm xmlns:a="http://schemas.openxmlformats.org/drawingml/2006/main" flipH="0" flipV="0">
            <a:off x="8705850" y="3810000"/>
            <a:ext cx="952500" cy="0"/>
          </a:xfrm>
          <a:prstGeom xmlns:a="http://schemas.openxmlformats.org/drawingml/2006/main" prst="straightConnector1">
            <a:avLst/>
          </a:prstGeom>
          <a:ln xmlns:a="http://schemas.openxmlformats.org/drawingml/2006/main" w="23813">
            <a:solidFill>
              <a:srgbClr val="157D80"/>
            </a:solidFill>
            <a:prstDash val="dash"/>
          </a:ln>
        </p:spPr>
      </p:cxnSp>
      <p:cxnSp>
        <p:nvCxnSpPr>
          <p:cNvPr id="21" name="flow-89">
            <a:extLst xmlns:a="http://schemas.openxmlformats.org/drawingml/2006/main">
              <a:ext uri="{FF2B5EF4-FFF2-40B4-BE49-F238E27FC236}">
                <a16:creationId xmlns:a16="http://schemas.microsoft.com/office/drawing/2014/main" id="{3F79E248-AE7F-43FD-9BD4-0D387EF29116}"/>
              </a:ext>
            </a:extLst>
          </p:cNvPr>
          <p:cNvCxnSpPr/>
          <p:nvPr/>
        </p:nvCxnSpPr>
        <p:spPr>
          <a:xfrm xmlns:a="http://schemas.openxmlformats.org/drawingml/2006/main" flipH="0" flipV="1">
            <a:off x="9658350" y="2571750"/>
            <a:ext cx="0" cy="1238250"/>
          </a:xfrm>
          <a:prstGeom xmlns:a="http://schemas.openxmlformats.org/drawingml/2006/main" prst="straightConnector1">
            <a:avLst/>
          </a:prstGeom>
          <a:ln xmlns:a="http://schemas.openxmlformats.org/drawingml/2006/main" w="23813">
            <a:solidFill>
              <a:srgbClr val="157D80"/>
            </a:solidFill>
            <a:prstDash val="dash"/>
          </a:ln>
        </p:spPr>
      </p:cxnSp>
      <p:cxnSp>
        <p:nvCxnSpPr>
          <p:cNvPr id="22" name="flow-90">
            <a:extLst xmlns:a="http://schemas.openxmlformats.org/drawingml/2006/main">
              <a:ext uri="{FF2B5EF4-FFF2-40B4-BE49-F238E27FC236}">
                <a16:creationId xmlns:a16="http://schemas.microsoft.com/office/drawing/2014/main" id="{48CF2C92-D3FB-4A14-B29A-951309921B37}"/>
              </a:ext>
            </a:extLst>
          </p:cNvPr>
          <p:cNvCxnSpPr/>
          <p:nvPr/>
        </p:nvCxnSpPr>
        <p:spPr>
          <a:xfrm xmlns:a="http://schemas.openxmlformats.org/drawingml/2006/main" flipH="0" flipV="0">
            <a:off x="9658350" y="2571750"/>
            <a:ext cx="1257300" cy="0"/>
          </a:xfrm>
          <a:prstGeom xmlns:a="http://schemas.openxmlformats.org/drawingml/2006/main" prst="straightConnector1">
            <a:avLst/>
          </a:prstGeom>
          <a:ln xmlns:a="http://schemas.openxmlformats.org/drawingml/2006/main" w="23813">
            <a:solidFill>
              <a:srgbClr val="157D80"/>
            </a:solidFill>
            <a:prstDash val="dash"/>
            <a:tailEnd type="triangle" w="med" len="med"/>
          </a:ln>
        </p:spPr>
      </p:cxnSp>
      <p:sp>
        <p:nvSpPr>
          <p:cNvPr id="23" name="text-91">
            <a:extLst xmlns:a="http://schemas.openxmlformats.org/drawingml/2006/main">
              <a:ext uri="{FF2B5EF4-FFF2-40B4-BE49-F238E27FC236}">
                <a16:creationId xmlns:a16="http://schemas.microsoft.com/office/drawing/2014/main" id="{F40C7129-223D-4550-8938-7E09F56D003E}"/>
              </a:ext>
            </a:extLst>
          </p:cNvPr>
          <p:cNvSpPr>
            <a:spLocks xmlns:a="http://schemas.openxmlformats.org/drawingml/2006/main" noGrp="1"/>
          </p:cNvSpPr>
          <p:nvPr/>
        </p:nvSpPr>
        <p:spPr>
          <a:xfrm xmlns:a="http://schemas.openxmlformats.org/drawingml/2006/main">
            <a:off x="8858250" y="2000250"/>
            <a:ext cx="19526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800" b="0">
                <a:solidFill>
                  <a:srgbClr val="4A6572"/>
                </a:solidFill>
                <a:latin typeface="Aptos"/>
                <a:ea typeface="Aptos"/>
                <a:cs typeface="Aptos"/>
              </a:defRPr>
            </a:defPPr>
            <a:lvl1pPr algn="ctr">
              <a:buNone/>
              <a:defRPr sz="1800" b="0">
                <a:solidFill>
                  <a:srgbClr val="4A6572"/>
                </a:solidFill>
                <a:latin typeface="Aptos"/>
                <a:ea typeface="Aptos"/>
                <a:cs typeface="Aptos"/>
              </a:defRPr>
            </a:lvl1pPr>
            <a:lvl2pPr algn="ctr">
              <a:buNone/>
              <a:defRPr sz="1800" b="0">
                <a:solidFill>
                  <a:srgbClr val="4A6572"/>
                </a:solidFill>
                <a:latin typeface="Aptos"/>
                <a:ea typeface="Aptos"/>
                <a:cs typeface="Aptos"/>
              </a:defRPr>
            </a:lvl2pPr>
            <a:lvl3pPr algn="ctr">
              <a:buNone/>
              <a:defRPr sz="1800" b="0">
                <a:solidFill>
                  <a:srgbClr val="4A6572"/>
                </a:solidFill>
                <a:latin typeface="Aptos"/>
                <a:ea typeface="Aptos"/>
                <a:cs typeface="Aptos"/>
              </a:defRPr>
            </a:lvl3pPr>
            <a:lvl4pPr algn="ctr">
              <a:buNone/>
              <a:defRPr sz="1800" b="0">
                <a:solidFill>
                  <a:srgbClr val="4A6572"/>
                </a:solidFill>
                <a:latin typeface="Aptos"/>
                <a:ea typeface="Aptos"/>
                <a:cs typeface="Aptos"/>
              </a:defRPr>
            </a:lvl4pPr>
            <a:lvl5pPr algn="ctr">
              <a:buNone/>
              <a:defRPr sz="1800" b="0">
                <a:solidFill>
                  <a:srgbClr val="4A6572"/>
                </a:solidFill>
                <a:latin typeface="Aptos"/>
                <a:ea typeface="Aptos"/>
                <a:cs typeface="Aptos"/>
              </a:defRPr>
            </a:lvl5pPr>
            <a:lvl6pPr algn="ctr">
              <a:buNone/>
              <a:defRPr sz="1800" b="0">
                <a:solidFill>
                  <a:srgbClr val="4A6572"/>
                </a:solidFill>
                <a:latin typeface="Aptos"/>
                <a:ea typeface="Aptos"/>
                <a:cs typeface="Aptos"/>
              </a:defRPr>
            </a:lvl6pPr>
            <a:lvl7pPr algn="ctr">
              <a:buNone/>
              <a:defRPr sz="1800" b="0">
                <a:solidFill>
                  <a:srgbClr val="4A6572"/>
                </a:solidFill>
                <a:latin typeface="Aptos"/>
                <a:ea typeface="Aptos"/>
                <a:cs typeface="Aptos"/>
              </a:defRPr>
            </a:lvl7pPr>
            <a:lvl8pPr algn="ctr">
              <a:buNone/>
              <a:defRPr sz="1800" b="0">
                <a:solidFill>
                  <a:srgbClr val="4A6572"/>
                </a:solidFill>
                <a:latin typeface="Aptos"/>
                <a:ea typeface="Aptos"/>
                <a:cs typeface="Aptos"/>
              </a:defRPr>
            </a:lvl8pPr>
            <a:lvl9pPr algn="ctr">
              <a:buNone/>
              <a:defRPr sz="1800" b="0">
                <a:solidFill>
                  <a:srgbClr val="4A6572"/>
                </a:solidFill>
                <a:latin typeface="Aptos"/>
                <a:ea typeface="Aptos"/>
                <a:cs typeface="Aptos"/>
              </a:defRPr>
            </a:lvl9pPr>
          </a:lstStyle>
          <a:p xmlns:a="http://schemas.openxmlformats.org/drawingml/2006/main">
            <a:pPr algn="ctr">
              <a:buNone/>
              <a:defRPr sz="1800" b="0">
                <a:solidFill>
                  <a:srgbClr val="4A6572"/>
                </a:solidFill>
                <a:latin typeface="Aptos"/>
                <a:ea typeface="Aptos"/>
                <a:cs typeface="Aptos"/>
              </a:defRPr>
            </a:pPr>
            <a:r>
              <a:rPr sz="1800" b="0">
                <a:solidFill>
                  <a:srgbClr val="4A6572"/>
                </a:solidFill>
                <a:latin typeface="Aptos"/>
                <a:ea typeface="Aptos"/>
                <a:cs typeface="Aptos"/>
              </a:rPr>
              <a:t>Publish and</a:t>
            </a:r>
          </a:p>
          <a:p xmlns:a="http://schemas.openxmlformats.org/drawingml/2006/main">
            <a:pPr algn="ctr">
              <a:buNone/>
              <a:defRPr sz="1800" b="0">
                <a:solidFill>
                  <a:srgbClr val="4A6572"/>
                </a:solidFill>
                <a:latin typeface="Aptos"/>
                <a:ea typeface="Aptos"/>
                <a:cs typeface="Aptos"/>
              </a:defRPr>
            </a:pPr>
            <a:r>
              <a:rPr sz="1800" b="0">
                <a:solidFill>
                  <a:srgbClr val="4A6572"/>
                </a:solidFill>
                <a:latin typeface="Aptos"/>
                <a:ea typeface="Aptos"/>
                <a:cs typeface="Aptos"/>
              </a:rPr>
              <a:t>read back</a:t>
            </a:r>
          </a:p>
        </p:txBody>
      </p:sp>
      <p:cxnSp>
        <p:nvCxnSpPr>
          <p:cNvPr id="24" name="flow-92">
            <a:extLst xmlns:a="http://schemas.openxmlformats.org/drawingml/2006/main">
              <a:ext uri="{FF2B5EF4-FFF2-40B4-BE49-F238E27FC236}">
                <a16:creationId xmlns:a16="http://schemas.microsoft.com/office/drawing/2014/main" id="{E0DA8A2F-9AF6-4B35-A979-475D993EFEC1}"/>
              </a:ext>
            </a:extLst>
          </p:cNvPr>
          <p:cNvCxnSpPr/>
          <p:nvPr/>
        </p:nvCxnSpPr>
        <p:spPr>
          <a:xfrm xmlns:a="http://schemas.openxmlformats.org/drawingml/2006/main" flipH="0" flipV="0">
            <a:off x="8705850" y="4476750"/>
            <a:ext cx="1009650" cy="0"/>
          </a:xfrm>
          <a:prstGeom xmlns:a="http://schemas.openxmlformats.org/drawingml/2006/main" prst="straightConnector1">
            <a:avLst/>
          </a:prstGeom>
          <a:ln xmlns:a="http://schemas.openxmlformats.org/drawingml/2006/main" w="23813">
            <a:solidFill>
              <a:srgbClr val="157D80"/>
            </a:solidFill>
            <a:prstDash val="solid"/>
          </a:ln>
        </p:spPr>
      </p:cxnSp>
      <p:cxnSp>
        <p:nvCxnSpPr>
          <p:cNvPr id="25" name="flow-93">
            <a:extLst xmlns:a="http://schemas.openxmlformats.org/drawingml/2006/main">
              <a:ext uri="{FF2B5EF4-FFF2-40B4-BE49-F238E27FC236}">
                <a16:creationId xmlns:a16="http://schemas.microsoft.com/office/drawing/2014/main" id="{43D41F70-A243-454E-A0C1-ECD149BDCFA8}"/>
              </a:ext>
            </a:extLst>
          </p:cNvPr>
          <p:cNvCxnSpPr/>
          <p:nvPr/>
        </p:nvCxnSpPr>
        <p:spPr>
          <a:xfrm xmlns:a="http://schemas.openxmlformats.org/drawingml/2006/main" flipH="0" flipV="0">
            <a:off x="9715500" y="4476750"/>
            <a:ext cx="0" cy="285750"/>
          </a:xfrm>
          <a:prstGeom xmlns:a="http://schemas.openxmlformats.org/drawingml/2006/main" prst="straightConnector1">
            <a:avLst/>
          </a:prstGeom>
          <a:ln xmlns:a="http://schemas.openxmlformats.org/drawingml/2006/main" w="23813">
            <a:solidFill>
              <a:srgbClr val="157D80"/>
            </a:solidFill>
            <a:prstDash val="solid"/>
          </a:ln>
        </p:spPr>
      </p:cxnSp>
      <p:cxnSp>
        <p:nvCxnSpPr>
          <p:cNvPr id="26" name="flow-94">
            <a:extLst xmlns:a="http://schemas.openxmlformats.org/drawingml/2006/main">
              <a:ext uri="{FF2B5EF4-FFF2-40B4-BE49-F238E27FC236}">
                <a16:creationId xmlns:a16="http://schemas.microsoft.com/office/drawing/2014/main" id="{8203639C-1CE6-415C-86B2-BE81C0406C16}"/>
              </a:ext>
            </a:extLst>
          </p:cNvPr>
          <p:cNvCxnSpPr/>
          <p:nvPr/>
        </p:nvCxnSpPr>
        <p:spPr>
          <a:xfrm xmlns:a="http://schemas.openxmlformats.org/drawingml/2006/main" flipH="0" flipV="0">
            <a:off x="9715500" y="4762500"/>
            <a:ext cx="1200150" cy="0"/>
          </a:xfrm>
          <a:prstGeom xmlns:a="http://schemas.openxmlformats.org/drawingml/2006/main" prst="straightConnector1">
            <a:avLst/>
          </a:prstGeom>
          <a:ln xmlns:a="http://schemas.openxmlformats.org/drawingml/2006/main" w="23813">
            <a:solidFill>
              <a:srgbClr val="157D80"/>
            </a:solidFill>
            <a:prstDash val="solid"/>
            <a:tailEnd type="triangle" w="med" len="med"/>
          </a:ln>
        </p:spPr>
      </p:cxnSp>
      <p:sp>
        <p:nvSpPr>
          <p:cNvPr id="27" name="text-95">
            <a:extLst xmlns:a="http://schemas.openxmlformats.org/drawingml/2006/main">
              <a:ext uri="{FF2B5EF4-FFF2-40B4-BE49-F238E27FC236}">
                <a16:creationId xmlns:a16="http://schemas.microsoft.com/office/drawing/2014/main" id="{883D4F9A-276C-4500-A828-357D051BA112}"/>
              </a:ext>
            </a:extLst>
          </p:cNvPr>
          <p:cNvSpPr>
            <a:spLocks xmlns:a="http://schemas.openxmlformats.org/drawingml/2006/main" noGrp="1"/>
          </p:cNvSpPr>
          <p:nvPr/>
        </p:nvSpPr>
        <p:spPr>
          <a:xfrm xmlns:a="http://schemas.openxmlformats.org/drawingml/2006/main">
            <a:off x="8782050" y="4991100"/>
            <a:ext cx="2000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650" b="0">
                <a:solidFill>
                  <a:srgbClr val="4A6572"/>
                </a:solidFill>
                <a:latin typeface="Aptos"/>
                <a:ea typeface="Aptos"/>
                <a:cs typeface="Aptos"/>
              </a:defRPr>
            </a:defPPr>
            <a:lvl1pPr algn="ctr">
              <a:buNone/>
              <a:defRPr sz="1650" b="0">
                <a:solidFill>
                  <a:srgbClr val="4A6572"/>
                </a:solidFill>
                <a:latin typeface="Aptos"/>
                <a:ea typeface="Aptos"/>
                <a:cs typeface="Aptos"/>
              </a:defRPr>
            </a:lvl1pPr>
            <a:lvl2pPr algn="ctr">
              <a:buNone/>
              <a:defRPr sz="1650" b="0">
                <a:solidFill>
                  <a:srgbClr val="4A6572"/>
                </a:solidFill>
                <a:latin typeface="Aptos"/>
                <a:ea typeface="Aptos"/>
                <a:cs typeface="Aptos"/>
              </a:defRPr>
            </a:lvl2pPr>
            <a:lvl3pPr algn="ctr">
              <a:buNone/>
              <a:defRPr sz="1650" b="0">
                <a:solidFill>
                  <a:srgbClr val="4A6572"/>
                </a:solidFill>
                <a:latin typeface="Aptos"/>
                <a:ea typeface="Aptos"/>
                <a:cs typeface="Aptos"/>
              </a:defRPr>
            </a:lvl3pPr>
            <a:lvl4pPr algn="ctr">
              <a:buNone/>
              <a:defRPr sz="1650" b="0">
                <a:solidFill>
                  <a:srgbClr val="4A6572"/>
                </a:solidFill>
                <a:latin typeface="Aptos"/>
                <a:ea typeface="Aptos"/>
                <a:cs typeface="Aptos"/>
              </a:defRPr>
            </a:lvl4pPr>
            <a:lvl5pPr algn="ctr">
              <a:buNone/>
              <a:defRPr sz="1650" b="0">
                <a:solidFill>
                  <a:srgbClr val="4A6572"/>
                </a:solidFill>
                <a:latin typeface="Aptos"/>
                <a:ea typeface="Aptos"/>
                <a:cs typeface="Aptos"/>
              </a:defRPr>
            </a:lvl5pPr>
            <a:lvl6pPr algn="ctr">
              <a:buNone/>
              <a:defRPr sz="1650" b="0">
                <a:solidFill>
                  <a:srgbClr val="4A6572"/>
                </a:solidFill>
                <a:latin typeface="Aptos"/>
                <a:ea typeface="Aptos"/>
                <a:cs typeface="Aptos"/>
              </a:defRPr>
            </a:lvl6pPr>
            <a:lvl7pPr algn="ctr">
              <a:buNone/>
              <a:defRPr sz="1650" b="0">
                <a:solidFill>
                  <a:srgbClr val="4A6572"/>
                </a:solidFill>
                <a:latin typeface="Aptos"/>
                <a:ea typeface="Aptos"/>
                <a:cs typeface="Aptos"/>
              </a:defRPr>
            </a:lvl7pPr>
            <a:lvl8pPr algn="ctr">
              <a:buNone/>
              <a:defRPr sz="1650" b="0">
                <a:solidFill>
                  <a:srgbClr val="4A6572"/>
                </a:solidFill>
                <a:latin typeface="Aptos"/>
                <a:ea typeface="Aptos"/>
                <a:cs typeface="Aptos"/>
              </a:defRPr>
            </a:lvl8pPr>
            <a:lvl9pPr algn="ctr">
              <a:buNone/>
              <a:defRPr sz="1650" b="0">
                <a:solidFill>
                  <a:srgbClr val="4A6572"/>
                </a:solidFill>
                <a:latin typeface="Aptos"/>
                <a:ea typeface="Aptos"/>
                <a:cs typeface="Aptos"/>
              </a:defRPr>
            </a:lvl9pPr>
          </a:lstStyle>
          <a:p xmlns:a="http://schemas.openxmlformats.org/drawingml/2006/main">
            <a:pPr algn="ctr">
              <a:buNone/>
              <a:defRPr sz="1650" b="0">
                <a:solidFill>
                  <a:srgbClr val="4A6572"/>
                </a:solidFill>
                <a:latin typeface="Aptos"/>
                <a:ea typeface="Aptos"/>
                <a:cs typeface="Aptos"/>
              </a:defRPr>
            </a:pPr>
            <a:r>
              <a:rPr sz="1650" b="0">
                <a:solidFill>
                  <a:srgbClr val="4A6572"/>
                </a:solidFill>
                <a:latin typeface="Aptos"/>
                <a:ea typeface="Aptos"/>
                <a:cs typeface="Aptos"/>
              </a:rPr>
              <a:t>Native follow-up</a:t>
            </a:r>
          </a:p>
          <a:p xmlns:a="http://schemas.openxmlformats.org/drawingml/2006/main">
            <a:pPr algn="ctr">
              <a:buNone/>
              <a:defRPr sz="1650" b="0">
                <a:solidFill>
                  <a:srgbClr val="4A6572"/>
                </a:solidFill>
                <a:latin typeface="Aptos"/>
                <a:ea typeface="Aptos"/>
                <a:cs typeface="Aptos"/>
              </a:defRPr>
            </a:pPr>
            <a:r>
              <a:rPr sz="1650" b="0">
                <a:solidFill>
                  <a:srgbClr val="4A6572"/>
                </a:solidFill>
                <a:latin typeface="Aptos"/>
                <a:ea typeface="Aptos"/>
                <a:cs typeface="Aptos"/>
              </a:rPr>
              <a:t>implemented</a:t>
            </a:r>
          </a:p>
        </p:txBody>
      </p:sp>
      <p:cxnSp>
        <p:nvCxnSpPr>
          <p:cNvPr id="28" name="flow-96">
            <a:extLst xmlns:a="http://schemas.openxmlformats.org/drawingml/2006/main">
              <a:ext uri="{FF2B5EF4-FFF2-40B4-BE49-F238E27FC236}">
                <a16:creationId xmlns:a16="http://schemas.microsoft.com/office/drawing/2014/main" id="{DFB4BC9B-83C5-4725-B876-0F31413B639D}"/>
              </a:ext>
            </a:extLst>
          </p:cNvPr>
          <p:cNvCxnSpPr/>
          <p:nvPr/>
        </p:nvCxnSpPr>
        <p:spPr>
          <a:xfrm xmlns:a="http://schemas.openxmlformats.org/drawingml/2006/main" flipH="0" flipV="0">
            <a:off x="6991350" y="4905375"/>
            <a:ext cx="0" cy="2143125"/>
          </a:xfrm>
          <a:prstGeom xmlns:a="http://schemas.openxmlformats.org/drawingml/2006/main" prst="straightConnector1">
            <a:avLst/>
          </a:prstGeom>
          <a:ln xmlns:a="http://schemas.openxmlformats.org/drawingml/2006/main" w="23813">
            <a:solidFill>
              <a:srgbClr val="157D80"/>
            </a:solidFill>
            <a:prstDash val="dash"/>
          </a:ln>
        </p:spPr>
      </p:cxnSp>
      <p:cxnSp>
        <p:nvCxnSpPr>
          <p:cNvPr id="29" name="flow-97">
            <a:extLst xmlns:a="http://schemas.openxmlformats.org/drawingml/2006/main">
              <a:ext uri="{FF2B5EF4-FFF2-40B4-BE49-F238E27FC236}">
                <a16:creationId xmlns:a16="http://schemas.microsoft.com/office/drawing/2014/main" id="{2B4D084B-7B11-4E42-A10C-26A0C0082BDA}"/>
              </a:ext>
            </a:extLst>
          </p:cNvPr>
          <p:cNvCxnSpPr/>
          <p:nvPr/>
        </p:nvCxnSpPr>
        <p:spPr>
          <a:xfrm xmlns:a="http://schemas.openxmlformats.org/drawingml/2006/main" flipH="0" flipV="0">
            <a:off x="6991350" y="7048500"/>
            <a:ext cx="3924300" cy="0"/>
          </a:xfrm>
          <a:prstGeom xmlns:a="http://schemas.openxmlformats.org/drawingml/2006/main" prst="straightConnector1">
            <a:avLst/>
          </a:prstGeom>
          <a:ln xmlns:a="http://schemas.openxmlformats.org/drawingml/2006/main" w="23813">
            <a:solidFill>
              <a:srgbClr val="157D80"/>
            </a:solidFill>
            <a:prstDash val="dash"/>
            <a:tailEnd type="triangle" w="med" len="med"/>
          </a:ln>
        </p:spPr>
      </p:cxnSp>
      <p:sp>
        <p:nvSpPr>
          <p:cNvPr id="30" name="text-98">
            <a:extLst xmlns:a="http://schemas.openxmlformats.org/drawingml/2006/main">
              <a:ext uri="{FF2B5EF4-FFF2-40B4-BE49-F238E27FC236}">
                <a16:creationId xmlns:a16="http://schemas.microsoft.com/office/drawing/2014/main" id="{F5B98C40-24F0-45BB-8990-CEF695E0114B}"/>
              </a:ext>
            </a:extLst>
          </p:cNvPr>
          <p:cNvSpPr>
            <a:spLocks xmlns:a="http://schemas.openxmlformats.org/drawingml/2006/main" noGrp="1"/>
          </p:cNvSpPr>
          <p:nvPr/>
        </p:nvSpPr>
        <p:spPr>
          <a:xfrm xmlns:a="http://schemas.openxmlformats.org/drawingml/2006/main">
            <a:off x="7400925" y="6238875"/>
            <a:ext cx="3048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725" b="0">
                <a:solidFill>
                  <a:srgbClr val="4A6572"/>
                </a:solidFill>
                <a:latin typeface="Aptos"/>
                <a:ea typeface="Aptos"/>
                <a:cs typeface="Aptos"/>
              </a:defRPr>
            </a:defPPr>
            <a:lvl1pPr algn="ctr">
              <a:buNone/>
              <a:defRPr sz="1725" b="0">
                <a:solidFill>
                  <a:srgbClr val="4A6572"/>
                </a:solidFill>
                <a:latin typeface="Aptos"/>
                <a:ea typeface="Aptos"/>
                <a:cs typeface="Aptos"/>
              </a:defRPr>
            </a:lvl1pPr>
            <a:lvl2pPr algn="ctr">
              <a:buNone/>
              <a:defRPr sz="1725" b="0">
                <a:solidFill>
                  <a:srgbClr val="4A6572"/>
                </a:solidFill>
                <a:latin typeface="Aptos"/>
                <a:ea typeface="Aptos"/>
                <a:cs typeface="Aptos"/>
              </a:defRPr>
            </a:lvl2pPr>
            <a:lvl3pPr algn="ctr">
              <a:buNone/>
              <a:defRPr sz="1725" b="0">
                <a:solidFill>
                  <a:srgbClr val="4A6572"/>
                </a:solidFill>
                <a:latin typeface="Aptos"/>
                <a:ea typeface="Aptos"/>
                <a:cs typeface="Aptos"/>
              </a:defRPr>
            </a:lvl3pPr>
            <a:lvl4pPr algn="ctr">
              <a:buNone/>
              <a:defRPr sz="1725" b="0">
                <a:solidFill>
                  <a:srgbClr val="4A6572"/>
                </a:solidFill>
                <a:latin typeface="Aptos"/>
                <a:ea typeface="Aptos"/>
                <a:cs typeface="Aptos"/>
              </a:defRPr>
            </a:lvl4pPr>
            <a:lvl5pPr algn="ctr">
              <a:buNone/>
              <a:defRPr sz="1725" b="0">
                <a:solidFill>
                  <a:srgbClr val="4A6572"/>
                </a:solidFill>
                <a:latin typeface="Aptos"/>
                <a:ea typeface="Aptos"/>
                <a:cs typeface="Aptos"/>
              </a:defRPr>
            </a:lvl5pPr>
            <a:lvl6pPr algn="ctr">
              <a:buNone/>
              <a:defRPr sz="1725" b="0">
                <a:solidFill>
                  <a:srgbClr val="4A6572"/>
                </a:solidFill>
                <a:latin typeface="Aptos"/>
                <a:ea typeface="Aptos"/>
                <a:cs typeface="Aptos"/>
              </a:defRPr>
            </a:lvl6pPr>
            <a:lvl7pPr algn="ctr">
              <a:buNone/>
              <a:defRPr sz="1725" b="0">
                <a:solidFill>
                  <a:srgbClr val="4A6572"/>
                </a:solidFill>
                <a:latin typeface="Aptos"/>
                <a:ea typeface="Aptos"/>
                <a:cs typeface="Aptos"/>
              </a:defRPr>
            </a:lvl7pPr>
            <a:lvl8pPr algn="ctr">
              <a:buNone/>
              <a:defRPr sz="1725" b="0">
                <a:solidFill>
                  <a:srgbClr val="4A6572"/>
                </a:solidFill>
                <a:latin typeface="Aptos"/>
                <a:ea typeface="Aptos"/>
                <a:cs typeface="Aptos"/>
              </a:defRPr>
            </a:lvl8pPr>
            <a:lvl9pPr algn="ctr">
              <a:buNone/>
              <a:defRPr sz="1725" b="0">
                <a:solidFill>
                  <a:srgbClr val="4A6572"/>
                </a:solidFill>
                <a:latin typeface="Aptos"/>
                <a:ea typeface="Aptos"/>
                <a:cs typeface="Aptos"/>
              </a:defRPr>
            </a:lvl9pPr>
          </a:lstStyle>
          <a:p xmlns:a="http://schemas.openxmlformats.org/drawingml/2006/main">
            <a:pPr algn="ctr">
              <a:buNone/>
              <a:defRPr sz="1725" b="0">
                <a:solidFill>
                  <a:srgbClr val="4A6572"/>
                </a:solidFill>
                <a:latin typeface="Aptos"/>
                <a:ea typeface="Aptos"/>
                <a:cs typeface="Aptos"/>
              </a:defRPr>
            </a:pPr>
            <a:r>
              <a:rPr sz="1725" b="0">
                <a:solidFill>
                  <a:srgbClr val="4A6572"/>
                </a:solidFill>
                <a:latin typeface="Aptos"/>
                <a:ea typeface="Aptos"/>
                <a:cs typeface="Aptos"/>
              </a:rPr>
              <a:t>Trusted admission</a:t>
            </a:r>
          </a:p>
          <a:p xmlns:a="http://schemas.openxmlformats.org/drawingml/2006/main">
            <a:pPr algn="ctr">
              <a:buNone/>
              <a:defRPr sz="1725" b="0">
                <a:solidFill>
                  <a:srgbClr val="4A6572"/>
                </a:solidFill>
                <a:latin typeface="Aptos"/>
                <a:ea typeface="Aptos"/>
                <a:cs typeface="Aptos"/>
              </a:defRPr>
            </a:pPr>
            <a:r>
              <a:rPr sz="1725" b="0">
                <a:solidFill>
                  <a:srgbClr val="4A6572"/>
                </a:solidFill>
                <a:latin typeface="Aptos"/>
                <a:ea typeface="Aptos"/>
                <a:cs typeface="Aptos"/>
              </a:rPr>
              <a:t>integration pending</a:t>
            </a:r>
          </a:p>
        </p:txBody>
      </p:sp>
      <p:sp>
        <p:nvSpPr>
          <p:cNvPr id="31" name="text-99">
            <a:extLst xmlns:a="http://schemas.openxmlformats.org/drawingml/2006/main">
              <a:ext uri="{FF2B5EF4-FFF2-40B4-BE49-F238E27FC236}">
                <a16:creationId xmlns:a16="http://schemas.microsoft.com/office/drawing/2014/main" id="{5E897F6B-4556-4565-AD9C-6795FFD5AD46}"/>
              </a:ext>
            </a:extLst>
          </p:cNvPr>
          <p:cNvSpPr>
            <a:spLocks xmlns:a="http://schemas.openxmlformats.org/drawingml/2006/main" noGrp="1"/>
          </p:cNvSpPr>
          <p:nvPr/>
        </p:nvSpPr>
        <p:spPr>
          <a:xfrm xmlns:a="http://schemas.openxmlformats.org/drawingml/2006/main">
            <a:off x="10915650" y="3314700"/>
            <a:ext cx="3714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650" b="0">
                <a:solidFill>
                  <a:srgbClr val="4A6572"/>
                </a:solidFill>
                <a:latin typeface="Aptos"/>
                <a:ea typeface="Aptos"/>
                <a:cs typeface="Aptos"/>
              </a:defRPr>
            </a:defPPr>
            <a:lvl1pPr algn="ctr">
              <a:buNone/>
              <a:defRPr sz="1650" b="0">
                <a:solidFill>
                  <a:srgbClr val="4A6572"/>
                </a:solidFill>
                <a:latin typeface="Aptos"/>
                <a:ea typeface="Aptos"/>
                <a:cs typeface="Aptos"/>
              </a:defRPr>
            </a:lvl1pPr>
            <a:lvl2pPr algn="ctr">
              <a:buNone/>
              <a:defRPr sz="1650" b="0">
                <a:solidFill>
                  <a:srgbClr val="4A6572"/>
                </a:solidFill>
                <a:latin typeface="Aptos"/>
                <a:ea typeface="Aptos"/>
                <a:cs typeface="Aptos"/>
              </a:defRPr>
            </a:lvl2pPr>
            <a:lvl3pPr algn="ctr">
              <a:buNone/>
              <a:defRPr sz="1650" b="0">
                <a:solidFill>
                  <a:srgbClr val="4A6572"/>
                </a:solidFill>
                <a:latin typeface="Aptos"/>
                <a:ea typeface="Aptos"/>
                <a:cs typeface="Aptos"/>
              </a:defRPr>
            </a:lvl3pPr>
            <a:lvl4pPr algn="ctr">
              <a:buNone/>
              <a:defRPr sz="1650" b="0">
                <a:solidFill>
                  <a:srgbClr val="4A6572"/>
                </a:solidFill>
                <a:latin typeface="Aptos"/>
                <a:ea typeface="Aptos"/>
                <a:cs typeface="Aptos"/>
              </a:defRPr>
            </a:lvl4pPr>
            <a:lvl5pPr algn="ctr">
              <a:buNone/>
              <a:defRPr sz="1650" b="0">
                <a:solidFill>
                  <a:srgbClr val="4A6572"/>
                </a:solidFill>
                <a:latin typeface="Aptos"/>
                <a:ea typeface="Aptos"/>
                <a:cs typeface="Aptos"/>
              </a:defRPr>
            </a:lvl5pPr>
            <a:lvl6pPr algn="ctr">
              <a:buNone/>
              <a:defRPr sz="1650" b="0">
                <a:solidFill>
                  <a:srgbClr val="4A6572"/>
                </a:solidFill>
                <a:latin typeface="Aptos"/>
                <a:ea typeface="Aptos"/>
                <a:cs typeface="Aptos"/>
              </a:defRPr>
            </a:lvl6pPr>
            <a:lvl7pPr algn="ctr">
              <a:buNone/>
              <a:defRPr sz="1650" b="0">
                <a:solidFill>
                  <a:srgbClr val="4A6572"/>
                </a:solidFill>
                <a:latin typeface="Aptos"/>
                <a:ea typeface="Aptos"/>
                <a:cs typeface="Aptos"/>
              </a:defRPr>
            </a:lvl7pPr>
            <a:lvl8pPr algn="ctr">
              <a:buNone/>
              <a:defRPr sz="1650" b="0">
                <a:solidFill>
                  <a:srgbClr val="4A6572"/>
                </a:solidFill>
                <a:latin typeface="Aptos"/>
                <a:ea typeface="Aptos"/>
                <a:cs typeface="Aptos"/>
              </a:defRPr>
            </a:lvl8pPr>
            <a:lvl9pPr algn="ctr">
              <a:buNone/>
              <a:defRPr sz="1650" b="0">
                <a:solidFill>
                  <a:srgbClr val="4A6572"/>
                </a:solidFill>
                <a:latin typeface="Aptos"/>
                <a:ea typeface="Aptos"/>
                <a:cs typeface="Aptos"/>
              </a:defRPr>
            </a:lvl9pPr>
          </a:lstStyle>
          <a:p xmlns:a="http://schemas.openxmlformats.org/drawingml/2006/main">
            <a:pPr algn="ctr">
              <a:buNone/>
              <a:defRPr sz="1650" b="0">
                <a:solidFill>
                  <a:srgbClr val="4A6572"/>
                </a:solidFill>
                <a:latin typeface="Aptos"/>
                <a:ea typeface="Aptos"/>
                <a:cs typeface="Aptos"/>
              </a:defRPr>
            </a:pPr>
            <a:r>
              <a:rPr sz="1650" b="0">
                <a:solidFill>
                  <a:srgbClr val="4A6572"/>
                </a:solidFill>
                <a:latin typeface="Aptos"/>
                <a:ea typeface="Aptos"/>
                <a:cs typeface="Aptos"/>
              </a:rPr>
              <a:t>Website integration pending</a:t>
            </a:r>
          </a:p>
        </p:txBody>
      </p:sp>
      <p:sp>
        <p:nvSpPr>
          <p:cNvPr id="32" name="text-100">
            <a:extLst xmlns:a="http://schemas.openxmlformats.org/drawingml/2006/main">
              <a:ext uri="{FF2B5EF4-FFF2-40B4-BE49-F238E27FC236}">
                <a16:creationId xmlns:a16="http://schemas.microsoft.com/office/drawing/2014/main" id="{1E7F887D-5A28-464A-BE1E-D2CA24D6C050}"/>
              </a:ext>
            </a:extLst>
          </p:cNvPr>
          <p:cNvSpPr>
            <a:spLocks xmlns:a="http://schemas.openxmlformats.org/drawingml/2006/main" noGrp="1"/>
          </p:cNvSpPr>
          <p:nvPr/>
        </p:nvSpPr>
        <p:spPr>
          <a:xfrm xmlns:a="http://schemas.openxmlformats.org/drawingml/2006/main">
            <a:off x="609600" y="6191250"/>
            <a:ext cx="5143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157D80"/>
                </a:solidFill>
                <a:latin typeface="Aptos"/>
                <a:ea typeface="Aptos"/>
                <a:cs typeface="Aptos"/>
              </a:defRPr>
            </a:defPPr>
            <a:lvl1pPr algn="l">
              <a:buNone/>
              <a:defRPr sz="2025" b="1">
                <a:solidFill>
                  <a:srgbClr val="157D80"/>
                </a:solidFill>
                <a:latin typeface="Aptos"/>
                <a:ea typeface="Aptos"/>
                <a:cs typeface="Aptos"/>
              </a:defRPr>
            </a:lvl1pPr>
            <a:lvl2pPr algn="l">
              <a:buNone/>
              <a:defRPr sz="2025" b="1">
                <a:solidFill>
                  <a:srgbClr val="157D80"/>
                </a:solidFill>
                <a:latin typeface="Aptos"/>
                <a:ea typeface="Aptos"/>
                <a:cs typeface="Aptos"/>
              </a:defRPr>
            </a:lvl2pPr>
            <a:lvl3pPr algn="l">
              <a:buNone/>
              <a:defRPr sz="2025" b="1">
                <a:solidFill>
                  <a:srgbClr val="157D80"/>
                </a:solidFill>
                <a:latin typeface="Aptos"/>
                <a:ea typeface="Aptos"/>
                <a:cs typeface="Aptos"/>
              </a:defRPr>
            </a:lvl3pPr>
            <a:lvl4pPr algn="l">
              <a:buNone/>
              <a:defRPr sz="2025" b="1">
                <a:solidFill>
                  <a:srgbClr val="157D80"/>
                </a:solidFill>
                <a:latin typeface="Aptos"/>
                <a:ea typeface="Aptos"/>
                <a:cs typeface="Aptos"/>
              </a:defRPr>
            </a:lvl4pPr>
            <a:lvl5pPr algn="l">
              <a:buNone/>
              <a:defRPr sz="2025" b="1">
                <a:solidFill>
                  <a:srgbClr val="157D80"/>
                </a:solidFill>
                <a:latin typeface="Aptos"/>
                <a:ea typeface="Aptos"/>
                <a:cs typeface="Aptos"/>
              </a:defRPr>
            </a:lvl5pPr>
            <a:lvl6pPr algn="l">
              <a:buNone/>
              <a:defRPr sz="2025" b="1">
                <a:solidFill>
                  <a:srgbClr val="157D80"/>
                </a:solidFill>
                <a:latin typeface="Aptos"/>
                <a:ea typeface="Aptos"/>
                <a:cs typeface="Aptos"/>
              </a:defRPr>
            </a:lvl6pPr>
            <a:lvl7pPr algn="l">
              <a:buNone/>
              <a:defRPr sz="2025" b="1">
                <a:solidFill>
                  <a:srgbClr val="157D80"/>
                </a:solidFill>
                <a:latin typeface="Aptos"/>
                <a:ea typeface="Aptos"/>
                <a:cs typeface="Aptos"/>
              </a:defRPr>
            </a:lvl7pPr>
            <a:lvl8pPr algn="l">
              <a:buNone/>
              <a:defRPr sz="2025" b="1">
                <a:solidFill>
                  <a:srgbClr val="157D80"/>
                </a:solidFill>
                <a:latin typeface="Aptos"/>
                <a:ea typeface="Aptos"/>
                <a:cs typeface="Aptos"/>
              </a:defRPr>
            </a:lvl8pPr>
            <a:lvl9pPr algn="l">
              <a:buNone/>
              <a:defRPr sz="2025" b="1">
                <a:solidFill>
                  <a:srgbClr val="157D80"/>
                </a:solidFill>
                <a:latin typeface="Aptos"/>
                <a:ea typeface="Aptos"/>
                <a:cs typeface="Aptos"/>
              </a:defRPr>
            </a:lvl9pPr>
          </a:lstStyle>
          <a:p xmlns:a="http://schemas.openxmlformats.org/drawingml/2006/main">
            <a:pPr algn="l">
              <a:buNone/>
              <a:defRPr sz="2025" b="1">
                <a:solidFill>
                  <a:srgbClr val="157D80"/>
                </a:solidFill>
                <a:latin typeface="Aptos"/>
                <a:ea typeface="Aptos"/>
                <a:cs typeface="Aptos"/>
              </a:defRPr>
            </a:pPr>
            <a:r>
              <a:rPr sz="2025" b="1">
                <a:solidFill>
                  <a:srgbClr val="157D80"/>
                </a:solidFill>
                <a:latin typeface="Aptos"/>
                <a:ea typeface="Aptos"/>
                <a:cs typeface="Aptos"/>
              </a:rPr>
              <a:t>Source and native follow-up merged</a:t>
            </a:r>
          </a:p>
        </p:txBody>
      </p:sp>
      <p:sp>
        <p:nvSpPr>
          <p:cNvPr id="33" name="text-101">
            <a:extLst xmlns:a="http://schemas.openxmlformats.org/drawingml/2006/main">
              <a:ext uri="{FF2B5EF4-FFF2-40B4-BE49-F238E27FC236}">
                <a16:creationId xmlns:a16="http://schemas.microsoft.com/office/drawing/2014/main" id="{93FCA38A-0E4C-42C5-97D3-3F720990DDE6}"/>
              </a:ext>
            </a:extLst>
          </p:cNvPr>
          <p:cNvSpPr>
            <a:spLocks xmlns:a="http://schemas.openxmlformats.org/drawingml/2006/main" noGrp="1"/>
          </p:cNvSpPr>
          <p:nvPr/>
        </p:nvSpPr>
        <p:spPr>
          <a:xfrm xmlns:a="http://schemas.openxmlformats.org/drawingml/2006/main">
            <a:off x="609600" y="6734175"/>
            <a:ext cx="51435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4A6572"/>
                </a:solidFill>
                <a:latin typeface="Aptos"/>
                <a:ea typeface="Aptos"/>
                <a:cs typeface="Aptos"/>
              </a:defRPr>
            </a:defPPr>
            <a:lvl1pPr algn="l">
              <a:buNone/>
              <a:defRPr sz="2025" b="0">
                <a:solidFill>
                  <a:srgbClr val="4A6572"/>
                </a:solidFill>
                <a:latin typeface="Aptos"/>
                <a:ea typeface="Aptos"/>
                <a:cs typeface="Aptos"/>
              </a:defRPr>
            </a:lvl1pPr>
            <a:lvl2pPr algn="l">
              <a:buNone/>
              <a:defRPr sz="2025" b="0">
                <a:solidFill>
                  <a:srgbClr val="4A6572"/>
                </a:solidFill>
                <a:latin typeface="Aptos"/>
                <a:ea typeface="Aptos"/>
                <a:cs typeface="Aptos"/>
              </a:defRPr>
            </a:lvl2pPr>
            <a:lvl3pPr algn="l">
              <a:buNone/>
              <a:defRPr sz="2025" b="0">
                <a:solidFill>
                  <a:srgbClr val="4A6572"/>
                </a:solidFill>
                <a:latin typeface="Aptos"/>
                <a:ea typeface="Aptos"/>
                <a:cs typeface="Aptos"/>
              </a:defRPr>
            </a:lvl3pPr>
            <a:lvl4pPr algn="l">
              <a:buNone/>
              <a:defRPr sz="2025" b="0">
                <a:solidFill>
                  <a:srgbClr val="4A6572"/>
                </a:solidFill>
                <a:latin typeface="Aptos"/>
                <a:ea typeface="Aptos"/>
                <a:cs typeface="Aptos"/>
              </a:defRPr>
            </a:lvl4pPr>
            <a:lvl5pPr algn="l">
              <a:buNone/>
              <a:defRPr sz="2025" b="0">
                <a:solidFill>
                  <a:srgbClr val="4A6572"/>
                </a:solidFill>
                <a:latin typeface="Aptos"/>
                <a:ea typeface="Aptos"/>
                <a:cs typeface="Aptos"/>
              </a:defRPr>
            </a:lvl5pPr>
            <a:lvl6pPr algn="l">
              <a:buNone/>
              <a:defRPr sz="2025" b="0">
                <a:solidFill>
                  <a:srgbClr val="4A6572"/>
                </a:solidFill>
                <a:latin typeface="Aptos"/>
                <a:ea typeface="Aptos"/>
                <a:cs typeface="Aptos"/>
              </a:defRPr>
            </a:lvl6pPr>
            <a:lvl7pPr algn="l">
              <a:buNone/>
              <a:defRPr sz="2025" b="0">
                <a:solidFill>
                  <a:srgbClr val="4A6572"/>
                </a:solidFill>
                <a:latin typeface="Aptos"/>
                <a:ea typeface="Aptos"/>
                <a:cs typeface="Aptos"/>
              </a:defRPr>
            </a:lvl7pPr>
            <a:lvl8pPr algn="l">
              <a:buNone/>
              <a:defRPr sz="2025" b="0">
                <a:solidFill>
                  <a:srgbClr val="4A6572"/>
                </a:solidFill>
                <a:latin typeface="Aptos"/>
                <a:ea typeface="Aptos"/>
                <a:cs typeface="Aptos"/>
              </a:defRPr>
            </a:lvl8pPr>
            <a:lvl9pPr algn="l">
              <a:buNone/>
              <a:defRPr sz="2025" b="0">
                <a:solidFill>
                  <a:srgbClr val="4A6572"/>
                </a:solidFill>
                <a:latin typeface="Aptos"/>
                <a:ea typeface="Aptos"/>
                <a:cs typeface="Aptos"/>
              </a:defRPr>
            </a:lvl9pPr>
          </a:lstStyle>
          <a:p xmlns:a="http://schemas.openxmlformats.org/drawingml/2006/main">
            <a:pPr algn="l">
              <a:buNone/>
              <a:defRPr sz="2025" b="0">
                <a:solidFill>
                  <a:srgbClr val="4A6572"/>
                </a:solidFill>
                <a:latin typeface="Aptos"/>
                <a:ea typeface="Aptos"/>
                <a:cs typeface="Aptos"/>
              </a:defRPr>
            </a:pPr>
            <a:r>
              <a:rPr sz="2025" b="0">
                <a:solidFill>
                  <a:srgbClr val="4A6572"/>
                </a:solidFill>
                <a:latin typeface="Aptos"/>
                <a:ea typeface="Aptos"/>
                <a:cs typeface="Aptos"/>
              </a:rPr>
              <a:t>Published links return to the</a:t>
            </a:r>
          </a:p>
          <a:p xmlns:a="http://schemas.openxmlformats.org/drawingml/2006/main">
            <a:pPr algn="l">
              <a:buNone/>
              <a:defRPr sz="2025" b="0">
                <a:solidFill>
                  <a:srgbClr val="4A6572"/>
                </a:solidFill>
                <a:latin typeface="Aptos"/>
                <a:ea typeface="Aptos"/>
                <a:cs typeface="Aptos"/>
              </a:defRPr>
            </a:pPr>
            <a:r>
              <a:rPr sz="2025" b="0">
                <a:solidFill>
                  <a:srgbClr val="4A6572"/>
                </a:solidFill>
                <a:latin typeface="Aptos"/>
                <a:ea typeface="Aptos"/>
                <a:cs typeface="Aptos"/>
              </a:rPr>
              <a:t>Paperclip task and Buzz thread</a:t>
            </a:r>
          </a:p>
        </p:txBody>
      </p:sp>
    </p:spTree>
    <p:extLst>
      <p:ext uri="{BB962C8B-B14F-4D97-AF65-F5344CB8AC3E}">
        <p14:creationId xmlns:p14="http://schemas.microsoft.com/office/powerpoint/2010/main" val="1180322789"/>
      </p:ext>
    </p:extLst>
  </p:cSld>
</p:sld>
</file>

<file path=ppt/slides/slide4.xml><?xml version="1.0" encoding="utf-8"?>
<p:sld xmlns:p="http://schemas.openxmlformats.org/presentationml/2006/main">
  <p:cSld>
    <p:bg>
      <p:bgPr>
        <a:solidFill xmlns:a="http://schemas.openxmlformats.org/drawingml/2006/main">
          <a:srgbClr val="F6F5F0"/>
        </a:solidFill>
      </p:bgPr>
    </p:bg>
    <p:spTree>
      <p:nvGrpSpPr>
        <p:cNvPr id="1" name=""/>
        <p:cNvGrpSpPr/>
        <p:nvPr/>
      </p:nvGrpSpPr>
      <p:grpSpPr>
        <a:xfrm xmlns:a="http://schemas.openxmlformats.org/drawingml/2006/main"/>
      </p:grpSpPr>
      <p:cxnSp>
        <p:nvCxnSpPr>
          <p:cNvPr id="35" name="">
            <a:extLst xmlns:a="http://schemas.openxmlformats.org/drawingml/2006/main">
              <a:ext uri="{FF2B5EF4-FFF2-40B4-BE49-F238E27FC236}">
                <a16:creationId xmlns:a16="http://schemas.microsoft.com/office/drawing/2014/main" id="{746985A6-321D-40D3-BD63-A74A1C6E67BD}"/>
              </a:ext>
            </a:extLst>
          </p:cNvPr>
          <p:cNvCxnSpPr>
            <a:stCxn xmlns:a="http://schemas.openxmlformats.org/drawingml/2006/main" id="25" idx="1"/>
            <a:endCxn xmlns:a="http://schemas.openxmlformats.org/drawingml/2006/main" id="28" idx="3"/>
          </p:cNvCxnSpPr>
          <p:nvPr/>
        </p:nvCxnSpPr>
        <p:spPr>
          <a:xfrm xmlns:a="http://schemas.openxmlformats.org/drawingml/2006/main" flipH="1">
            <a:off x="3181350" y="6429375"/>
            <a:ext cx="952500" cy="0"/>
          </a:xfrm>
          <a:prstGeom xmlns:a="http://schemas.openxmlformats.org/drawingml/2006/main" prst="straightConnector1">
            <a:avLst/>
          </a:prstGeom>
          <a:ln xmlns:a="http://schemas.openxmlformats.org/drawingml/2006/main" w="23813">
            <a:solidFill>
              <a:srgbClr val="157D80"/>
            </a:solidFill>
            <a:prstDash val="solid"/>
            <a:tailEnd type="triangle" w="med" len="med"/>
          </a:ln>
        </p:spPr>
      </p:cxnSp>
      <p:cxnSp>
        <p:nvCxnSpPr>
          <p:cNvPr id="34" name="">
            <a:extLst xmlns:a="http://schemas.openxmlformats.org/drawingml/2006/main">
              <a:ext uri="{FF2B5EF4-FFF2-40B4-BE49-F238E27FC236}">
                <a16:creationId xmlns:a16="http://schemas.microsoft.com/office/drawing/2014/main" id="{A019DA35-5538-4BC9-8019-E8F1F98946DE}"/>
              </a:ext>
            </a:extLst>
          </p:cNvPr>
          <p:cNvCxnSpPr>
            <a:stCxn xmlns:a="http://schemas.openxmlformats.org/drawingml/2006/main" id="22" idx="1"/>
            <a:endCxn xmlns:a="http://schemas.openxmlformats.org/drawingml/2006/main" id="25" idx="3"/>
          </p:cNvCxnSpPr>
          <p:nvPr/>
        </p:nvCxnSpPr>
        <p:spPr>
          <a:xfrm xmlns:a="http://schemas.openxmlformats.org/drawingml/2006/main" flipH="1">
            <a:off x="6381750" y="6429375"/>
            <a:ext cx="952500" cy="0"/>
          </a:xfrm>
          <a:prstGeom xmlns:a="http://schemas.openxmlformats.org/drawingml/2006/main" prst="straightConnector1">
            <a:avLst/>
          </a:prstGeom>
          <a:ln xmlns:a="http://schemas.openxmlformats.org/drawingml/2006/main" w="23813">
            <a:solidFill>
              <a:srgbClr val="157D80"/>
            </a:solidFill>
            <a:prstDash val="solid"/>
            <a:tailEnd type="triangle" w="med" len="med"/>
          </a:ln>
        </p:spPr>
      </p:cxnSp>
      <p:cxnSp>
        <p:nvCxnSpPr>
          <p:cNvPr id="33" name="">
            <a:extLst xmlns:a="http://schemas.openxmlformats.org/drawingml/2006/main">
              <a:ext uri="{FF2B5EF4-FFF2-40B4-BE49-F238E27FC236}">
                <a16:creationId xmlns:a16="http://schemas.microsoft.com/office/drawing/2014/main" id="{0DC79D47-795A-4129-A380-273B4597993D}"/>
              </a:ext>
            </a:extLst>
          </p:cNvPr>
          <p:cNvCxnSpPr>
            <a:stCxn xmlns:a="http://schemas.openxmlformats.org/drawingml/2006/main" id="19" idx="1"/>
            <a:endCxn xmlns:a="http://schemas.openxmlformats.org/drawingml/2006/main" id="22" idx="3"/>
          </p:cNvCxnSpPr>
          <p:nvPr/>
        </p:nvCxnSpPr>
        <p:spPr>
          <a:xfrm xmlns:a="http://schemas.openxmlformats.org/drawingml/2006/main" flipH="1">
            <a:off x="10153650" y="6429375"/>
            <a:ext cx="990600" cy="0"/>
          </a:xfrm>
          <a:prstGeom xmlns:a="http://schemas.openxmlformats.org/drawingml/2006/main" prst="straightConnector1">
            <a:avLst/>
          </a:prstGeom>
          <a:ln xmlns:a="http://schemas.openxmlformats.org/drawingml/2006/main" w="23813">
            <a:solidFill>
              <a:srgbClr val="157D80"/>
            </a:solidFill>
            <a:prstDash val="solid"/>
            <a:tailEnd type="triangle" w="med" len="med"/>
          </a:ln>
        </p:spPr>
      </p:cxnSp>
      <p:cxnSp>
        <p:nvCxnSpPr>
          <p:cNvPr id="13" name="">
            <a:extLst xmlns:a="http://schemas.openxmlformats.org/drawingml/2006/main">
              <a:ext uri="{FF2B5EF4-FFF2-40B4-BE49-F238E27FC236}">
                <a16:creationId xmlns:a16="http://schemas.microsoft.com/office/drawing/2014/main" id="{C0A62017-19F8-412E-9039-CAACA2A839CE}"/>
              </a:ext>
            </a:extLst>
          </p:cNvPr>
          <p:cNvCxnSpPr>
            <a:stCxn xmlns:a="http://schemas.openxmlformats.org/drawingml/2006/main" id="6" idx="3"/>
            <a:endCxn xmlns:a="http://schemas.openxmlformats.org/drawingml/2006/main" id="9" idx="1"/>
          </p:cNvCxnSpPr>
          <p:nvPr/>
        </p:nvCxnSpPr>
        <p:spPr>
          <a:xfrm xmlns:a="http://schemas.openxmlformats.org/drawingml/2006/main">
            <a:off x="8896350" y="2952750"/>
            <a:ext cx="1390650" cy="0"/>
          </a:xfrm>
          <a:prstGeom xmlns:a="http://schemas.openxmlformats.org/drawingml/2006/main" prst="straightConnector1">
            <a:avLst/>
          </a:prstGeom>
          <a:ln xmlns:a="http://schemas.openxmlformats.org/drawingml/2006/main" w="23813">
            <a:solidFill>
              <a:srgbClr val="157D80"/>
            </a:solidFill>
            <a:prstDash val="solid"/>
            <a:tailEnd type="triangle" w="med" len="med"/>
          </a:ln>
        </p:spPr>
      </p:cxnSp>
      <p:cxnSp>
        <p:nvCxnSpPr>
          <p:cNvPr id="12" name="">
            <a:extLst xmlns:a="http://schemas.openxmlformats.org/drawingml/2006/main">
              <a:ext uri="{FF2B5EF4-FFF2-40B4-BE49-F238E27FC236}">
                <a16:creationId xmlns:a16="http://schemas.microsoft.com/office/drawing/2014/main" id="{AFB2ADAC-96B3-48C5-96F5-A1762A43ACD8}"/>
              </a:ext>
            </a:extLst>
          </p:cNvPr>
          <p:cNvCxnSpPr>
            <a:stCxn xmlns:a="http://schemas.openxmlformats.org/drawingml/2006/main" id="3" idx="3"/>
            <a:endCxn xmlns:a="http://schemas.openxmlformats.org/drawingml/2006/main" id="6" idx="1"/>
          </p:cNvCxnSpPr>
          <p:nvPr/>
        </p:nvCxnSpPr>
        <p:spPr>
          <a:xfrm xmlns:a="http://schemas.openxmlformats.org/drawingml/2006/main">
            <a:off x="3676650" y="2952750"/>
            <a:ext cx="1181100" cy="0"/>
          </a:xfrm>
          <a:prstGeom xmlns:a="http://schemas.openxmlformats.org/drawingml/2006/main" prst="straightConnector1">
            <a:avLst/>
          </a:prstGeom>
          <a:ln xmlns:a="http://schemas.openxmlformats.org/drawingml/2006/main" w="23813">
            <a:solidFill>
              <a:srgbClr val="157D80"/>
            </a:solidFill>
            <a:prstDash val="solid"/>
            <a:tailEnd type="triangle" w="med" len="med"/>
          </a:ln>
        </p:spPr>
      </p:cxnSp>
      <p:sp>
        <p:nvSpPr>
          <p:cNvPr id="42" name="text-102">
            <a:extLst xmlns:a="http://schemas.openxmlformats.org/drawingml/2006/main">
              <a:ext uri="{FF2B5EF4-FFF2-40B4-BE49-F238E27FC236}">
                <a16:creationId xmlns:a16="http://schemas.microsoft.com/office/drawing/2014/main" id="{0CFDCA0A-F589-4598-B2CE-CAEC54FF1065}"/>
              </a:ext>
            </a:extLst>
          </p:cNvPr>
          <p:cNvSpPr>
            <a:spLocks xmlns:a="http://schemas.openxmlformats.org/drawingml/2006/main" noGrp="1"/>
          </p:cNvSpPr>
          <p:nvPr/>
        </p:nvSpPr>
        <p:spPr>
          <a:xfrm xmlns:a="http://schemas.openxmlformats.org/drawingml/2006/main">
            <a:off x="609600" y="514350"/>
            <a:ext cx="14020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600" b="1">
                <a:solidFill>
                  <a:srgbClr val="132E38"/>
                </a:solidFill>
                <a:latin typeface="Aptos"/>
                <a:ea typeface="Aptos"/>
                <a:cs typeface="Aptos"/>
              </a:defRPr>
            </a:defPPr>
            <a:lvl1pPr algn="l">
              <a:buNone/>
              <a:defRPr sz="3600" b="1">
                <a:solidFill>
                  <a:srgbClr val="132E38"/>
                </a:solidFill>
                <a:latin typeface="Aptos"/>
                <a:ea typeface="Aptos"/>
                <a:cs typeface="Aptos"/>
              </a:defRPr>
            </a:lvl1pPr>
            <a:lvl2pPr algn="l">
              <a:buNone/>
              <a:defRPr sz="3600" b="1">
                <a:solidFill>
                  <a:srgbClr val="132E38"/>
                </a:solidFill>
                <a:latin typeface="Aptos"/>
                <a:ea typeface="Aptos"/>
                <a:cs typeface="Aptos"/>
              </a:defRPr>
            </a:lvl2pPr>
            <a:lvl3pPr algn="l">
              <a:buNone/>
              <a:defRPr sz="3600" b="1">
                <a:solidFill>
                  <a:srgbClr val="132E38"/>
                </a:solidFill>
                <a:latin typeface="Aptos"/>
                <a:ea typeface="Aptos"/>
                <a:cs typeface="Aptos"/>
              </a:defRPr>
            </a:lvl3pPr>
            <a:lvl4pPr algn="l">
              <a:buNone/>
              <a:defRPr sz="3600" b="1">
                <a:solidFill>
                  <a:srgbClr val="132E38"/>
                </a:solidFill>
                <a:latin typeface="Aptos"/>
                <a:ea typeface="Aptos"/>
                <a:cs typeface="Aptos"/>
              </a:defRPr>
            </a:lvl4pPr>
            <a:lvl5pPr algn="l">
              <a:buNone/>
              <a:defRPr sz="3600" b="1">
                <a:solidFill>
                  <a:srgbClr val="132E38"/>
                </a:solidFill>
                <a:latin typeface="Aptos"/>
                <a:ea typeface="Aptos"/>
                <a:cs typeface="Aptos"/>
              </a:defRPr>
            </a:lvl5pPr>
            <a:lvl6pPr algn="l">
              <a:buNone/>
              <a:defRPr sz="3600" b="1">
                <a:solidFill>
                  <a:srgbClr val="132E38"/>
                </a:solidFill>
                <a:latin typeface="Aptos"/>
                <a:ea typeface="Aptos"/>
                <a:cs typeface="Aptos"/>
              </a:defRPr>
            </a:lvl6pPr>
            <a:lvl7pPr algn="l">
              <a:buNone/>
              <a:defRPr sz="3600" b="1">
                <a:solidFill>
                  <a:srgbClr val="132E38"/>
                </a:solidFill>
                <a:latin typeface="Aptos"/>
                <a:ea typeface="Aptos"/>
                <a:cs typeface="Aptos"/>
              </a:defRPr>
            </a:lvl7pPr>
            <a:lvl8pPr algn="l">
              <a:buNone/>
              <a:defRPr sz="3600" b="1">
                <a:solidFill>
                  <a:srgbClr val="132E38"/>
                </a:solidFill>
                <a:latin typeface="Aptos"/>
                <a:ea typeface="Aptos"/>
                <a:cs typeface="Aptos"/>
              </a:defRPr>
            </a:lvl8pPr>
            <a:lvl9pPr algn="l">
              <a:buNone/>
              <a:defRPr sz="3600" b="1">
                <a:solidFill>
                  <a:srgbClr val="132E38"/>
                </a:solidFill>
                <a:latin typeface="Aptos"/>
                <a:ea typeface="Aptos"/>
                <a:cs typeface="Aptos"/>
              </a:defRPr>
            </a:lvl9pPr>
          </a:lstStyle>
          <a:p xmlns:a="http://schemas.openxmlformats.org/drawingml/2006/main">
            <a:pPr algn="l">
              <a:buNone/>
              <a:defRPr sz="3600" b="1">
                <a:solidFill>
                  <a:srgbClr val="132E38"/>
                </a:solidFill>
                <a:latin typeface="Aptos"/>
                <a:ea typeface="Aptos"/>
                <a:cs typeface="Aptos"/>
              </a:defRPr>
            </a:pPr>
            <a:r>
              <a:rPr sz="3600" b="1">
                <a:solidFill>
                  <a:srgbClr val="132E38"/>
                </a:solidFill>
                <a:latin typeface="Aptos"/>
                <a:ea typeface="Aptos"/>
                <a:cs typeface="Aptos"/>
              </a:rPr>
              <a:t>Application preparation and submitted record</a:t>
            </a:r>
          </a:p>
        </p:txBody>
      </p:sp>
      <p:sp>
        <p:nvSpPr>
          <p:cNvPr id="2" name="text-103">
            <a:extLst xmlns:a="http://schemas.openxmlformats.org/drawingml/2006/main">
              <a:ext uri="{FF2B5EF4-FFF2-40B4-BE49-F238E27FC236}">
                <a16:creationId xmlns:a16="http://schemas.microsoft.com/office/drawing/2014/main" id="{C5CCC50F-80C0-4663-B0D7-176E5D9DE13A}"/>
              </a:ext>
            </a:extLst>
          </p:cNvPr>
          <p:cNvSpPr>
            <a:spLocks xmlns:a="http://schemas.openxmlformats.org/drawingml/2006/main" noGrp="1"/>
          </p:cNvSpPr>
          <p:nvPr/>
        </p:nvSpPr>
        <p:spPr>
          <a:xfrm xmlns:a="http://schemas.openxmlformats.org/drawingml/2006/main">
            <a:off x="14154150" y="8020050"/>
            <a:ext cx="476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500" b="1">
                <a:solidFill>
                  <a:srgbClr val="157D80"/>
                </a:solidFill>
                <a:latin typeface="Aptos"/>
                <a:ea typeface="Aptos"/>
                <a:cs typeface="Aptos"/>
              </a:defRPr>
            </a:defPPr>
            <a:lvl1pPr algn="r">
              <a:buNone/>
              <a:defRPr sz="1500" b="1">
                <a:solidFill>
                  <a:srgbClr val="157D80"/>
                </a:solidFill>
                <a:latin typeface="Aptos"/>
                <a:ea typeface="Aptos"/>
                <a:cs typeface="Aptos"/>
              </a:defRPr>
            </a:lvl1pPr>
            <a:lvl2pPr algn="r">
              <a:buNone/>
              <a:defRPr sz="1500" b="1">
                <a:solidFill>
                  <a:srgbClr val="157D80"/>
                </a:solidFill>
                <a:latin typeface="Aptos"/>
                <a:ea typeface="Aptos"/>
                <a:cs typeface="Aptos"/>
              </a:defRPr>
            </a:lvl2pPr>
            <a:lvl3pPr algn="r">
              <a:buNone/>
              <a:defRPr sz="1500" b="1">
                <a:solidFill>
                  <a:srgbClr val="157D80"/>
                </a:solidFill>
                <a:latin typeface="Aptos"/>
                <a:ea typeface="Aptos"/>
                <a:cs typeface="Aptos"/>
              </a:defRPr>
            </a:lvl3pPr>
            <a:lvl4pPr algn="r">
              <a:buNone/>
              <a:defRPr sz="1500" b="1">
                <a:solidFill>
                  <a:srgbClr val="157D80"/>
                </a:solidFill>
                <a:latin typeface="Aptos"/>
                <a:ea typeface="Aptos"/>
                <a:cs typeface="Aptos"/>
              </a:defRPr>
            </a:lvl4pPr>
            <a:lvl5pPr algn="r">
              <a:buNone/>
              <a:defRPr sz="1500" b="1">
                <a:solidFill>
                  <a:srgbClr val="157D80"/>
                </a:solidFill>
                <a:latin typeface="Aptos"/>
                <a:ea typeface="Aptos"/>
                <a:cs typeface="Aptos"/>
              </a:defRPr>
            </a:lvl5pPr>
            <a:lvl6pPr algn="r">
              <a:buNone/>
              <a:defRPr sz="1500" b="1">
                <a:solidFill>
                  <a:srgbClr val="157D80"/>
                </a:solidFill>
                <a:latin typeface="Aptos"/>
                <a:ea typeface="Aptos"/>
                <a:cs typeface="Aptos"/>
              </a:defRPr>
            </a:lvl6pPr>
            <a:lvl7pPr algn="r">
              <a:buNone/>
              <a:defRPr sz="1500" b="1">
                <a:solidFill>
                  <a:srgbClr val="157D80"/>
                </a:solidFill>
                <a:latin typeface="Aptos"/>
                <a:ea typeface="Aptos"/>
                <a:cs typeface="Aptos"/>
              </a:defRPr>
            </a:lvl7pPr>
            <a:lvl8pPr algn="r">
              <a:buNone/>
              <a:defRPr sz="1500" b="1">
                <a:solidFill>
                  <a:srgbClr val="157D80"/>
                </a:solidFill>
                <a:latin typeface="Aptos"/>
                <a:ea typeface="Aptos"/>
                <a:cs typeface="Aptos"/>
              </a:defRPr>
            </a:lvl8pPr>
            <a:lvl9pPr algn="r">
              <a:buNone/>
              <a:defRPr sz="1500" b="1">
                <a:solidFill>
                  <a:srgbClr val="157D80"/>
                </a:solidFill>
                <a:latin typeface="Aptos"/>
                <a:ea typeface="Aptos"/>
                <a:cs typeface="Aptos"/>
              </a:defRPr>
            </a:lvl9pPr>
          </a:lstStyle>
          <a:p xmlns:a="http://schemas.openxmlformats.org/drawingml/2006/main">
            <a:pPr algn="r">
              <a:buNone/>
              <a:defRPr sz="1500" b="1">
                <a:solidFill>
                  <a:srgbClr val="157D80"/>
                </a:solidFill>
                <a:latin typeface="Aptos"/>
                <a:ea typeface="Aptos"/>
                <a:cs typeface="Aptos"/>
              </a:defRPr>
            </a:pPr>
            <a:r>
              <a:rPr sz="1500" b="1">
                <a:solidFill>
                  <a:srgbClr val="157D80"/>
                </a:solidFill>
                <a:latin typeface="Aptos"/>
                <a:ea typeface="Aptos"/>
                <a:cs typeface="Aptos"/>
              </a:rPr>
              <a:t>4</a:t>
            </a:r>
          </a:p>
        </p:txBody>
      </p:sp>
      <p:sp>
        <p:nvSpPr>
          <p:cNvPr id="3" name="node-104">
            <a:extLst xmlns:a="http://schemas.openxmlformats.org/drawingml/2006/main">
              <a:ext uri="{FF2B5EF4-FFF2-40B4-BE49-F238E27FC236}">
                <a16:creationId xmlns:a16="http://schemas.microsoft.com/office/drawing/2014/main" id="{243EBB9E-910A-4AB8-B55E-F99A9D67977E}"/>
              </a:ext>
            </a:extLst>
          </p:cNvPr>
          <p:cNvSpPr>
            <a:spLocks xmlns:a="http://schemas.openxmlformats.org/drawingml/2006/main" noGrp="1"/>
          </p:cNvSpPr>
          <p:nvPr/>
        </p:nvSpPr>
        <p:spPr>
          <a:xfrm xmlns:a="http://schemas.openxmlformats.org/drawingml/2006/main">
            <a:off x="609600" y="2095500"/>
            <a:ext cx="3067050" cy="1714500"/>
          </a:xfrm>
          <a:prstGeom xmlns:a="http://schemas.openxmlformats.org/drawingml/2006/main" prst="rect">
            <a:avLst/>
          </a:prstGeom>
          <a:solidFill xmlns:a="http://schemas.openxmlformats.org/drawingml/2006/main">
            <a:srgbClr val="FFFFFF"/>
          </a:solidFill>
          <a:ln xmlns:a="http://schemas.openxmlformats.org/drawingml/2006/main" w="17145">
            <a:solidFill>
              <a:srgbClr val="B8CACC"/>
            </a:solidFill>
            <a:prstDash val="solid"/>
          </a:ln>
        </p:spPr>
      </p:sp>
      <p:sp>
        <p:nvSpPr>
          <p:cNvPr id="4" name="text-105">
            <a:extLst xmlns:a="http://schemas.openxmlformats.org/drawingml/2006/main">
              <a:ext uri="{FF2B5EF4-FFF2-40B4-BE49-F238E27FC236}">
                <a16:creationId xmlns:a16="http://schemas.microsoft.com/office/drawing/2014/main" id="{ED34AFFB-7132-46CB-9D41-9BF924792E66}"/>
              </a:ext>
            </a:extLst>
          </p:cNvPr>
          <p:cNvSpPr>
            <a:spLocks xmlns:a="http://schemas.openxmlformats.org/drawingml/2006/main" noGrp="1"/>
          </p:cNvSpPr>
          <p:nvPr/>
        </p:nvSpPr>
        <p:spPr>
          <a:xfrm xmlns:a="http://schemas.openxmlformats.org/drawingml/2006/main">
            <a:off x="800100" y="2257425"/>
            <a:ext cx="2686050" cy="37509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1">
                <a:solidFill>
                  <a:srgbClr val="132E38"/>
                </a:solidFill>
                <a:latin typeface="Aptos"/>
                <a:ea typeface="Aptos"/>
                <a:cs typeface="Aptos"/>
              </a:defRPr>
            </a:defPPr>
            <a:lvl1pPr algn="l">
              <a:buNone/>
              <a:defRPr sz="2175" b="1">
                <a:solidFill>
                  <a:srgbClr val="132E38"/>
                </a:solidFill>
                <a:latin typeface="Aptos"/>
                <a:ea typeface="Aptos"/>
                <a:cs typeface="Aptos"/>
              </a:defRPr>
            </a:lvl1pPr>
            <a:lvl2pPr algn="l">
              <a:buNone/>
              <a:defRPr sz="2175" b="1">
                <a:solidFill>
                  <a:srgbClr val="132E38"/>
                </a:solidFill>
                <a:latin typeface="Aptos"/>
                <a:ea typeface="Aptos"/>
                <a:cs typeface="Aptos"/>
              </a:defRPr>
            </a:lvl2pPr>
            <a:lvl3pPr algn="l">
              <a:buNone/>
              <a:defRPr sz="2175" b="1">
                <a:solidFill>
                  <a:srgbClr val="132E38"/>
                </a:solidFill>
                <a:latin typeface="Aptos"/>
                <a:ea typeface="Aptos"/>
                <a:cs typeface="Aptos"/>
              </a:defRPr>
            </a:lvl3pPr>
            <a:lvl4pPr algn="l">
              <a:buNone/>
              <a:defRPr sz="2175" b="1">
                <a:solidFill>
                  <a:srgbClr val="132E38"/>
                </a:solidFill>
                <a:latin typeface="Aptos"/>
                <a:ea typeface="Aptos"/>
                <a:cs typeface="Aptos"/>
              </a:defRPr>
            </a:lvl4pPr>
            <a:lvl5pPr algn="l">
              <a:buNone/>
              <a:defRPr sz="2175" b="1">
                <a:solidFill>
                  <a:srgbClr val="132E38"/>
                </a:solidFill>
                <a:latin typeface="Aptos"/>
                <a:ea typeface="Aptos"/>
                <a:cs typeface="Aptos"/>
              </a:defRPr>
            </a:lvl5pPr>
            <a:lvl6pPr algn="l">
              <a:buNone/>
              <a:defRPr sz="2175" b="1">
                <a:solidFill>
                  <a:srgbClr val="132E38"/>
                </a:solidFill>
                <a:latin typeface="Aptos"/>
                <a:ea typeface="Aptos"/>
                <a:cs typeface="Aptos"/>
              </a:defRPr>
            </a:lvl6pPr>
            <a:lvl7pPr algn="l">
              <a:buNone/>
              <a:defRPr sz="2175" b="1">
                <a:solidFill>
                  <a:srgbClr val="132E38"/>
                </a:solidFill>
                <a:latin typeface="Aptos"/>
                <a:ea typeface="Aptos"/>
                <a:cs typeface="Aptos"/>
              </a:defRPr>
            </a:lvl7pPr>
            <a:lvl8pPr algn="l">
              <a:buNone/>
              <a:defRPr sz="2175" b="1">
                <a:solidFill>
                  <a:srgbClr val="132E38"/>
                </a:solidFill>
                <a:latin typeface="Aptos"/>
                <a:ea typeface="Aptos"/>
                <a:cs typeface="Aptos"/>
              </a:defRPr>
            </a:lvl8pPr>
            <a:lvl9pPr algn="l">
              <a:buNone/>
              <a:defRPr sz="2175" b="1">
                <a:solidFill>
                  <a:srgbClr val="132E38"/>
                </a:solidFill>
                <a:latin typeface="Aptos"/>
                <a:ea typeface="Aptos"/>
                <a:cs typeface="Aptos"/>
              </a:defRPr>
            </a:lvl9pPr>
          </a:lstStyle>
          <a:p xmlns:a="http://schemas.openxmlformats.org/drawingml/2006/main">
            <a:pPr algn="l">
              <a:buNone/>
              <a:defRPr sz="2175" b="1">
                <a:solidFill>
                  <a:srgbClr val="132E38"/>
                </a:solidFill>
                <a:latin typeface="Aptos"/>
                <a:ea typeface="Aptos"/>
                <a:cs typeface="Aptos"/>
              </a:defRPr>
            </a:pPr>
            <a:r>
              <a:rPr sz="2175" b="1">
                <a:solidFill>
                  <a:srgbClr val="132E38"/>
                </a:solidFill>
                <a:latin typeface="Aptos"/>
                <a:ea typeface="Aptos"/>
                <a:cs typeface="Aptos"/>
              </a:rPr>
              <a:t>Grant inputs</a:t>
            </a:r>
          </a:p>
        </p:txBody>
      </p:sp>
      <p:sp>
        <p:nvSpPr>
          <p:cNvPr id="5" name="text-106">
            <a:extLst xmlns:a="http://schemas.openxmlformats.org/drawingml/2006/main">
              <a:ext uri="{FF2B5EF4-FFF2-40B4-BE49-F238E27FC236}">
                <a16:creationId xmlns:a16="http://schemas.microsoft.com/office/drawing/2014/main" id="{A056FFDC-33BE-4CD8-A9BF-11B1C291CF74}"/>
              </a:ext>
            </a:extLst>
          </p:cNvPr>
          <p:cNvSpPr>
            <a:spLocks xmlns:a="http://schemas.openxmlformats.org/drawingml/2006/main" noGrp="1"/>
          </p:cNvSpPr>
          <p:nvPr/>
        </p:nvSpPr>
        <p:spPr>
          <a:xfrm xmlns:a="http://schemas.openxmlformats.org/drawingml/2006/main">
            <a:off x="800100" y="2642045"/>
            <a:ext cx="2686050" cy="94449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4A6572"/>
                </a:solidFill>
                <a:latin typeface="Aptos"/>
                <a:ea typeface="Aptos"/>
                <a:cs typeface="Aptos"/>
              </a:defRPr>
            </a:defPPr>
            <a:lvl1pPr algn="l">
              <a:buNone/>
              <a:defRPr sz="1950" b="0">
                <a:solidFill>
                  <a:srgbClr val="4A6572"/>
                </a:solidFill>
                <a:latin typeface="Aptos"/>
                <a:ea typeface="Aptos"/>
                <a:cs typeface="Aptos"/>
              </a:defRPr>
            </a:lvl1pPr>
            <a:lvl2pPr algn="l">
              <a:buNone/>
              <a:defRPr sz="1950" b="0">
                <a:solidFill>
                  <a:srgbClr val="4A6572"/>
                </a:solidFill>
                <a:latin typeface="Aptos"/>
                <a:ea typeface="Aptos"/>
                <a:cs typeface="Aptos"/>
              </a:defRPr>
            </a:lvl2pPr>
            <a:lvl3pPr algn="l">
              <a:buNone/>
              <a:defRPr sz="1950" b="0">
                <a:solidFill>
                  <a:srgbClr val="4A6572"/>
                </a:solidFill>
                <a:latin typeface="Aptos"/>
                <a:ea typeface="Aptos"/>
                <a:cs typeface="Aptos"/>
              </a:defRPr>
            </a:lvl3pPr>
            <a:lvl4pPr algn="l">
              <a:buNone/>
              <a:defRPr sz="1950" b="0">
                <a:solidFill>
                  <a:srgbClr val="4A6572"/>
                </a:solidFill>
                <a:latin typeface="Aptos"/>
                <a:ea typeface="Aptos"/>
                <a:cs typeface="Aptos"/>
              </a:defRPr>
            </a:lvl4pPr>
            <a:lvl5pPr algn="l">
              <a:buNone/>
              <a:defRPr sz="1950" b="0">
                <a:solidFill>
                  <a:srgbClr val="4A6572"/>
                </a:solidFill>
                <a:latin typeface="Aptos"/>
                <a:ea typeface="Aptos"/>
                <a:cs typeface="Aptos"/>
              </a:defRPr>
            </a:lvl5pPr>
            <a:lvl6pPr algn="l">
              <a:buNone/>
              <a:defRPr sz="1950" b="0">
                <a:solidFill>
                  <a:srgbClr val="4A6572"/>
                </a:solidFill>
                <a:latin typeface="Aptos"/>
                <a:ea typeface="Aptos"/>
                <a:cs typeface="Aptos"/>
              </a:defRPr>
            </a:lvl6pPr>
            <a:lvl7pPr algn="l">
              <a:buNone/>
              <a:defRPr sz="1950" b="0">
                <a:solidFill>
                  <a:srgbClr val="4A6572"/>
                </a:solidFill>
                <a:latin typeface="Aptos"/>
                <a:ea typeface="Aptos"/>
                <a:cs typeface="Aptos"/>
              </a:defRPr>
            </a:lvl7pPr>
            <a:lvl8pPr algn="l">
              <a:buNone/>
              <a:defRPr sz="1950" b="0">
                <a:solidFill>
                  <a:srgbClr val="4A6572"/>
                </a:solidFill>
                <a:latin typeface="Aptos"/>
                <a:ea typeface="Aptos"/>
                <a:cs typeface="Aptos"/>
              </a:defRPr>
            </a:lvl8pPr>
            <a:lvl9pPr algn="l">
              <a:buNone/>
              <a:defRPr sz="1950" b="0">
                <a:solidFill>
                  <a:srgbClr val="4A6572"/>
                </a:solidFill>
                <a:latin typeface="Aptos"/>
                <a:ea typeface="Aptos"/>
                <a:cs typeface="Aptos"/>
              </a:defRPr>
            </a:lvl9pPr>
          </a:lstStyle>
          <a:p xmlns:a="http://schemas.openxmlformats.org/drawingml/2006/main">
            <a:pPr algn="l">
              <a:buNone/>
              <a:defRPr sz="1950" b="0">
                <a:solidFill>
                  <a:srgbClr val="4A6572"/>
                </a:solidFill>
                <a:latin typeface="Aptos"/>
                <a:ea typeface="Aptos"/>
                <a:cs typeface="Aptos"/>
              </a:defRPr>
            </a:pPr>
            <a:r>
              <a:rPr sz="1950" b="0">
                <a:solidFill>
                  <a:srgbClr val="4A6572"/>
                </a:solidFill>
                <a:latin typeface="Aptos"/>
                <a:ea typeface="Aptos"/>
                <a:cs typeface="Aptos"/>
              </a:rPr>
              <a:t>Public grant sources</a:t>
            </a:r>
          </a:p>
          <a:p xmlns:a="http://schemas.openxmlformats.org/drawingml/2006/main">
            <a:pPr algn="l">
              <a:buNone/>
              <a:defRPr sz="1950" b="0">
                <a:solidFill>
                  <a:srgbClr val="4A6572"/>
                </a:solidFill>
                <a:latin typeface="Aptos"/>
                <a:ea typeface="Aptos"/>
                <a:cs typeface="Aptos"/>
              </a:defRPr>
            </a:pPr>
            <a:r>
              <a:rPr sz="1950" b="0">
                <a:solidFill>
                  <a:srgbClr val="4A6572"/>
                </a:solidFill>
                <a:latin typeface="Aptos"/>
                <a:ea typeface="Aptos"/>
                <a:cs typeface="Aptos"/>
              </a:rPr>
              <a:t>DAO projects and</a:t>
            </a:r>
          </a:p>
          <a:p xmlns:a="http://schemas.openxmlformats.org/drawingml/2006/main">
            <a:pPr algn="l">
              <a:buNone/>
              <a:defRPr sz="1950" b="0">
                <a:solidFill>
                  <a:srgbClr val="4A6572"/>
                </a:solidFill>
                <a:latin typeface="Aptos"/>
                <a:ea typeface="Aptos"/>
                <a:cs typeface="Aptos"/>
              </a:defRPr>
            </a:pPr>
            <a:r>
              <a:rPr sz="1950" b="0">
                <a:solidFill>
                  <a:srgbClr val="4A6572"/>
                </a:solidFill>
                <a:latin typeface="Aptos"/>
                <a:ea typeface="Aptos"/>
                <a:cs typeface="Aptos"/>
              </a:rPr>
              <a:t>finances</a:t>
            </a:r>
          </a:p>
        </p:txBody>
      </p:sp>
      <p:sp>
        <p:nvSpPr>
          <p:cNvPr id="6" name="node-107">
            <a:extLst xmlns:a="http://schemas.openxmlformats.org/drawingml/2006/main">
              <a:ext uri="{FF2B5EF4-FFF2-40B4-BE49-F238E27FC236}">
                <a16:creationId xmlns:a16="http://schemas.microsoft.com/office/drawing/2014/main" id="{B8893988-81E1-4360-8A1A-45D5EF38DD33}"/>
              </a:ext>
            </a:extLst>
          </p:cNvPr>
          <p:cNvSpPr>
            <a:spLocks xmlns:a="http://schemas.openxmlformats.org/drawingml/2006/main" noGrp="1"/>
          </p:cNvSpPr>
          <p:nvPr/>
        </p:nvSpPr>
        <p:spPr>
          <a:xfrm xmlns:a="http://schemas.openxmlformats.org/drawingml/2006/main">
            <a:off x="4857750" y="2095500"/>
            <a:ext cx="4038600" cy="1714500"/>
          </a:xfrm>
          <a:prstGeom xmlns:a="http://schemas.openxmlformats.org/drawingml/2006/main" prst="rect">
            <a:avLst/>
          </a:prstGeom>
          <a:solidFill xmlns:a="http://schemas.openxmlformats.org/drawingml/2006/main">
            <a:srgbClr val="FFFFFF"/>
          </a:solidFill>
          <a:ln xmlns:a="http://schemas.openxmlformats.org/drawingml/2006/main" w="17145">
            <a:solidFill>
              <a:srgbClr val="B8CACC"/>
            </a:solidFill>
            <a:prstDash val="solid"/>
          </a:ln>
        </p:spPr>
      </p:sp>
      <p:sp>
        <p:nvSpPr>
          <p:cNvPr id="7" name="text-108">
            <a:extLst xmlns:a="http://schemas.openxmlformats.org/drawingml/2006/main">
              <a:ext uri="{FF2B5EF4-FFF2-40B4-BE49-F238E27FC236}">
                <a16:creationId xmlns:a16="http://schemas.microsoft.com/office/drawing/2014/main" id="{5DB87517-8795-4E0D-ABEA-DD1739E98B76}"/>
              </a:ext>
            </a:extLst>
          </p:cNvPr>
          <p:cNvSpPr>
            <a:spLocks xmlns:a="http://schemas.openxmlformats.org/drawingml/2006/main" noGrp="1"/>
          </p:cNvSpPr>
          <p:nvPr/>
        </p:nvSpPr>
        <p:spPr>
          <a:xfrm xmlns:a="http://schemas.openxmlformats.org/drawingml/2006/main">
            <a:off x="5048250" y="2257425"/>
            <a:ext cx="3657600" cy="3983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32E38"/>
                </a:solidFill>
                <a:latin typeface="Aptos"/>
                <a:ea typeface="Aptos"/>
                <a:cs typeface="Aptos"/>
              </a:defRPr>
            </a:defPPr>
            <a:lvl1pPr algn="l">
              <a:buNone/>
              <a:defRPr sz="2325" b="1">
                <a:solidFill>
                  <a:srgbClr val="132E38"/>
                </a:solidFill>
                <a:latin typeface="Aptos"/>
                <a:ea typeface="Aptos"/>
                <a:cs typeface="Aptos"/>
              </a:defRPr>
            </a:lvl1pPr>
            <a:lvl2pPr algn="l">
              <a:buNone/>
              <a:defRPr sz="2325" b="1">
                <a:solidFill>
                  <a:srgbClr val="132E38"/>
                </a:solidFill>
                <a:latin typeface="Aptos"/>
                <a:ea typeface="Aptos"/>
                <a:cs typeface="Aptos"/>
              </a:defRPr>
            </a:lvl2pPr>
            <a:lvl3pPr algn="l">
              <a:buNone/>
              <a:defRPr sz="2325" b="1">
                <a:solidFill>
                  <a:srgbClr val="132E38"/>
                </a:solidFill>
                <a:latin typeface="Aptos"/>
                <a:ea typeface="Aptos"/>
                <a:cs typeface="Aptos"/>
              </a:defRPr>
            </a:lvl3pPr>
            <a:lvl4pPr algn="l">
              <a:buNone/>
              <a:defRPr sz="2325" b="1">
                <a:solidFill>
                  <a:srgbClr val="132E38"/>
                </a:solidFill>
                <a:latin typeface="Aptos"/>
                <a:ea typeface="Aptos"/>
                <a:cs typeface="Aptos"/>
              </a:defRPr>
            </a:lvl4pPr>
            <a:lvl5pPr algn="l">
              <a:buNone/>
              <a:defRPr sz="2325" b="1">
                <a:solidFill>
                  <a:srgbClr val="132E38"/>
                </a:solidFill>
                <a:latin typeface="Aptos"/>
                <a:ea typeface="Aptos"/>
                <a:cs typeface="Aptos"/>
              </a:defRPr>
            </a:lvl5pPr>
            <a:lvl6pPr algn="l">
              <a:buNone/>
              <a:defRPr sz="2325" b="1">
                <a:solidFill>
                  <a:srgbClr val="132E38"/>
                </a:solidFill>
                <a:latin typeface="Aptos"/>
                <a:ea typeface="Aptos"/>
                <a:cs typeface="Aptos"/>
              </a:defRPr>
            </a:lvl6pPr>
            <a:lvl7pPr algn="l">
              <a:buNone/>
              <a:defRPr sz="2325" b="1">
                <a:solidFill>
                  <a:srgbClr val="132E38"/>
                </a:solidFill>
                <a:latin typeface="Aptos"/>
                <a:ea typeface="Aptos"/>
                <a:cs typeface="Aptos"/>
              </a:defRPr>
            </a:lvl7pPr>
            <a:lvl8pPr algn="l">
              <a:buNone/>
              <a:defRPr sz="2325" b="1">
                <a:solidFill>
                  <a:srgbClr val="132E38"/>
                </a:solidFill>
                <a:latin typeface="Aptos"/>
                <a:ea typeface="Aptos"/>
                <a:cs typeface="Aptos"/>
              </a:defRPr>
            </a:lvl8pPr>
            <a:lvl9pPr algn="l">
              <a:buNone/>
              <a:defRPr sz="2325" b="1">
                <a:solidFill>
                  <a:srgbClr val="132E38"/>
                </a:solidFill>
                <a:latin typeface="Aptos"/>
                <a:ea typeface="Aptos"/>
                <a:cs typeface="Aptos"/>
              </a:defRPr>
            </a:lvl9pPr>
          </a:lstStyle>
          <a:p xmlns:a="http://schemas.openxmlformats.org/drawingml/2006/main">
            <a:pPr algn="l">
              <a:buNone/>
              <a:defRPr sz="2325" b="1">
                <a:solidFill>
                  <a:srgbClr val="132E38"/>
                </a:solidFill>
                <a:latin typeface="Aptos"/>
                <a:ea typeface="Aptos"/>
                <a:cs typeface="Aptos"/>
              </a:defRPr>
            </a:pPr>
            <a:r>
              <a:rPr sz="2325" b="1">
                <a:solidFill>
                  <a:srgbClr val="132E38"/>
                </a:solidFill>
                <a:latin typeface="Aptos"/>
                <a:ea typeface="Aptos"/>
                <a:cs typeface="Aptos"/>
              </a:rPr>
              <a:t>Research and draft</a:t>
            </a:r>
          </a:p>
        </p:txBody>
      </p:sp>
      <p:sp>
        <p:nvSpPr>
          <p:cNvPr id="8" name="text-109">
            <a:extLst xmlns:a="http://schemas.openxmlformats.org/drawingml/2006/main">
              <a:ext uri="{FF2B5EF4-FFF2-40B4-BE49-F238E27FC236}">
                <a16:creationId xmlns:a16="http://schemas.microsoft.com/office/drawing/2014/main" id="{479E62EC-C2D9-4823-A667-D6071BDDDA1B}"/>
              </a:ext>
            </a:extLst>
          </p:cNvPr>
          <p:cNvSpPr>
            <a:spLocks xmlns:a="http://schemas.openxmlformats.org/drawingml/2006/main" noGrp="1"/>
          </p:cNvSpPr>
          <p:nvPr/>
        </p:nvSpPr>
        <p:spPr>
          <a:xfrm xmlns:a="http://schemas.openxmlformats.org/drawingml/2006/main">
            <a:off x="5048250" y="2665286"/>
            <a:ext cx="3657600" cy="9096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4A6572"/>
                </a:solidFill>
                <a:latin typeface="Aptos"/>
                <a:ea typeface="Aptos"/>
                <a:cs typeface="Aptos"/>
              </a:defRPr>
            </a:defPPr>
            <a:lvl1pPr algn="l">
              <a:buNone/>
              <a:defRPr sz="1875" b="0">
                <a:solidFill>
                  <a:srgbClr val="4A6572"/>
                </a:solidFill>
                <a:latin typeface="Aptos"/>
                <a:ea typeface="Aptos"/>
                <a:cs typeface="Aptos"/>
              </a:defRPr>
            </a:lvl1pPr>
            <a:lvl2pPr algn="l">
              <a:buNone/>
              <a:defRPr sz="1875" b="0">
                <a:solidFill>
                  <a:srgbClr val="4A6572"/>
                </a:solidFill>
                <a:latin typeface="Aptos"/>
                <a:ea typeface="Aptos"/>
                <a:cs typeface="Aptos"/>
              </a:defRPr>
            </a:lvl2pPr>
            <a:lvl3pPr algn="l">
              <a:buNone/>
              <a:defRPr sz="1875" b="0">
                <a:solidFill>
                  <a:srgbClr val="4A6572"/>
                </a:solidFill>
                <a:latin typeface="Aptos"/>
                <a:ea typeface="Aptos"/>
                <a:cs typeface="Aptos"/>
              </a:defRPr>
            </a:lvl3pPr>
            <a:lvl4pPr algn="l">
              <a:buNone/>
              <a:defRPr sz="1875" b="0">
                <a:solidFill>
                  <a:srgbClr val="4A6572"/>
                </a:solidFill>
                <a:latin typeface="Aptos"/>
                <a:ea typeface="Aptos"/>
                <a:cs typeface="Aptos"/>
              </a:defRPr>
            </a:lvl4pPr>
            <a:lvl5pPr algn="l">
              <a:buNone/>
              <a:defRPr sz="1875" b="0">
                <a:solidFill>
                  <a:srgbClr val="4A6572"/>
                </a:solidFill>
                <a:latin typeface="Aptos"/>
                <a:ea typeface="Aptos"/>
                <a:cs typeface="Aptos"/>
              </a:defRPr>
            </a:lvl5pPr>
            <a:lvl6pPr algn="l">
              <a:buNone/>
              <a:defRPr sz="1875" b="0">
                <a:solidFill>
                  <a:srgbClr val="4A6572"/>
                </a:solidFill>
                <a:latin typeface="Aptos"/>
                <a:ea typeface="Aptos"/>
                <a:cs typeface="Aptos"/>
              </a:defRPr>
            </a:lvl6pPr>
            <a:lvl7pPr algn="l">
              <a:buNone/>
              <a:defRPr sz="1875" b="0">
                <a:solidFill>
                  <a:srgbClr val="4A6572"/>
                </a:solidFill>
                <a:latin typeface="Aptos"/>
                <a:ea typeface="Aptos"/>
                <a:cs typeface="Aptos"/>
              </a:defRPr>
            </a:lvl7pPr>
            <a:lvl8pPr algn="l">
              <a:buNone/>
              <a:defRPr sz="1875" b="0">
                <a:solidFill>
                  <a:srgbClr val="4A6572"/>
                </a:solidFill>
                <a:latin typeface="Aptos"/>
                <a:ea typeface="Aptos"/>
                <a:cs typeface="Aptos"/>
              </a:defRPr>
            </a:lvl8pPr>
            <a:lvl9pPr algn="l">
              <a:buNone/>
              <a:defRPr sz="1875" b="0">
                <a:solidFill>
                  <a:srgbClr val="4A6572"/>
                </a:solidFill>
                <a:latin typeface="Aptos"/>
                <a:ea typeface="Aptos"/>
                <a:cs typeface="Aptos"/>
              </a:defRPr>
            </a:lvl9pPr>
          </a:lstStyle>
          <a:p xmlns:a="http://schemas.openxmlformats.org/drawingml/2006/main">
            <a:pPr algn="l">
              <a:buNone/>
              <a:defRPr sz="1875" b="0">
                <a:solidFill>
                  <a:srgbClr val="4A6572"/>
                </a:solidFill>
                <a:latin typeface="Aptos"/>
                <a:ea typeface="Aptos"/>
                <a:cs typeface="Aptos"/>
              </a:defRPr>
            </a:pPr>
            <a:r>
              <a:rPr sz="1875" b="0">
                <a:solidFill>
                  <a:srgbClr val="4A6572"/>
                </a:solidFill>
                <a:latin typeface="Aptos"/>
                <a:ea typeface="Aptos"/>
                <a:cs typeface="Aptos"/>
              </a:rPr>
              <a:t>Query saved SQL evidence</a:t>
            </a:r>
          </a:p>
          <a:p xmlns:a="http://schemas.openxmlformats.org/drawingml/2006/main">
            <a:pPr algn="l">
              <a:buNone/>
              <a:defRPr sz="1875" b="0">
                <a:solidFill>
                  <a:srgbClr val="4A6572"/>
                </a:solidFill>
                <a:latin typeface="Aptos"/>
                <a:ea typeface="Aptos"/>
                <a:cs typeface="Aptos"/>
              </a:defRPr>
            </a:pPr>
            <a:r>
              <a:rPr sz="1875" b="0">
                <a:solidFill>
                  <a:srgbClr val="4A6572"/>
                </a:solidFill>
                <a:latin typeface="Aptos"/>
                <a:ea typeface="Aptos"/>
                <a:cs typeface="Aptos"/>
              </a:rPr>
              <a:t>Research gaps and save useful</a:t>
            </a:r>
          </a:p>
          <a:p xmlns:a="http://schemas.openxmlformats.org/drawingml/2006/main">
            <a:pPr algn="l">
              <a:buNone/>
              <a:defRPr sz="1875" b="0">
                <a:solidFill>
                  <a:srgbClr val="4A6572"/>
                </a:solidFill>
                <a:latin typeface="Aptos"/>
                <a:ea typeface="Aptos"/>
                <a:cs typeface="Aptos"/>
              </a:defRPr>
            </a:pPr>
            <a:r>
              <a:rPr sz="1875" b="0">
                <a:solidFill>
                  <a:srgbClr val="4A6572"/>
                </a:solidFill>
                <a:latin typeface="Aptos"/>
                <a:ea typeface="Aptos"/>
                <a:cs typeface="Aptos"/>
              </a:rPr>
              <a:t>findings for the next run</a:t>
            </a:r>
          </a:p>
        </p:txBody>
      </p:sp>
      <p:sp>
        <p:nvSpPr>
          <p:cNvPr id="9" name="node-110">
            <a:extLst xmlns:a="http://schemas.openxmlformats.org/drawingml/2006/main">
              <a:ext uri="{FF2B5EF4-FFF2-40B4-BE49-F238E27FC236}">
                <a16:creationId xmlns:a16="http://schemas.microsoft.com/office/drawing/2014/main" id="{1E646A86-DDF0-4B46-8696-399E3D821A93}"/>
              </a:ext>
            </a:extLst>
          </p:cNvPr>
          <p:cNvSpPr>
            <a:spLocks xmlns:a="http://schemas.openxmlformats.org/drawingml/2006/main" noGrp="1"/>
          </p:cNvSpPr>
          <p:nvPr/>
        </p:nvSpPr>
        <p:spPr>
          <a:xfrm xmlns:a="http://schemas.openxmlformats.org/drawingml/2006/main">
            <a:off x="10287000" y="2095500"/>
            <a:ext cx="4343400" cy="1714500"/>
          </a:xfrm>
          <a:prstGeom xmlns:a="http://schemas.openxmlformats.org/drawingml/2006/main" prst="rect">
            <a:avLst/>
          </a:prstGeom>
          <a:solidFill xmlns:a="http://schemas.openxmlformats.org/drawingml/2006/main">
            <a:srgbClr val="FFFFFF"/>
          </a:solidFill>
          <a:ln xmlns:a="http://schemas.openxmlformats.org/drawingml/2006/main" w="17145">
            <a:solidFill>
              <a:srgbClr val="B8CACC"/>
            </a:solidFill>
            <a:prstDash val="solid"/>
          </a:ln>
        </p:spPr>
      </p:sp>
      <p:sp>
        <p:nvSpPr>
          <p:cNvPr id="10" name="text-111">
            <a:extLst xmlns:a="http://schemas.openxmlformats.org/drawingml/2006/main">
              <a:ext uri="{FF2B5EF4-FFF2-40B4-BE49-F238E27FC236}">
                <a16:creationId xmlns:a16="http://schemas.microsoft.com/office/drawing/2014/main" id="{61AB3BE5-BE9F-4E89-B3A1-7AFF2C4FA2B4}"/>
              </a:ext>
            </a:extLst>
          </p:cNvPr>
          <p:cNvSpPr>
            <a:spLocks xmlns:a="http://schemas.openxmlformats.org/drawingml/2006/main" noGrp="1"/>
          </p:cNvSpPr>
          <p:nvPr/>
        </p:nvSpPr>
        <p:spPr>
          <a:xfrm xmlns:a="http://schemas.openxmlformats.org/drawingml/2006/main">
            <a:off x="10477500" y="2257425"/>
            <a:ext cx="3962400" cy="37509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1">
                <a:solidFill>
                  <a:srgbClr val="132E38"/>
                </a:solidFill>
                <a:latin typeface="Aptos"/>
                <a:ea typeface="Aptos"/>
                <a:cs typeface="Aptos"/>
              </a:defRPr>
            </a:defPPr>
            <a:lvl1pPr algn="l">
              <a:buNone/>
              <a:defRPr sz="2175" b="1">
                <a:solidFill>
                  <a:srgbClr val="132E38"/>
                </a:solidFill>
                <a:latin typeface="Aptos"/>
                <a:ea typeface="Aptos"/>
                <a:cs typeface="Aptos"/>
              </a:defRPr>
            </a:lvl1pPr>
            <a:lvl2pPr algn="l">
              <a:buNone/>
              <a:defRPr sz="2175" b="1">
                <a:solidFill>
                  <a:srgbClr val="132E38"/>
                </a:solidFill>
                <a:latin typeface="Aptos"/>
                <a:ea typeface="Aptos"/>
                <a:cs typeface="Aptos"/>
              </a:defRPr>
            </a:lvl2pPr>
            <a:lvl3pPr algn="l">
              <a:buNone/>
              <a:defRPr sz="2175" b="1">
                <a:solidFill>
                  <a:srgbClr val="132E38"/>
                </a:solidFill>
                <a:latin typeface="Aptos"/>
                <a:ea typeface="Aptos"/>
                <a:cs typeface="Aptos"/>
              </a:defRPr>
            </a:lvl3pPr>
            <a:lvl4pPr algn="l">
              <a:buNone/>
              <a:defRPr sz="2175" b="1">
                <a:solidFill>
                  <a:srgbClr val="132E38"/>
                </a:solidFill>
                <a:latin typeface="Aptos"/>
                <a:ea typeface="Aptos"/>
                <a:cs typeface="Aptos"/>
              </a:defRPr>
            </a:lvl4pPr>
            <a:lvl5pPr algn="l">
              <a:buNone/>
              <a:defRPr sz="2175" b="1">
                <a:solidFill>
                  <a:srgbClr val="132E38"/>
                </a:solidFill>
                <a:latin typeface="Aptos"/>
                <a:ea typeface="Aptos"/>
                <a:cs typeface="Aptos"/>
              </a:defRPr>
            </a:lvl5pPr>
            <a:lvl6pPr algn="l">
              <a:buNone/>
              <a:defRPr sz="2175" b="1">
                <a:solidFill>
                  <a:srgbClr val="132E38"/>
                </a:solidFill>
                <a:latin typeface="Aptos"/>
                <a:ea typeface="Aptos"/>
                <a:cs typeface="Aptos"/>
              </a:defRPr>
            </a:lvl6pPr>
            <a:lvl7pPr algn="l">
              <a:buNone/>
              <a:defRPr sz="2175" b="1">
                <a:solidFill>
                  <a:srgbClr val="132E38"/>
                </a:solidFill>
                <a:latin typeface="Aptos"/>
                <a:ea typeface="Aptos"/>
                <a:cs typeface="Aptos"/>
              </a:defRPr>
            </a:lvl7pPr>
            <a:lvl8pPr algn="l">
              <a:buNone/>
              <a:defRPr sz="2175" b="1">
                <a:solidFill>
                  <a:srgbClr val="132E38"/>
                </a:solidFill>
                <a:latin typeface="Aptos"/>
                <a:ea typeface="Aptos"/>
                <a:cs typeface="Aptos"/>
              </a:defRPr>
            </a:lvl8pPr>
            <a:lvl9pPr algn="l">
              <a:buNone/>
              <a:defRPr sz="2175" b="1">
                <a:solidFill>
                  <a:srgbClr val="132E38"/>
                </a:solidFill>
                <a:latin typeface="Aptos"/>
                <a:ea typeface="Aptos"/>
                <a:cs typeface="Aptos"/>
              </a:defRPr>
            </a:lvl9pPr>
          </a:lstStyle>
          <a:p xmlns:a="http://schemas.openxmlformats.org/drawingml/2006/main">
            <a:pPr algn="l">
              <a:buNone/>
              <a:defRPr sz="2175" b="1">
                <a:solidFill>
                  <a:srgbClr val="132E38"/>
                </a:solidFill>
                <a:latin typeface="Aptos"/>
                <a:ea typeface="Aptos"/>
                <a:cs typeface="Aptos"/>
              </a:defRPr>
            </a:pPr>
            <a:r>
              <a:rPr sz="2175" b="1">
                <a:solidFill>
                  <a:srgbClr val="132E38"/>
                </a:solidFill>
                <a:latin typeface="Aptos"/>
                <a:ea typeface="Aptos"/>
                <a:cs typeface="Aptos"/>
              </a:rPr>
              <a:t>Independent agent review</a:t>
            </a:r>
          </a:p>
        </p:txBody>
      </p:sp>
      <p:sp>
        <p:nvSpPr>
          <p:cNvPr id="11" name="text-112">
            <a:extLst xmlns:a="http://schemas.openxmlformats.org/drawingml/2006/main">
              <a:ext uri="{FF2B5EF4-FFF2-40B4-BE49-F238E27FC236}">
                <a16:creationId xmlns:a16="http://schemas.microsoft.com/office/drawing/2014/main" id="{1B9100BC-6361-4C72-A713-B01F7E7C2065}"/>
              </a:ext>
            </a:extLst>
          </p:cNvPr>
          <p:cNvSpPr>
            <a:spLocks xmlns:a="http://schemas.openxmlformats.org/drawingml/2006/main" noGrp="1"/>
          </p:cNvSpPr>
          <p:nvPr/>
        </p:nvSpPr>
        <p:spPr>
          <a:xfrm xmlns:a="http://schemas.openxmlformats.org/drawingml/2006/main">
            <a:off x="10477500" y="2642045"/>
            <a:ext cx="3962400" cy="34023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4A6572"/>
                </a:solidFill>
                <a:latin typeface="Aptos"/>
                <a:ea typeface="Aptos"/>
                <a:cs typeface="Aptos"/>
              </a:defRPr>
            </a:defPPr>
            <a:lvl1pPr algn="l">
              <a:buNone/>
              <a:defRPr sz="1950" b="0">
                <a:solidFill>
                  <a:srgbClr val="4A6572"/>
                </a:solidFill>
                <a:latin typeface="Aptos"/>
                <a:ea typeface="Aptos"/>
                <a:cs typeface="Aptos"/>
              </a:defRPr>
            </a:lvl1pPr>
            <a:lvl2pPr algn="l">
              <a:buNone/>
              <a:defRPr sz="1950" b="0">
                <a:solidFill>
                  <a:srgbClr val="4A6572"/>
                </a:solidFill>
                <a:latin typeface="Aptos"/>
                <a:ea typeface="Aptos"/>
                <a:cs typeface="Aptos"/>
              </a:defRPr>
            </a:lvl2pPr>
            <a:lvl3pPr algn="l">
              <a:buNone/>
              <a:defRPr sz="1950" b="0">
                <a:solidFill>
                  <a:srgbClr val="4A6572"/>
                </a:solidFill>
                <a:latin typeface="Aptos"/>
                <a:ea typeface="Aptos"/>
                <a:cs typeface="Aptos"/>
              </a:defRPr>
            </a:lvl3pPr>
            <a:lvl4pPr algn="l">
              <a:buNone/>
              <a:defRPr sz="1950" b="0">
                <a:solidFill>
                  <a:srgbClr val="4A6572"/>
                </a:solidFill>
                <a:latin typeface="Aptos"/>
                <a:ea typeface="Aptos"/>
                <a:cs typeface="Aptos"/>
              </a:defRPr>
            </a:lvl4pPr>
            <a:lvl5pPr algn="l">
              <a:buNone/>
              <a:defRPr sz="1950" b="0">
                <a:solidFill>
                  <a:srgbClr val="4A6572"/>
                </a:solidFill>
                <a:latin typeface="Aptos"/>
                <a:ea typeface="Aptos"/>
                <a:cs typeface="Aptos"/>
              </a:defRPr>
            </a:lvl5pPr>
            <a:lvl6pPr algn="l">
              <a:buNone/>
              <a:defRPr sz="1950" b="0">
                <a:solidFill>
                  <a:srgbClr val="4A6572"/>
                </a:solidFill>
                <a:latin typeface="Aptos"/>
                <a:ea typeface="Aptos"/>
                <a:cs typeface="Aptos"/>
              </a:defRPr>
            </a:lvl6pPr>
            <a:lvl7pPr algn="l">
              <a:buNone/>
              <a:defRPr sz="1950" b="0">
                <a:solidFill>
                  <a:srgbClr val="4A6572"/>
                </a:solidFill>
                <a:latin typeface="Aptos"/>
                <a:ea typeface="Aptos"/>
                <a:cs typeface="Aptos"/>
              </a:defRPr>
            </a:lvl7pPr>
            <a:lvl8pPr algn="l">
              <a:buNone/>
              <a:defRPr sz="1950" b="0">
                <a:solidFill>
                  <a:srgbClr val="4A6572"/>
                </a:solidFill>
                <a:latin typeface="Aptos"/>
                <a:ea typeface="Aptos"/>
                <a:cs typeface="Aptos"/>
              </a:defRPr>
            </a:lvl8pPr>
            <a:lvl9pPr algn="l">
              <a:buNone/>
              <a:defRPr sz="1950" b="0">
                <a:solidFill>
                  <a:srgbClr val="4A6572"/>
                </a:solidFill>
                <a:latin typeface="Aptos"/>
                <a:ea typeface="Aptos"/>
                <a:cs typeface="Aptos"/>
              </a:defRPr>
            </a:lvl9pPr>
          </a:lstStyle>
          <a:p xmlns:a="http://schemas.openxmlformats.org/drawingml/2006/main">
            <a:pPr algn="l">
              <a:buNone/>
              <a:defRPr sz="1950" b="0">
                <a:solidFill>
                  <a:srgbClr val="4A6572"/>
                </a:solidFill>
                <a:latin typeface="Aptos"/>
                <a:ea typeface="Aptos"/>
                <a:cs typeface="Aptos"/>
              </a:defRPr>
            </a:pPr>
            <a:r>
              <a:rPr sz="1950" b="0">
                <a:solidFill>
                  <a:srgbClr val="4A6572"/>
                </a:solidFill>
                <a:latin typeface="Aptos"/>
                <a:ea typeface="Aptos"/>
                <a:cs typeface="Aptos"/>
              </a:rPr>
              <a:t>Claims, route and remaining gaps</a:t>
            </a:r>
          </a:p>
        </p:txBody>
      </p:sp>
      <p:cxnSp>
        <p:nvCxnSpPr>
          <p:cNvPr id="14" name="flow-113">
            <a:extLst xmlns:a="http://schemas.openxmlformats.org/drawingml/2006/main">
              <a:ext uri="{FF2B5EF4-FFF2-40B4-BE49-F238E27FC236}">
                <a16:creationId xmlns:a16="http://schemas.microsoft.com/office/drawing/2014/main" id="{C048B40E-6EDD-4660-B925-C3B35DDF64C2}"/>
              </a:ext>
            </a:extLst>
          </p:cNvPr>
          <p:cNvCxnSpPr/>
          <p:nvPr/>
        </p:nvCxnSpPr>
        <p:spPr>
          <a:xfrm xmlns:a="http://schemas.openxmlformats.org/drawingml/2006/main" flipH="1" flipV="0">
            <a:off x="9620250" y="3333750"/>
            <a:ext cx="666750" cy="0"/>
          </a:xfrm>
          <a:prstGeom xmlns:a="http://schemas.openxmlformats.org/drawingml/2006/main" prst="straightConnector1">
            <a:avLst/>
          </a:prstGeom>
          <a:ln xmlns:a="http://schemas.openxmlformats.org/drawingml/2006/main" w="23813">
            <a:solidFill>
              <a:srgbClr val="157D80"/>
            </a:solidFill>
            <a:prstDash val="solid"/>
          </a:ln>
        </p:spPr>
      </p:cxnSp>
      <p:cxnSp>
        <p:nvCxnSpPr>
          <p:cNvPr id="15" name="flow-114">
            <a:extLst xmlns:a="http://schemas.openxmlformats.org/drawingml/2006/main">
              <a:ext uri="{FF2B5EF4-FFF2-40B4-BE49-F238E27FC236}">
                <a16:creationId xmlns:a16="http://schemas.microsoft.com/office/drawing/2014/main" id="{765D620A-B598-452B-809F-CDA209699E14}"/>
              </a:ext>
            </a:extLst>
          </p:cNvPr>
          <p:cNvCxnSpPr/>
          <p:nvPr/>
        </p:nvCxnSpPr>
        <p:spPr>
          <a:xfrm xmlns:a="http://schemas.openxmlformats.org/drawingml/2006/main" flipH="0" flipV="0">
            <a:off x="9620250" y="3333750"/>
            <a:ext cx="0" cy="1104900"/>
          </a:xfrm>
          <a:prstGeom xmlns:a="http://schemas.openxmlformats.org/drawingml/2006/main" prst="straightConnector1">
            <a:avLst/>
          </a:prstGeom>
          <a:ln xmlns:a="http://schemas.openxmlformats.org/drawingml/2006/main" w="23813">
            <a:solidFill>
              <a:srgbClr val="157D80"/>
            </a:solidFill>
            <a:prstDash val="solid"/>
          </a:ln>
        </p:spPr>
      </p:cxnSp>
      <p:cxnSp>
        <p:nvCxnSpPr>
          <p:cNvPr id="16" name="flow-115">
            <a:extLst xmlns:a="http://schemas.openxmlformats.org/drawingml/2006/main">
              <a:ext uri="{FF2B5EF4-FFF2-40B4-BE49-F238E27FC236}">
                <a16:creationId xmlns:a16="http://schemas.microsoft.com/office/drawing/2014/main" id="{FF8B3767-335E-4386-A6D0-7FD4272FD674}"/>
              </a:ext>
            </a:extLst>
          </p:cNvPr>
          <p:cNvCxnSpPr/>
          <p:nvPr/>
        </p:nvCxnSpPr>
        <p:spPr>
          <a:xfrm xmlns:a="http://schemas.openxmlformats.org/drawingml/2006/main" flipH="1" flipV="0">
            <a:off x="6877050" y="4438650"/>
            <a:ext cx="2743200" cy="0"/>
          </a:xfrm>
          <a:prstGeom xmlns:a="http://schemas.openxmlformats.org/drawingml/2006/main" prst="straightConnector1">
            <a:avLst/>
          </a:prstGeom>
          <a:ln xmlns:a="http://schemas.openxmlformats.org/drawingml/2006/main" w="23813">
            <a:solidFill>
              <a:srgbClr val="157D80"/>
            </a:solidFill>
            <a:prstDash val="solid"/>
          </a:ln>
        </p:spPr>
      </p:cxnSp>
      <p:cxnSp>
        <p:nvCxnSpPr>
          <p:cNvPr id="17" name="flow-116">
            <a:extLst xmlns:a="http://schemas.openxmlformats.org/drawingml/2006/main">
              <a:ext uri="{FF2B5EF4-FFF2-40B4-BE49-F238E27FC236}">
                <a16:creationId xmlns:a16="http://schemas.microsoft.com/office/drawing/2014/main" id="{2564613A-8A2C-4DF3-BA8A-ABBECAFAA266}"/>
              </a:ext>
            </a:extLst>
          </p:cNvPr>
          <p:cNvCxnSpPr/>
          <p:nvPr/>
        </p:nvCxnSpPr>
        <p:spPr>
          <a:xfrm xmlns:a="http://schemas.openxmlformats.org/drawingml/2006/main" flipH="0" flipV="1">
            <a:off x="6877050" y="3810000"/>
            <a:ext cx="0" cy="628650"/>
          </a:xfrm>
          <a:prstGeom xmlns:a="http://schemas.openxmlformats.org/drawingml/2006/main" prst="straightConnector1">
            <a:avLst/>
          </a:prstGeom>
          <a:ln xmlns:a="http://schemas.openxmlformats.org/drawingml/2006/main" w="23813">
            <a:solidFill>
              <a:srgbClr val="157D80"/>
            </a:solidFill>
            <a:prstDash val="solid"/>
            <a:tailEnd type="triangle" w="med" len="med"/>
          </a:ln>
        </p:spPr>
      </p:cxnSp>
      <p:sp>
        <p:nvSpPr>
          <p:cNvPr id="18" name="text-117">
            <a:extLst xmlns:a="http://schemas.openxmlformats.org/drawingml/2006/main">
              <a:ext uri="{FF2B5EF4-FFF2-40B4-BE49-F238E27FC236}">
                <a16:creationId xmlns:a16="http://schemas.microsoft.com/office/drawing/2014/main" id="{EFEB626B-0F9E-43CE-88A2-7BA0DDD522EB}"/>
              </a:ext>
            </a:extLst>
          </p:cNvPr>
          <p:cNvSpPr>
            <a:spLocks xmlns:a="http://schemas.openxmlformats.org/drawingml/2006/main" noGrp="1"/>
          </p:cNvSpPr>
          <p:nvPr/>
        </p:nvSpPr>
        <p:spPr>
          <a:xfrm xmlns:a="http://schemas.openxmlformats.org/drawingml/2006/main">
            <a:off x="7477125" y="4543425"/>
            <a:ext cx="228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725" b="0">
                <a:solidFill>
                  <a:srgbClr val="4A6572"/>
                </a:solidFill>
                <a:latin typeface="Aptos"/>
                <a:ea typeface="Aptos"/>
                <a:cs typeface="Aptos"/>
              </a:defRPr>
            </a:defPPr>
            <a:lvl1pPr algn="ctr">
              <a:buNone/>
              <a:defRPr sz="1725" b="0">
                <a:solidFill>
                  <a:srgbClr val="4A6572"/>
                </a:solidFill>
                <a:latin typeface="Aptos"/>
                <a:ea typeface="Aptos"/>
                <a:cs typeface="Aptos"/>
              </a:defRPr>
            </a:lvl1pPr>
            <a:lvl2pPr algn="ctr">
              <a:buNone/>
              <a:defRPr sz="1725" b="0">
                <a:solidFill>
                  <a:srgbClr val="4A6572"/>
                </a:solidFill>
                <a:latin typeface="Aptos"/>
                <a:ea typeface="Aptos"/>
                <a:cs typeface="Aptos"/>
              </a:defRPr>
            </a:lvl2pPr>
            <a:lvl3pPr algn="ctr">
              <a:buNone/>
              <a:defRPr sz="1725" b="0">
                <a:solidFill>
                  <a:srgbClr val="4A6572"/>
                </a:solidFill>
                <a:latin typeface="Aptos"/>
                <a:ea typeface="Aptos"/>
                <a:cs typeface="Aptos"/>
              </a:defRPr>
            </a:lvl3pPr>
            <a:lvl4pPr algn="ctr">
              <a:buNone/>
              <a:defRPr sz="1725" b="0">
                <a:solidFill>
                  <a:srgbClr val="4A6572"/>
                </a:solidFill>
                <a:latin typeface="Aptos"/>
                <a:ea typeface="Aptos"/>
                <a:cs typeface="Aptos"/>
              </a:defRPr>
            </a:lvl4pPr>
            <a:lvl5pPr algn="ctr">
              <a:buNone/>
              <a:defRPr sz="1725" b="0">
                <a:solidFill>
                  <a:srgbClr val="4A6572"/>
                </a:solidFill>
                <a:latin typeface="Aptos"/>
                <a:ea typeface="Aptos"/>
                <a:cs typeface="Aptos"/>
              </a:defRPr>
            </a:lvl5pPr>
            <a:lvl6pPr algn="ctr">
              <a:buNone/>
              <a:defRPr sz="1725" b="0">
                <a:solidFill>
                  <a:srgbClr val="4A6572"/>
                </a:solidFill>
                <a:latin typeface="Aptos"/>
                <a:ea typeface="Aptos"/>
                <a:cs typeface="Aptos"/>
              </a:defRPr>
            </a:lvl6pPr>
            <a:lvl7pPr algn="ctr">
              <a:buNone/>
              <a:defRPr sz="1725" b="0">
                <a:solidFill>
                  <a:srgbClr val="4A6572"/>
                </a:solidFill>
                <a:latin typeface="Aptos"/>
                <a:ea typeface="Aptos"/>
                <a:cs typeface="Aptos"/>
              </a:defRPr>
            </a:lvl7pPr>
            <a:lvl8pPr algn="ctr">
              <a:buNone/>
              <a:defRPr sz="1725" b="0">
                <a:solidFill>
                  <a:srgbClr val="4A6572"/>
                </a:solidFill>
                <a:latin typeface="Aptos"/>
                <a:ea typeface="Aptos"/>
                <a:cs typeface="Aptos"/>
              </a:defRPr>
            </a:lvl8pPr>
            <a:lvl9pPr algn="ctr">
              <a:buNone/>
              <a:defRPr sz="1725" b="0">
                <a:solidFill>
                  <a:srgbClr val="4A6572"/>
                </a:solidFill>
                <a:latin typeface="Aptos"/>
                <a:ea typeface="Aptos"/>
                <a:cs typeface="Aptos"/>
              </a:defRPr>
            </a:lvl9pPr>
          </a:lstStyle>
          <a:p xmlns:a="http://schemas.openxmlformats.org/drawingml/2006/main">
            <a:pPr algn="ctr">
              <a:buNone/>
              <a:defRPr sz="1725" b="0">
                <a:solidFill>
                  <a:srgbClr val="4A6572"/>
                </a:solidFill>
                <a:latin typeface="Aptos"/>
                <a:ea typeface="Aptos"/>
                <a:cs typeface="Aptos"/>
              </a:defRPr>
            </a:pPr>
            <a:r>
              <a:rPr sz="1725" b="0">
                <a:solidFill>
                  <a:srgbClr val="4A6572"/>
                </a:solidFill>
                <a:latin typeface="Aptos"/>
                <a:ea typeface="Aptos"/>
                <a:cs typeface="Aptos"/>
              </a:rPr>
              <a:t>More agent work</a:t>
            </a:r>
          </a:p>
        </p:txBody>
      </p:sp>
      <p:sp>
        <p:nvSpPr>
          <p:cNvPr id="19" name="node-118">
            <a:extLst xmlns:a="http://schemas.openxmlformats.org/drawingml/2006/main">
              <a:ext uri="{FF2B5EF4-FFF2-40B4-BE49-F238E27FC236}">
                <a16:creationId xmlns:a16="http://schemas.microsoft.com/office/drawing/2014/main" id="{9F842685-5DAC-4B02-8E7E-5BDF3E780EAC}"/>
              </a:ext>
            </a:extLst>
          </p:cNvPr>
          <p:cNvSpPr>
            <a:spLocks xmlns:a="http://schemas.openxmlformats.org/drawingml/2006/main" noGrp="1"/>
          </p:cNvSpPr>
          <p:nvPr/>
        </p:nvSpPr>
        <p:spPr>
          <a:xfrm xmlns:a="http://schemas.openxmlformats.org/drawingml/2006/main">
            <a:off x="11144250" y="5715000"/>
            <a:ext cx="3486150" cy="1428750"/>
          </a:xfrm>
          <a:prstGeom xmlns:a="http://schemas.openxmlformats.org/drawingml/2006/main" prst="rect">
            <a:avLst/>
          </a:prstGeom>
          <a:solidFill xmlns:a="http://schemas.openxmlformats.org/drawingml/2006/main">
            <a:srgbClr val="FFFFFF"/>
          </a:solidFill>
          <a:ln xmlns:a="http://schemas.openxmlformats.org/drawingml/2006/main" w="17145">
            <a:solidFill>
              <a:srgbClr val="B8CACC"/>
            </a:solidFill>
            <a:prstDash val="solid"/>
          </a:ln>
        </p:spPr>
      </p:sp>
      <p:sp>
        <p:nvSpPr>
          <p:cNvPr id="20" name="text-119">
            <a:extLst xmlns:a="http://schemas.openxmlformats.org/drawingml/2006/main">
              <a:ext uri="{FF2B5EF4-FFF2-40B4-BE49-F238E27FC236}">
                <a16:creationId xmlns:a16="http://schemas.microsoft.com/office/drawing/2014/main" id="{4BC2D4D1-08FF-4F46-8DCF-C352B32855CF}"/>
              </a:ext>
            </a:extLst>
          </p:cNvPr>
          <p:cNvSpPr>
            <a:spLocks xmlns:a="http://schemas.openxmlformats.org/drawingml/2006/main" noGrp="1"/>
          </p:cNvSpPr>
          <p:nvPr/>
        </p:nvSpPr>
        <p:spPr>
          <a:xfrm xmlns:a="http://schemas.openxmlformats.org/drawingml/2006/main">
            <a:off x="11334750" y="5876925"/>
            <a:ext cx="3105150" cy="37509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1">
                <a:solidFill>
                  <a:srgbClr val="132E38"/>
                </a:solidFill>
                <a:latin typeface="Aptos"/>
                <a:ea typeface="Aptos"/>
                <a:cs typeface="Aptos"/>
              </a:defRPr>
            </a:defPPr>
            <a:lvl1pPr algn="l">
              <a:buNone/>
              <a:defRPr sz="2175" b="1">
                <a:solidFill>
                  <a:srgbClr val="132E38"/>
                </a:solidFill>
                <a:latin typeface="Aptos"/>
                <a:ea typeface="Aptos"/>
                <a:cs typeface="Aptos"/>
              </a:defRPr>
            </a:lvl1pPr>
            <a:lvl2pPr algn="l">
              <a:buNone/>
              <a:defRPr sz="2175" b="1">
                <a:solidFill>
                  <a:srgbClr val="132E38"/>
                </a:solidFill>
                <a:latin typeface="Aptos"/>
                <a:ea typeface="Aptos"/>
                <a:cs typeface="Aptos"/>
              </a:defRPr>
            </a:lvl2pPr>
            <a:lvl3pPr algn="l">
              <a:buNone/>
              <a:defRPr sz="2175" b="1">
                <a:solidFill>
                  <a:srgbClr val="132E38"/>
                </a:solidFill>
                <a:latin typeface="Aptos"/>
                <a:ea typeface="Aptos"/>
                <a:cs typeface="Aptos"/>
              </a:defRPr>
            </a:lvl3pPr>
            <a:lvl4pPr algn="l">
              <a:buNone/>
              <a:defRPr sz="2175" b="1">
                <a:solidFill>
                  <a:srgbClr val="132E38"/>
                </a:solidFill>
                <a:latin typeface="Aptos"/>
                <a:ea typeface="Aptos"/>
                <a:cs typeface="Aptos"/>
              </a:defRPr>
            </a:lvl4pPr>
            <a:lvl5pPr algn="l">
              <a:buNone/>
              <a:defRPr sz="2175" b="1">
                <a:solidFill>
                  <a:srgbClr val="132E38"/>
                </a:solidFill>
                <a:latin typeface="Aptos"/>
                <a:ea typeface="Aptos"/>
                <a:cs typeface="Aptos"/>
              </a:defRPr>
            </a:lvl5pPr>
            <a:lvl6pPr algn="l">
              <a:buNone/>
              <a:defRPr sz="2175" b="1">
                <a:solidFill>
                  <a:srgbClr val="132E38"/>
                </a:solidFill>
                <a:latin typeface="Aptos"/>
                <a:ea typeface="Aptos"/>
                <a:cs typeface="Aptos"/>
              </a:defRPr>
            </a:lvl6pPr>
            <a:lvl7pPr algn="l">
              <a:buNone/>
              <a:defRPr sz="2175" b="1">
                <a:solidFill>
                  <a:srgbClr val="132E38"/>
                </a:solidFill>
                <a:latin typeface="Aptos"/>
                <a:ea typeface="Aptos"/>
                <a:cs typeface="Aptos"/>
              </a:defRPr>
            </a:lvl7pPr>
            <a:lvl8pPr algn="l">
              <a:buNone/>
              <a:defRPr sz="2175" b="1">
                <a:solidFill>
                  <a:srgbClr val="132E38"/>
                </a:solidFill>
                <a:latin typeface="Aptos"/>
                <a:ea typeface="Aptos"/>
                <a:cs typeface="Aptos"/>
              </a:defRPr>
            </a:lvl8pPr>
            <a:lvl9pPr algn="l">
              <a:buNone/>
              <a:defRPr sz="2175" b="1">
                <a:solidFill>
                  <a:srgbClr val="132E38"/>
                </a:solidFill>
                <a:latin typeface="Aptos"/>
                <a:ea typeface="Aptos"/>
                <a:cs typeface="Aptos"/>
              </a:defRPr>
            </a:lvl9pPr>
          </a:lstStyle>
          <a:p xmlns:a="http://schemas.openxmlformats.org/drawingml/2006/main">
            <a:pPr algn="l">
              <a:buNone/>
              <a:defRPr sz="2175" b="1">
                <a:solidFill>
                  <a:srgbClr val="132E38"/>
                </a:solidFill>
                <a:latin typeface="Aptos"/>
                <a:ea typeface="Aptos"/>
                <a:cs typeface="Aptos"/>
              </a:defRPr>
            </a:pPr>
            <a:r>
              <a:rPr sz="2175" b="1">
                <a:solidFill>
                  <a:srgbClr val="132E38"/>
                </a:solidFill>
                <a:latin typeface="Aptos"/>
                <a:ea typeface="Aptos"/>
                <a:cs typeface="Aptos"/>
              </a:rPr>
              <a:t>Member decision</a:t>
            </a:r>
          </a:p>
        </p:txBody>
      </p:sp>
      <p:sp>
        <p:nvSpPr>
          <p:cNvPr id="21" name="text-120">
            <a:extLst xmlns:a="http://schemas.openxmlformats.org/drawingml/2006/main">
              <a:ext uri="{FF2B5EF4-FFF2-40B4-BE49-F238E27FC236}">
                <a16:creationId xmlns:a16="http://schemas.microsoft.com/office/drawing/2014/main" id="{A6D4E028-A7D5-454D-96E6-E4C4B75F12B8}"/>
              </a:ext>
            </a:extLst>
          </p:cNvPr>
          <p:cNvSpPr>
            <a:spLocks xmlns:a="http://schemas.openxmlformats.org/drawingml/2006/main" noGrp="1"/>
          </p:cNvSpPr>
          <p:nvPr/>
        </p:nvSpPr>
        <p:spPr>
          <a:xfrm xmlns:a="http://schemas.openxmlformats.org/drawingml/2006/main">
            <a:off x="11334750" y="6261545"/>
            <a:ext cx="31051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4A6572"/>
                </a:solidFill>
                <a:latin typeface="Aptos"/>
                <a:ea typeface="Aptos"/>
                <a:cs typeface="Aptos"/>
              </a:defRPr>
            </a:defPPr>
            <a:lvl1pPr algn="l">
              <a:buNone/>
              <a:defRPr sz="1875" b="0">
                <a:solidFill>
                  <a:srgbClr val="4A6572"/>
                </a:solidFill>
                <a:latin typeface="Aptos"/>
                <a:ea typeface="Aptos"/>
                <a:cs typeface="Aptos"/>
              </a:defRPr>
            </a:lvl1pPr>
            <a:lvl2pPr algn="l">
              <a:buNone/>
              <a:defRPr sz="1875" b="0">
                <a:solidFill>
                  <a:srgbClr val="4A6572"/>
                </a:solidFill>
                <a:latin typeface="Aptos"/>
                <a:ea typeface="Aptos"/>
                <a:cs typeface="Aptos"/>
              </a:defRPr>
            </a:lvl2pPr>
            <a:lvl3pPr algn="l">
              <a:buNone/>
              <a:defRPr sz="1875" b="0">
                <a:solidFill>
                  <a:srgbClr val="4A6572"/>
                </a:solidFill>
                <a:latin typeface="Aptos"/>
                <a:ea typeface="Aptos"/>
                <a:cs typeface="Aptos"/>
              </a:defRPr>
            </a:lvl3pPr>
            <a:lvl4pPr algn="l">
              <a:buNone/>
              <a:defRPr sz="1875" b="0">
                <a:solidFill>
                  <a:srgbClr val="4A6572"/>
                </a:solidFill>
                <a:latin typeface="Aptos"/>
                <a:ea typeface="Aptos"/>
                <a:cs typeface="Aptos"/>
              </a:defRPr>
            </a:lvl4pPr>
            <a:lvl5pPr algn="l">
              <a:buNone/>
              <a:defRPr sz="1875" b="0">
                <a:solidFill>
                  <a:srgbClr val="4A6572"/>
                </a:solidFill>
                <a:latin typeface="Aptos"/>
                <a:ea typeface="Aptos"/>
                <a:cs typeface="Aptos"/>
              </a:defRPr>
            </a:lvl5pPr>
            <a:lvl6pPr algn="l">
              <a:buNone/>
              <a:defRPr sz="1875" b="0">
                <a:solidFill>
                  <a:srgbClr val="4A6572"/>
                </a:solidFill>
                <a:latin typeface="Aptos"/>
                <a:ea typeface="Aptos"/>
                <a:cs typeface="Aptos"/>
              </a:defRPr>
            </a:lvl6pPr>
            <a:lvl7pPr algn="l">
              <a:buNone/>
              <a:defRPr sz="1875" b="0">
                <a:solidFill>
                  <a:srgbClr val="4A6572"/>
                </a:solidFill>
                <a:latin typeface="Aptos"/>
                <a:ea typeface="Aptos"/>
                <a:cs typeface="Aptos"/>
              </a:defRPr>
            </a:lvl7pPr>
            <a:lvl8pPr algn="l">
              <a:buNone/>
              <a:defRPr sz="1875" b="0">
                <a:solidFill>
                  <a:srgbClr val="4A6572"/>
                </a:solidFill>
                <a:latin typeface="Aptos"/>
                <a:ea typeface="Aptos"/>
                <a:cs typeface="Aptos"/>
              </a:defRPr>
            </a:lvl8pPr>
            <a:lvl9pPr algn="l">
              <a:buNone/>
              <a:defRPr sz="1875" b="0">
                <a:solidFill>
                  <a:srgbClr val="4A6572"/>
                </a:solidFill>
                <a:latin typeface="Aptos"/>
                <a:ea typeface="Aptos"/>
                <a:cs typeface="Aptos"/>
              </a:defRPr>
            </a:lvl9pPr>
          </a:lstStyle>
          <a:p xmlns:a="http://schemas.openxmlformats.org/drawingml/2006/main">
            <a:pPr algn="l">
              <a:buNone/>
              <a:defRPr sz="1875" b="0">
                <a:solidFill>
                  <a:srgbClr val="4A6572"/>
                </a:solidFill>
                <a:latin typeface="Aptos"/>
                <a:ea typeface="Aptos"/>
                <a:cs typeface="Aptos"/>
              </a:defRPr>
            </a:pPr>
            <a:r>
              <a:rPr sz="1875" b="0">
                <a:solidFill>
                  <a:srgbClr val="4A6572"/>
                </a:solidFill>
                <a:latin typeface="Aptos"/>
                <a:ea typeface="Aptos"/>
                <a:cs typeface="Aptos"/>
              </a:rPr>
              <a:t>Current DAO member</a:t>
            </a:r>
          </a:p>
          <a:p xmlns:a="http://schemas.openxmlformats.org/drawingml/2006/main">
            <a:pPr algn="l">
              <a:buNone/>
              <a:defRPr sz="1875" b="0">
                <a:solidFill>
                  <a:srgbClr val="4A6572"/>
                </a:solidFill>
                <a:latin typeface="Aptos"/>
                <a:ea typeface="Aptos"/>
                <a:cs typeface="Aptos"/>
              </a:defRPr>
            </a:pPr>
            <a:r>
              <a:rPr sz="1875" b="0">
                <a:solidFill>
                  <a:srgbClr val="4A6572"/>
                </a:solidFill>
                <a:latin typeface="Aptos"/>
                <a:ea typeface="Aptos"/>
                <a:cs typeface="Aptos"/>
              </a:rPr>
              <a:t>Application action access</a:t>
            </a:r>
          </a:p>
        </p:txBody>
      </p:sp>
      <p:sp>
        <p:nvSpPr>
          <p:cNvPr id="22" name="node-121">
            <a:extLst xmlns:a="http://schemas.openxmlformats.org/drawingml/2006/main">
              <a:ext uri="{FF2B5EF4-FFF2-40B4-BE49-F238E27FC236}">
                <a16:creationId xmlns:a16="http://schemas.microsoft.com/office/drawing/2014/main" id="{FA8AC29E-61EB-45EB-B6C8-2BCE32663803}"/>
              </a:ext>
            </a:extLst>
          </p:cNvPr>
          <p:cNvSpPr>
            <a:spLocks xmlns:a="http://schemas.openxmlformats.org/drawingml/2006/main" noGrp="1"/>
          </p:cNvSpPr>
          <p:nvPr/>
        </p:nvSpPr>
        <p:spPr>
          <a:xfrm xmlns:a="http://schemas.openxmlformats.org/drawingml/2006/main">
            <a:off x="7334250" y="5715000"/>
            <a:ext cx="2819400" cy="1428750"/>
          </a:xfrm>
          <a:prstGeom xmlns:a="http://schemas.openxmlformats.org/drawingml/2006/main" prst="rect">
            <a:avLst/>
          </a:prstGeom>
          <a:solidFill xmlns:a="http://schemas.openxmlformats.org/drawingml/2006/main">
            <a:srgbClr val="E7F1EE"/>
          </a:solidFill>
          <a:ln xmlns:a="http://schemas.openxmlformats.org/drawingml/2006/main" w="17145">
            <a:solidFill>
              <a:srgbClr val="157D80"/>
            </a:solidFill>
            <a:prstDash val="solid"/>
          </a:ln>
        </p:spPr>
      </p:sp>
      <p:sp>
        <p:nvSpPr>
          <p:cNvPr id="23" name="text-122">
            <a:extLst xmlns:a="http://schemas.openxmlformats.org/drawingml/2006/main">
              <a:ext uri="{FF2B5EF4-FFF2-40B4-BE49-F238E27FC236}">
                <a16:creationId xmlns:a16="http://schemas.microsoft.com/office/drawing/2014/main" id="{7AC51754-927D-46DA-A8E9-6125F29BA8DD}"/>
              </a:ext>
            </a:extLst>
          </p:cNvPr>
          <p:cNvSpPr>
            <a:spLocks xmlns:a="http://schemas.openxmlformats.org/drawingml/2006/main" noGrp="1"/>
          </p:cNvSpPr>
          <p:nvPr/>
        </p:nvSpPr>
        <p:spPr>
          <a:xfrm xmlns:a="http://schemas.openxmlformats.org/drawingml/2006/main">
            <a:off x="7524750" y="5876925"/>
            <a:ext cx="2438400" cy="3867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157D80"/>
                </a:solidFill>
                <a:latin typeface="Aptos"/>
                <a:ea typeface="Aptos"/>
                <a:cs typeface="Aptos"/>
              </a:defRPr>
            </a:defPPr>
            <a:lvl1pPr algn="l">
              <a:buNone/>
              <a:defRPr sz="2250" b="1">
                <a:solidFill>
                  <a:srgbClr val="157D80"/>
                </a:solidFill>
                <a:latin typeface="Aptos"/>
                <a:ea typeface="Aptos"/>
                <a:cs typeface="Aptos"/>
              </a:defRPr>
            </a:lvl1pPr>
            <a:lvl2pPr algn="l">
              <a:buNone/>
              <a:defRPr sz="2250" b="1">
                <a:solidFill>
                  <a:srgbClr val="157D80"/>
                </a:solidFill>
                <a:latin typeface="Aptos"/>
                <a:ea typeface="Aptos"/>
                <a:cs typeface="Aptos"/>
              </a:defRPr>
            </a:lvl2pPr>
            <a:lvl3pPr algn="l">
              <a:buNone/>
              <a:defRPr sz="2250" b="1">
                <a:solidFill>
                  <a:srgbClr val="157D80"/>
                </a:solidFill>
                <a:latin typeface="Aptos"/>
                <a:ea typeface="Aptos"/>
                <a:cs typeface="Aptos"/>
              </a:defRPr>
            </a:lvl3pPr>
            <a:lvl4pPr algn="l">
              <a:buNone/>
              <a:defRPr sz="2250" b="1">
                <a:solidFill>
                  <a:srgbClr val="157D80"/>
                </a:solidFill>
                <a:latin typeface="Aptos"/>
                <a:ea typeface="Aptos"/>
                <a:cs typeface="Aptos"/>
              </a:defRPr>
            </a:lvl4pPr>
            <a:lvl5pPr algn="l">
              <a:buNone/>
              <a:defRPr sz="2250" b="1">
                <a:solidFill>
                  <a:srgbClr val="157D80"/>
                </a:solidFill>
                <a:latin typeface="Aptos"/>
                <a:ea typeface="Aptos"/>
                <a:cs typeface="Aptos"/>
              </a:defRPr>
            </a:lvl5pPr>
            <a:lvl6pPr algn="l">
              <a:buNone/>
              <a:defRPr sz="2250" b="1">
                <a:solidFill>
                  <a:srgbClr val="157D80"/>
                </a:solidFill>
                <a:latin typeface="Aptos"/>
                <a:ea typeface="Aptos"/>
                <a:cs typeface="Aptos"/>
              </a:defRPr>
            </a:lvl6pPr>
            <a:lvl7pPr algn="l">
              <a:buNone/>
              <a:defRPr sz="2250" b="1">
                <a:solidFill>
                  <a:srgbClr val="157D80"/>
                </a:solidFill>
                <a:latin typeface="Aptos"/>
                <a:ea typeface="Aptos"/>
                <a:cs typeface="Aptos"/>
              </a:defRPr>
            </a:lvl7pPr>
            <a:lvl8pPr algn="l">
              <a:buNone/>
              <a:defRPr sz="2250" b="1">
                <a:solidFill>
                  <a:srgbClr val="157D80"/>
                </a:solidFill>
                <a:latin typeface="Aptos"/>
                <a:ea typeface="Aptos"/>
                <a:cs typeface="Aptos"/>
              </a:defRPr>
            </a:lvl8pPr>
            <a:lvl9pPr algn="l">
              <a:buNone/>
              <a:defRPr sz="2250" b="1">
                <a:solidFill>
                  <a:srgbClr val="157D80"/>
                </a:solidFill>
                <a:latin typeface="Aptos"/>
                <a:ea typeface="Aptos"/>
                <a:cs typeface="Aptos"/>
              </a:defRPr>
            </a:lvl9pPr>
          </a:lstStyle>
          <a:p xmlns:a="http://schemas.openxmlformats.org/drawingml/2006/main">
            <a:pPr algn="l">
              <a:buNone/>
              <a:defRPr sz="2250" b="1">
                <a:solidFill>
                  <a:srgbClr val="157D80"/>
                </a:solidFill>
                <a:latin typeface="Aptos"/>
                <a:ea typeface="Aptos"/>
                <a:cs typeface="Aptos"/>
              </a:defRPr>
            </a:pPr>
            <a:r>
              <a:rPr sz="2250" b="1">
                <a:solidFill>
                  <a:srgbClr val="157D80"/>
                </a:solidFill>
                <a:latin typeface="Aptos"/>
                <a:ea typeface="Aptos"/>
                <a:cs typeface="Aptos"/>
              </a:rPr>
              <a:t>Frozen packet</a:t>
            </a:r>
          </a:p>
        </p:txBody>
      </p:sp>
      <p:sp>
        <p:nvSpPr>
          <p:cNvPr id="24" name="text-123">
            <a:extLst xmlns:a="http://schemas.openxmlformats.org/drawingml/2006/main">
              <a:ext uri="{FF2B5EF4-FFF2-40B4-BE49-F238E27FC236}">
                <a16:creationId xmlns:a16="http://schemas.microsoft.com/office/drawing/2014/main" id="{CB5DED80-66DE-4716-A0AE-A722CC3AA67B}"/>
              </a:ext>
            </a:extLst>
          </p:cNvPr>
          <p:cNvSpPr>
            <a:spLocks xmlns:a="http://schemas.openxmlformats.org/drawingml/2006/main" noGrp="1"/>
          </p:cNvSpPr>
          <p:nvPr/>
        </p:nvSpPr>
        <p:spPr>
          <a:xfrm xmlns:a="http://schemas.openxmlformats.org/drawingml/2006/main">
            <a:off x="7524750" y="6273165"/>
            <a:ext cx="24384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4A6572"/>
                </a:solidFill>
                <a:latin typeface="Aptos"/>
                <a:ea typeface="Aptos"/>
                <a:cs typeface="Aptos"/>
              </a:defRPr>
            </a:defPPr>
            <a:lvl1pPr algn="l">
              <a:buNone/>
              <a:defRPr sz="1875" b="0">
                <a:solidFill>
                  <a:srgbClr val="4A6572"/>
                </a:solidFill>
                <a:latin typeface="Aptos"/>
                <a:ea typeface="Aptos"/>
                <a:cs typeface="Aptos"/>
              </a:defRPr>
            </a:lvl1pPr>
            <a:lvl2pPr algn="l">
              <a:buNone/>
              <a:defRPr sz="1875" b="0">
                <a:solidFill>
                  <a:srgbClr val="4A6572"/>
                </a:solidFill>
                <a:latin typeface="Aptos"/>
                <a:ea typeface="Aptos"/>
                <a:cs typeface="Aptos"/>
              </a:defRPr>
            </a:lvl2pPr>
            <a:lvl3pPr algn="l">
              <a:buNone/>
              <a:defRPr sz="1875" b="0">
                <a:solidFill>
                  <a:srgbClr val="4A6572"/>
                </a:solidFill>
                <a:latin typeface="Aptos"/>
                <a:ea typeface="Aptos"/>
                <a:cs typeface="Aptos"/>
              </a:defRPr>
            </a:lvl3pPr>
            <a:lvl4pPr algn="l">
              <a:buNone/>
              <a:defRPr sz="1875" b="0">
                <a:solidFill>
                  <a:srgbClr val="4A6572"/>
                </a:solidFill>
                <a:latin typeface="Aptos"/>
                <a:ea typeface="Aptos"/>
                <a:cs typeface="Aptos"/>
              </a:defRPr>
            </a:lvl4pPr>
            <a:lvl5pPr algn="l">
              <a:buNone/>
              <a:defRPr sz="1875" b="0">
                <a:solidFill>
                  <a:srgbClr val="4A6572"/>
                </a:solidFill>
                <a:latin typeface="Aptos"/>
                <a:ea typeface="Aptos"/>
                <a:cs typeface="Aptos"/>
              </a:defRPr>
            </a:lvl5pPr>
            <a:lvl6pPr algn="l">
              <a:buNone/>
              <a:defRPr sz="1875" b="0">
                <a:solidFill>
                  <a:srgbClr val="4A6572"/>
                </a:solidFill>
                <a:latin typeface="Aptos"/>
                <a:ea typeface="Aptos"/>
                <a:cs typeface="Aptos"/>
              </a:defRPr>
            </a:lvl6pPr>
            <a:lvl7pPr algn="l">
              <a:buNone/>
              <a:defRPr sz="1875" b="0">
                <a:solidFill>
                  <a:srgbClr val="4A6572"/>
                </a:solidFill>
                <a:latin typeface="Aptos"/>
                <a:ea typeface="Aptos"/>
                <a:cs typeface="Aptos"/>
              </a:defRPr>
            </a:lvl7pPr>
            <a:lvl8pPr algn="l">
              <a:buNone/>
              <a:defRPr sz="1875" b="0">
                <a:solidFill>
                  <a:srgbClr val="4A6572"/>
                </a:solidFill>
                <a:latin typeface="Aptos"/>
                <a:ea typeface="Aptos"/>
                <a:cs typeface="Aptos"/>
              </a:defRPr>
            </a:lvl8pPr>
            <a:lvl9pPr algn="l">
              <a:buNone/>
              <a:defRPr sz="1875" b="0">
                <a:solidFill>
                  <a:srgbClr val="4A6572"/>
                </a:solidFill>
                <a:latin typeface="Aptos"/>
                <a:ea typeface="Aptos"/>
                <a:cs typeface="Aptos"/>
              </a:defRPr>
            </a:lvl9pPr>
          </a:lstStyle>
          <a:p xmlns:a="http://schemas.openxmlformats.org/drawingml/2006/main">
            <a:pPr algn="l">
              <a:buNone/>
              <a:defRPr sz="1875" b="0">
                <a:solidFill>
                  <a:srgbClr val="4A6572"/>
                </a:solidFill>
                <a:latin typeface="Aptos"/>
                <a:ea typeface="Aptos"/>
                <a:cs typeface="Aptos"/>
              </a:defRPr>
            </a:pPr>
            <a:r>
              <a:rPr sz="1875" b="0">
                <a:solidFill>
                  <a:srgbClr val="4A6572"/>
                </a:solidFill>
                <a:latin typeface="Aptos"/>
                <a:ea typeface="Aptos"/>
                <a:cs typeface="Aptos"/>
              </a:rPr>
              <a:t>Member confirmation</a:t>
            </a:r>
          </a:p>
          <a:p xmlns:a="http://schemas.openxmlformats.org/drawingml/2006/main">
            <a:pPr algn="l">
              <a:buNone/>
              <a:defRPr sz="1875" b="0">
                <a:solidFill>
                  <a:srgbClr val="4A6572"/>
                </a:solidFill>
                <a:latin typeface="Aptos"/>
                <a:ea typeface="Aptos"/>
                <a:cs typeface="Aptos"/>
              </a:defRPr>
            </a:pPr>
            <a:r>
              <a:rPr sz="1875" b="0">
                <a:solidFill>
                  <a:srgbClr val="4A6572"/>
                </a:solidFill>
                <a:latin typeface="Aptos"/>
                <a:ea typeface="Aptos"/>
                <a:cs typeface="Aptos"/>
              </a:rPr>
              <a:t>Exact packet version</a:t>
            </a:r>
          </a:p>
        </p:txBody>
      </p:sp>
      <p:sp>
        <p:nvSpPr>
          <p:cNvPr id="25" name="node-124">
            <a:extLst xmlns:a="http://schemas.openxmlformats.org/drawingml/2006/main">
              <a:ext uri="{FF2B5EF4-FFF2-40B4-BE49-F238E27FC236}">
                <a16:creationId xmlns:a16="http://schemas.microsoft.com/office/drawing/2014/main" id="{4C51BAE0-587F-4C3C-ACD9-4E1BED203F43}"/>
              </a:ext>
            </a:extLst>
          </p:cNvPr>
          <p:cNvSpPr>
            <a:spLocks xmlns:a="http://schemas.openxmlformats.org/drawingml/2006/main" noGrp="1"/>
          </p:cNvSpPr>
          <p:nvPr/>
        </p:nvSpPr>
        <p:spPr>
          <a:xfrm xmlns:a="http://schemas.openxmlformats.org/drawingml/2006/main">
            <a:off x="4133850" y="5715000"/>
            <a:ext cx="2247900" cy="1428750"/>
          </a:xfrm>
          <a:prstGeom xmlns:a="http://schemas.openxmlformats.org/drawingml/2006/main" prst="rect">
            <a:avLst/>
          </a:prstGeom>
          <a:solidFill xmlns:a="http://schemas.openxmlformats.org/drawingml/2006/main">
            <a:srgbClr val="E7F1EE"/>
          </a:solidFill>
          <a:ln xmlns:a="http://schemas.openxmlformats.org/drawingml/2006/main" w="17145">
            <a:solidFill>
              <a:srgbClr val="157D80"/>
            </a:solidFill>
            <a:prstDash val="solid"/>
          </a:ln>
        </p:spPr>
      </p:sp>
      <p:sp>
        <p:nvSpPr>
          <p:cNvPr id="26" name="text-125">
            <a:extLst xmlns:a="http://schemas.openxmlformats.org/drawingml/2006/main">
              <a:ext uri="{FF2B5EF4-FFF2-40B4-BE49-F238E27FC236}">
                <a16:creationId xmlns:a16="http://schemas.microsoft.com/office/drawing/2014/main" id="{384D3A4B-A8AB-47DD-9D77-AE738CD4E22F}"/>
              </a:ext>
            </a:extLst>
          </p:cNvPr>
          <p:cNvSpPr>
            <a:spLocks xmlns:a="http://schemas.openxmlformats.org/drawingml/2006/main" noGrp="1"/>
          </p:cNvSpPr>
          <p:nvPr/>
        </p:nvSpPr>
        <p:spPr>
          <a:xfrm xmlns:a="http://schemas.openxmlformats.org/drawingml/2006/main">
            <a:off x="4324350" y="5876925"/>
            <a:ext cx="1866900" cy="37509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1">
                <a:solidFill>
                  <a:srgbClr val="157D80"/>
                </a:solidFill>
                <a:latin typeface="Aptos"/>
                <a:ea typeface="Aptos"/>
                <a:cs typeface="Aptos"/>
              </a:defRPr>
            </a:defPPr>
            <a:lvl1pPr algn="l">
              <a:buNone/>
              <a:defRPr sz="2175" b="1">
                <a:solidFill>
                  <a:srgbClr val="157D80"/>
                </a:solidFill>
                <a:latin typeface="Aptos"/>
                <a:ea typeface="Aptos"/>
                <a:cs typeface="Aptos"/>
              </a:defRPr>
            </a:lvl1pPr>
            <a:lvl2pPr algn="l">
              <a:buNone/>
              <a:defRPr sz="2175" b="1">
                <a:solidFill>
                  <a:srgbClr val="157D80"/>
                </a:solidFill>
                <a:latin typeface="Aptos"/>
                <a:ea typeface="Aptos"/>
                <a:cs typeface="Aptos"/>
              </a:defRPr>
            </a:lvl2pPr>
            <a:lvl3pPr algn="l">
              <a:buNone/>
              <a:defRPr sz="2175" b="1">
                <a:solidFill>
                  <a:srgbClr val="157D80"/>
                </a:solidFill>
                <a:latin typeface="Aptos"/>
                <a:ea typeface="Aptos"/>
                <a:cs typeface="Aptos"/>
              </a:defRPr>
            </a:lvl3pPr>
            <a:lvl4pPr algn="l">
              <a:buNone/>
              <a:defRPr sz="2175" b="1">
                <a:solidFill>
                  <a:srgbClr val="157D80"/>
                </a:solidFill>
                <a:latin typeface="Aptos"/>
                <a:ea typeface="Aptos"/>
                <a:cs typeface="Aptos"/>
              </a:defRPr>
            </a:lvl4pPr>
            <a:lvl5pPr algn="l">
              <a:buNone/>
              <a:defRPr sz="2175" b="1">
                <a:solidFill>
                  <a:srgbClr val="157D80"/>
                </a:solidFill>
                <a:latin typeface="Aptos"/>
                <a:ea typeface="Aptos"/>
                <a:cs typeface="Aptos"/>
              </a:defRPr>
            </a:lvl5pPr>
            <a:lvl6pPr algn="l">
              <a:buNone/>
              <a:defRPr sz="2175" b="1">
                <a:solidFill>
                  <a:srgbClr val="157D80"/>
                </a:solidFill>
                <a:latin typeface="Aptos"/>
                <a:ea typeface="Aptos"/>
                <a:cs typeface="Aptos"/>
              </a:defRPr>
            </a:lvl6pPr>
            <a:lvl7pPr algn="l">
              <a:buNone/>
              <a:defRPr sz="2175" b="1">
                <a:solidFill>
                  <a:srgbClr val="157D80"/>
                </a:solidFill>
                <a:latin typeface="Aptos"/>
                <a:ea typeface="Aptos"/>
                <a:cs typeface="Aptos"/>
              </a:defRPr>
            </a:lvl7pPr>
            <a:lvl8pPr algn="l">
              <a:buNone/>
              <a:defRPr sz="2175" b="1">
                <a:solidFill>
                  <a:srgbClr val="157D80"/>
                </a:solidFill>
                <a:latin typeface="Aptos"/>
                <a:ea typeface="Aptos"/>
                <a:cs typeface="Aptos"/>
              </a:defRPr>
            </a:lvl8pPr>
            <a:lvl9pPr algn="l">
              <a:buNone/>
              <a:defRPr sz="2175" b="1">
                <a:solidFill>
                  <a:srgbClr val="157D80"/>
                </a:solidFill>
                <a:latin typeface="Aptos"/>
                <a:ea typeface="Aptos"/>
                <a:cs typeface="Aptos"/>
              </a:defRPr>
            </a:lvl9pPr>
          </a:lstStyle>
          <a:p xmlns:a="http://schemas.openxmlformats.org/drawingml/2006/main">
            <a:pPr algn="l">
              <a:buNone/>
              <a:defRPr sz="2175" b="1">
                <a:solidFill>
                  <a:srgbClr val="157D80"/>
                </a:solidFill>
                <a:latin typeface="Aptos"/>
                <a:ea typeface="Aptos"/>
                <a:cs typeface="Aptos"/>
              </a:defRPr>
            </a:pPr>
            <a:r>
              <a:rPr sz="2175" b="1">
                <a:solidFill>
                  <a:srgbClr val="157D80"/>
                </a:solidFill>
                <a:latin typeface="Aptos"/>
                <a:ea typeface="Aptos"/>
                <a:cs typeface="Aptos"/>
              </a:rPr>
              <a:t>Submitted</a:t>
            </a:r>
          </a:p>
        </p:txBody>
      </p:sp>
      <p:sp>
        <p:nvSpPr>
          <p:cNvPr id="27" name="text-126">
            <a:extLst xmlns:a="http://schemas.openxmlformats.org/drawingml/2006/main">
              <a:ext uri="{FF2B5EF4-FFF2-40B4-BE49-F238E27FC236}">
                <a16:creationId xmlns:a16="http://schemas.microsoft.com/office/drawing/2014/main" id="{107675A0-919F-41DE-AAEF-D4DFB13DCF15}"/>
              </a:ext>
            </a:extLst>
          </p:cNvPr>
          <p:cNvSpPr>
            <a:spLocks xmlns:a="http://schemas.openxmlformats.org/drawingml/2006/main" noGrp="1"/>
          </p:cNvSpPr>
          <p:nvPr/>
        </p:nvSpPr>
        <p:spPr>
          <a:xfrm xmlns:a="http://schemas.openxmlformats.org/drawingml/2006/main">
            <a:off x="4324350" y="6261545"/>
            <a:ext cx="18669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4A6572"/>
                </a:solidFill>
                <a:latin typeface="Aptos"/>
                <a:ea typeface="Aptos"/>
                <a:cs typeface="Aptos"/>
              </a:defRPr>
            </a:defPPr>
            <a:lvl1pPr algn="l">
              <a:buNone/>
              <a:defRPr sz="1875" b="0">
                <a:solidFill>
                  <a:srgbClr val="4A6572"/>
                </a:solidFill>
                <a:latin typeface="Aptos"/>
                <a:ea typeface="Aptos"/>
                <a:cs typeface="Aptos"/>
              </a:defRPr>
            </a:lvl1pPr>
            <a:lvl2pPr algn="l">
              <a:buNone/>
              <a:defRPr sz="1875" b="0">
                <a:solidFill>
                  <a:srgbClr val="4A6572"/>
                </a:solidFill>
                <a:latin typeface="Aptos"/>
                <a:ea typeface="Aptos"/>
                <a:cs typeface="Aptos"/>
              </a:defRPr>
            </a:lvl2pPr>
            <a:lvl3pPr algn="l">
              <a:buNone/>
              <a:defRPr sz="1875" b="0">
                <a:solidFill>
                  <a:srgbClr val="4A6572"/>
                </a:solidFill>
                <a:latin typeface="Aptos"/>
                <a:ea typeface="Aptos"/>
                <a:cs typeface="Aptos"/>
              </a:defRPr>
            </a:lvl3pPr>
            <a:lvl4pPr algn="l">
              <a:buNone/>
              <a:defRPr sz="1875" b="0">
                <a:solidFill>
                  <a:srgbClr val="4A6572"/>
                </a:solidFill>
                <a:latin typeface="Aptos"/>
                <a:ea typeface="Aptos"/>
                <a:cs typeface="Aptos"/>
              </a:defRPr>
            </a:lvl4pPr>
            <a:lvl5pPr algn="l">
              <a:buNone/>
              <a:defRPr sz="1875" b="0">
                <a:solidFill>
                  <a:srgbClr val="4A6572"/>
                </a:solidFill>
                <a:latin typeface="Aptos"/>
                <a:ea typeface="Aptos"/>
                <a:cs typeface="Aptos"/>
              </a:defRPr>
            </a:lvl5pPr>
            <a:lvl6pPr algn="l">
              <a:buNone/>
              <a:defRPr sz="1875" b="0">
                <a:solidFill>
                  <a:srgbClr val="4A6572"/>
                </a:solidFill>
                <a:latin typeface="Aptos"/>
                <a:ea typeface="Aptos"/>
                <a:cs typeface="Aptos"/>
              </a:defRPr>
            </a:lvl6pPr>
            <a:lvl7pPr algn="l">
              <a:buNone/>
              <a:defRPr sz="1875" b="0">
                <a:solidFill>
                  <a:srgbClr val="4A6572"/>
                </a:solidFill>
                <a:latin typeface="Aptos"/>
                <a:ea typeface="Aptos"/>
                <a:cs typeface="Aptos"/>
              </a:defRPr>
            </a:lvl7pPr>
            <a:lvl8pPr algn="l">
              <a:buNone/>
              <a:defRPr sz="1875" b="0">
                <a:solidFill>
                  <a:srgbClr val="4A6572"/>
                </a:solidFill>
                <a:latin typeface="Aptos"/>
                <a:ea typeface="Aptos"/>
                <a:cs typeface="Aptos"/>
              </a:defRPr>
            </a:lvl8pPr>
            <a:lvl9pPr algn="l">
              <a:buNone/>
              <a:defRPr sz="1875" b="0">
                <a:solidFill>
                  <a:srgbClr val="4A6572"/>
                </a:solidFill>
                <a:latin typeface="Aptos"/>
                <a:ea typeface="Aptos"/>
                <a:cs typeface="Aptos"/>
              </a:defRPr>
            </a:lvl9pPr>
          </a:lstStyle>
          <a:p xmlns:a="http://schemas.openxmlformats.org/drawingml/2006/main">
            <a:pPr algn="l">
              <a:buNone/>
              <a:defRPr sz="1875" b="0">
                <a:solidFill>
                  <a:srgbClr val="4A6572"/>
                </a:solidFill>
                <a:latin typeface="Aptos"/>
                <a:ea typeface="Aptos"/>
                <a:cs typeface="Aptos"/>
              </a:defRPr>
            </a:pPr>
            <a:r>
              <a:rPr sz="1875" b="0">
                <a:solidFill>
                  <a:srgbClr val="4A6572"/>
                </a:solidFill>
                <a:latin typeface="Aptos"/>
                <a:ea typeface="Aptos"/>
                <a:cs typeface="Aptos"/>
              </a:rPr>
              <a:t>Human action</a:t>
            </a:r>
          </a:p>
          <a:p xmlns:a="http://schemas.openxmlformats.org/drawingml/2006/main">
            <a:pPr algn="l">
              <a:buNone/>
              <a:defRPr sz="1875" b="0">
                <a:solidFill>
                  <a:srgbClr val="4A6572"/>
                </a:solidFill>
                <a:latin typeface="Aptos"/>
                <a:ea typeface="Aptos"/>
                <a:cs typeface="Aptos"/>
              </a:defRPr>
            </a:pPr>
            <a:r>
              <a:rPr sz="1875" b="0">
                <a:solidFill>
                  <a:srgbClr val="4A6572"/>
                </a:solidFill>
                <a:latin typeface="Aptos"/>
                <a:ea typeface="Aptos"/>
                <a:cs typeface="Aptos"/>
              </a:rPr>
              <a:t>Outside Inertia</a:t>
            </a:r>
          </a:p>
        </p:txBody>
      </p:sp>
      <p:sp>
        <p:nvSpPr>
          <p:cNvPr id="28" name="node-127">
            <a:extLst xmlns:a="http://schemas.openxmlformats.org/drawingml/2006/main">
              <a:ext uri="{FF2B5EF4-FFF2-40B4-BE49-F238E27FC236}">
                <a16:creationId xmlns:a16="http://schemas.microsoft.com/office/drawing/2014/main" id="{E16D1775-C9F2-42FA-AB98-1540EE9065AD}"/>
              </a:ext>
            </a:extLst>
          </p:cNvPr>
          <p:cNvSpPr>
            <a:spLocks xmlns:a="http://schemas.openxmlformats.org/drawingml/2006/main" noGrp="1"/>
          </p:cNvSpPr>
          <p:nvPr/>
        </p:nvSpPr>
        <p:spPr>
          <a:xfrm xmlns:a="http://schemas.openxmlformats.org/drawingml/2006/main">
            <a:off x="609600" y="5715000"/>
            <a:ext cx="2571750" cy="1428750"/>
          </a:xfrm>
          <a:prstGeom xmlns:a="http://schemas.openxmlformats.org/drawingml/2006/main" prst="rect">
            <a:avLst/>
          </a:prstGeom>
          <a:solidFill xmlns:a="http://schemas.openxmlformats.org/drawingml/2006/main">
            <a:srgbClr val="FFFFFF"/>
          </a:solidFill>
          <a:ln xmlns:a="http://schemas.openxmlformats.org/drawingml/2006/main" w="17145">
            <a:solidFill>
              <a:srgbClr val="B8CACC"/>
            </a:solidFill>
            <a:prstDash val="solid"/>
          </a:ln>
        </p:spPr>
      </p:sp>
      <p:sp>
        <p:nvSpPr>
          <p:cNvPr id="29" name="text-128">
            <a:extLst xmlns:a="http://schemas.openxmlformats.org/drawingml/2006/main">
              <a:ext uri="{FF2B5EF4-FFF2-40B4-BE49-F238E27FC236}">
                <a16:creationId xmlns:a16="http://schemas.microsoft.com/office/drawing/2014/main" id="{7E52FC67-E43F-4C35-B7BA-24C19BDB32B0}"/>
              </a:ext>
            </a:extLst>
          </p:cNvPr>
          <p:cNvSpPr>
            <a:spLocks xmlns:a="http://schemas.openxmlformats.org/drawingml/2006/main" noGrp="1"/>
          </p:cNvSpPr>
          <p:nvPr/>
        </p:nvSpPr>
        <p:spPr>
          <a:xfrm xmlns:a="http://schemas.openxmlformats.org/drawingml/2006/main">
            <a:off x="800100" y="5876925"/>
            <a:ext cx="2190750" cy="36347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132E38"/>
                </a:solidFill>
                <a:latin typeface="Aptos"/>
                <a:ea typeface="Aptos"/>
                <a:cs typeface="Aptos"/>
              </a:defRPr>
            </a:defPPr>
            <a:lvl1pPr algn="l">
              <a:buNone/>
              <a:defRPr sz="2100" b="1">
                <a:solidFill>
                  <a:srgbClr val="132E38"/>
                </a:solidFill>
                <a:latin typeface="Aptos"/>
                <a:ea typeface="Aptos"/>
                <a:cs typeface="Aptos"/>
              </a:defRPr>
            </a:lvl1pPr>
            <a:lvl2pPr algn="l">
              <a:buNone/>
              <a:defRPr sz="2100" b="1">
                <a:solidFill>
                  <a:srgbClr val="132E38"/>
                </a:solidFill>
                <a:latin typeface="Aptos"/>
                <a:ea typeface="Aptos"/>
                <a:cs typeface="Aptos"/>
              </a:defRPr>
            </a:lvl2pPr>
            <a:lvl3pPr algn="l">
              <a:buNone/>
              <a:defRPr sz="2100" b="1">
                <a:solidFill>
                  <a:srgbClr val="132E38"/>
                </a:solidFill>
                <a:latin typeface="Aptos"/>
                <a:ea typeface="Aptos"/>
                <a:cs typeface="Aptos"/>
              </a:defRPr>
            </a:lvl3pPr>
            <a:lvl4pPr algn="l">
              <a:buNone/>
              <a:defRPr sz="2100" b="1">
                <a:solidFill>
                  <a:srgbClr val="132E38"/>
                </a:solidFill>
                <a:latin typeface="Aptos"/>
                <a:ea typeface="Aptos"/>
                <a:cs typeface="Aptos"/>
              </a:defRPr>
            </a:lvl4pPr>
            <a:lvl5pPr algn="l">
              <a:buNone/>
              <a:defRPr sz="2100" b="1">
                <a:solidFill>
                  <a:srgbClr val="132E38"/>
                </a:solidFill>
                <a:latin typeface="Aptos"/>
                <a:ea typeface="Aptos"/>
                <a:cs typeface="Aptos"/>
              </a:defRPr>
            </a:lvl5pPr>
            <a:lvl6pPr algn="l">
              <a:buNone/>
              <a:defRPr sz="2100" b="1">
                <a:solidFill>
                  <a:srgbClr val="132E38"/>
                </a:solidFill>
                <a:latin typeface="Aptos"/>
                <a:ea typeface="Aptos"/>
                <a:cs typeface="Aptos"/>
              </a:defRPr>
            </a:lvl6pPr>
            <a:lvl7pPr algn="l">
              <a:buNone/>
              <a:defRPr sz="2100" b="1">
                <a:solidFill>
                  <a:srgbClr val="132E38"/>
                </a:solidFill>
                <a:latin typeface="Aptos"/>
                <a:ea typeface="Aptos"/>
                <a:cs typeface="Aptos"/>
              </a:defRPr>
            </a:lvl7pPr>
            <a:lvl8pPr algn="l">
              <a:buNone/>
              <a:defRPr sz="2100" b="1">
                <a:solidFill>
                  <a:srgbClr val="132E38"/>
                </a:solidFill>
                <a:latin typeface="Aptos"/>
                <a:ea typeface="Aptos"/>
                <a:cs typeface="Aptos"/>
              </a:defRPr>
            </a:lvl8pPr>
            <a:lvl9pPr algn="l">
              <a:buNone/>
              <a:defRPr sz="2100" b="1">
                <a:solidFill>
                  <a:srgbClr val="132E38"/>
                </a:solidFill>
                <a:latin typeface="Aptos"/>
                <a:ea typeface="Aptos"/>
                <a:cs typeface="Aptos"/>
              </a:defRPr>
            </a:lvl9pPr>
          </a:lstStyle>
          <a:p xmlns:a="http://schemas.openxmlformats.org/drawingml/2006/main">
            <a:pPr algn="l">
              <a:buNone/>
              <a:defRPr sz="2100" b="1">
                <a:solidFill>
                  <a:srgbClr val="132E38"/>
                </a:solidFill>
                <a:latin typeface="Aptos"/>
                <a:ea typeface="Aptos"/>
                <a:cs typeface="Aptos"/>
              </a:defRPr>
            </a:pPr>
            <a:r>
              <a:rPr sz="2100" b="1">
                <a:solidFill>
                  <a:srgbClr val="132E38"/>
                </a:solidFill>
                <a:latin typeface="Aptos"/>
                <a:ea typeface="Aptos"/>
                <a:cs typeface="Aptos"/>
              </a:rPr>
              <a:t>Mark submitted</a:t>
            </a:r>
          </a:p>
        </p:txBody>
      </p:sp>
      <p:sp>
        <p:nvSpPr>
          <p:cNvPr id="30" name="text-129">
            <a:extLst xmlns:a="http://schemas.openxmlformats.org/drawingml/2006/main">
              <a:ext uri="{FF2B5EF4-FFF2-40B4-BE49-F238E27FC236}">
                <a16:creationId xmlns:a16="http://schemas.microsoft.com/office/drawing/2014/main" id="{AE079C70-A68D-40A3-A610-4CC77754893B}"/>
              </a:ext>
            </a:extLst>
          </p:cNvPr>
          <p:cNvSpPr>
            <a:spLocks xmlns:a="http://schemas.openxmlformats.org/drawingml/2006/main" noGrp="1"/>
          </p:cNvSpPr>
          <p:nvPr/>
        </p:nvSpPr>
        <p:spPr>
          <a:xfrm xmlns:a="http://schemas.openxmlformats.org/drawingml/2006/main">
            <a:off x="800100" y="6249924"/>
            <a:ext cx="2190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4A6572"/>
                </a:solidFill>
                <a:latin typeface="Aptos"/>
                <a:ea typeface="Aptos"/>
                <a:cs typeface="Aptos"/>
              </a:defRPr>
            </a:defPPr>
            <a:lvl1pPr algn="l">
              <a:buNone/>
              <a:defRPr sz="1875" b="0">
                <a:solidFill>
                  <a:srgbClr val="4A6572"/>
                </a:solidFill>
                <a:latin typeface="Aptos"/>
                <a:ea typeface="Aptos"/>
                <a:cs typeface="Aptos"/>
              </a:defRPr>
            </a:lvl1pPr>
            <a:lvl2pPr algn="l">
              <a:buNone/>
              <a:defRPr sz="1875" b="0">
                <a:solidFill>
                  <a:srgbClr val="4A6572"/>
                </a:solidFill>
                <a:latin typeface="Aptos"/>
                <a:ea typeface="Aptos"/>
                <a:cs typeface="Aptos"/>
              </a:defRPr>
            </a:lvl2pPr>
            <a:lvl3pPr algn="l">
              <a:buNone/>
              <a:defRPr sz="1875" b="0">
                <a:solidFill>
                  <a:srgbClr val="4A6572"/>
                </a:solidFill>
                <a:latin typeface="Aptos"/>
                <a:ea typeface="Aptos"/>
                <a:cs typeface="Aptos"/>
              </a:defRPr>
            </a:lvl3pPr>
            <a:lvl4pPr algn="l">
              <a:buNone/>
              <a:defRPr sz="1875" b="0">
                <a:solidFill>
                  <a:srgbClr val="4A6572"/>
                </a:solidFill>
                <a:latin typeface="Aptos"/>
                <a:ea typeface="Aptos"/>
                <a:cs typeface="Aptos"/>
              </a:defRPr>
            </a:lvl4pPr>
            <a:lvl5pPr algn="l">
              <a:buNone/>
              <a:defRPr sz="1875" b="0">
                <a:solidFill>
                  <a:srgbClr val="4A6572"/>
                </a:solidFill>
                <a:latin typeface="Aptos"/>
                <a:ea typeface="Aptos"/>
                <a:cs typeface="Aptos"/>
              </a:defRPr>
            </a:lvl5pPr>
            <a:lvl6pPr algn="l">
              <a:buNone/>
              <a:defRPr sz="1875" b="0">
                <a:solidFill>
                  <a:srgbClr val="4A6572"/>
                </a:solidFill>
                <a:latin typeface="Aptos"/>
                <a:ea typeface="Aptos"/>
                <a:cs typeface="Aptos"/>
              </a:defRPr>
            </a:lvl6pPr>
            <a:lvl7pPr algn="l">
              <a:buNone/>
              <a:defRPr sz="1875" b="0">
                <a:solidFill>
                  <a:srgbClr val="4A6572"/>
                </a:solidFill>
                <a:latin typeface="Aptos"/>
                <a:ea typeface="Aptos"/>
                <a:cs typeface="Aptos"/>
              </a:defRPr>
            </a:lvl7pPr>
            <a:lvl8pPr algn="l">
              <a:buNone/>
              <a:defRPr sz="1875" b="0">
                <a:solidFill>
                  <a:srgbClr val="4A6572"/>
                </a:solidFill>
                <a:latin typeface="Aptos"/>
                <a:ea typeface="Aptos"/>
                <a:cs typeface="Aptos"/>
              </a:defRPr>
            </a:lvl8pPr>
            <a:lvl9pPr algn="l">
              <a:buNone/>
              <a:defRPr sz="1875" b="0">
                <a:solidFill>
                  <a:srgbClr val="4A6572"/>
                </a:solidFill>
                <a:latin typeface="Aptos"/>
                <a:ea typeface="Aptos"/>
                <a:cs typeface="Aptos"/>
              </a:defRPr>
            </a:lvl9pPr>
          </a:lstStyle>
          <a:p xmlns:a="http://schemas.openxmlformats.org/drawingml/2006/main">
            <a:pPr algn="l">
              <a:buNone/>
              <a:defRPr sz="1875" b="0">
                <a:solidFill>
                  <a:srgbClr val="4A6572"/>
                </a:solidFill>
                <a:latin typeface="Aptos"/>
                <a:ea typeface="Aptos"/>
                <a:cs typeface="Aptos"/>
              </a:defRPr>
            </a:pPr>
            <a:r>
              <a:rPr sz="1875" b="0">
                <a:solidFill>
                  <a:srgbClr val="4A6572"/>
                </a:solidFill>
                <a:latin typeface="Aptos"/>
                <a:ea typeface="Aptos"/>
                <a:cs typeface="Aptos"/>
              </a:rPr>
              <a:t>Selected packet</a:t>
            </a:r>
          </a:p>
          <a:p xmlns:a="http://schemas.openxmlformats.org/drawingml/2006/main">
            <a:pPr algn="l">
              <a:buNone/>
              <a:defRPr sz="1875" b="0">
                <a:solidFill>
                  <a:srgbClr val="4A6572"/>
                </a:solidFill>
                <a:latin typeface="Aptos"/>
                <a:ea typeface="Aptos"/>
                <a:cs typeface="Aptos"/>
              </a:defRPr>
            </a:pPr>
            <a:r>
              <a:rPr sz="1875" b="0">
                <a:solidFill>
                  <a:srgbClr val="4A6572"/>
                </a:solidFill>
                <a:latin typeface="Aptos"/>
                <a:ea typeface="Aptos"/>
                <a:cs typeface="Aptos"/>
              </a:rPr>
              <a:t>and actual date</a:t>
            </a:r>
          </a:p>
        </p:txBody>
      </p:sp>
      <p:cxnSp>
        <p:nvCxnSpPr>
          <p:cNvPr id="31" name="flow-130">
            <a:extLst xmlns:a="http://schemas.openxmlformats.org/drawingml/2006/main">
              <a:ext uri="{FF2B5EF4-FFF2-40B4-BE49-F238E27FC236}">
                <a16:creationId xmlns:a16="http://schemas.microsoft.com/office/drawing/2014/main" id="{FB0B129B-A86A-44A2-AAE4-B9BE4C4CB57D}"/>
              </a:ext>
            </a:extLst>
          </p:cNvPr>
          <p:cNvCxnSpPr/>
          <p:nvPr/>
        </p:nvCxnSpPr>
        <p:spPr>
          <a:xfrm xmlns:a="http://schemas.openxmlformats.org/drawingml/2006/main" flipH="0" flipV="0">
            <a:off x="12458700" y="3810000"/>
            <a:ext cx="0" cy="1905000"/>
          </a:xfrm>
          <a:prstGeom xmlns:a="http://schemas.openxmlformats.org/drawingml/2006/main" prst="straightConnector1">
            <a:avLst/>
          </a:prstGeom>
          <a:ln xmlns:a="http://schemas.openxmlformats.org/drawingml/2006/main" w="23813">
            <a:solidFill>
              <a:srgbClr val="157D80"/>
            </a:solidFill>
            <a:prstDash val="solid"/>
            <a:tailEnd type="triangle" w="med" len="med"/>
          </a:ln>
        </p:spPr>
      </p:cxnSp>
      <p:sp>
        <p:nvSpPr>
          <p:cNvPr id="32" name="text-131">
            <a:extLst xmlns:a="http://schemas.openxmlformats.org/drawingml/2006/main">
              <a:ext uri="{FF2B5EF4-FFF2-40B4-BE49-F238E27FC236}">
                <a16:creationId xmlns:a16="http://schemas.microsoft.com/office/drawing/2014/main" id="{407AE19C-2BCD-4565-B970-02C8CD5E1896}"/>
              </a:ext>
            </a:extLst>
          </p:cNvPr>
          <p:cNvSpPr>
            <a:spLocks xmlns:a="http://schemas.openxmlformats.org/drawingml/2006/main" noGrp="1"/>
          </p:cNvSpPr>
          <p:nvPr/>
        </p:nvSpPr>
        <p:spPr>
          <a:xfrm xmlns:a="http://schemas.openxmlformats.org/drawingml/2006/main">
            <a:off x="12620625" y="4476750"/>
            <a:ext cx="17621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725" b="0">
                <a:solidFill>
                  <a:srgbClr val="4A6572"/>
                </a:solidFill>
                <a:latin typeface="Aptos"/>
                <a:ea typeface="Aptos"/>
                <a:cs typeface="Aptos"/>
              </a:defRPr>
            </a:defPPr>
            <a:lvl1pPr algn="ctr">
              <a:buNone/>
              <a:defRPr sz="1725" b="0">
                <a:solidFill>
                  <a:srgbClr val="4A6572"/>
                </a:solidFill>
                <a:latin typeface="Aptos"/>
                <a:ea typeface="Aptos"/>
                <a:cs typeface="Aptos"/>
              </a:defRPr>
            </a:lvl1pPr>
            <a:lvl2pPr algn="ctr">
              <a:buNone/>
              <a:defRPr sz="1725" b="0">
                <a:solidFill>
                  <a:srgbClr val="4A6572"/>
                </a:solidFill>
                <a:latin typeface="Aptos"/>
                <a:ea typeface="Aptos"/>
                <a:cs typeface="Aptos"/>
              </a:defRPr>
            </a:lvl2pPr>
            <a:lvl3pPr algn="ctr">
              <a:buNone/>
              <a:defRPr sz="1725" b="0">
                <a:solidFill>
                  <a:srgbClr val="4A6572"/>
                </a:solidFill>
                <a:latin typeface="Aptos"/>
                <a:ea typeface="Aptos"/>
                <a:cs typeface="Aptos"/>
              </a:defRPr>
            </a:lvl3pPr>
            <a:lvl4pPr algn="ctr">
              <a:buNone/>
              <a:defRPr sz="1725" b="0">
                <a:solidFill>
                  <a:srgbClr val="4A6572"/>
                </a:solidFill>
                <a:latin typeface="Aptos"/>
                <a:ea typeface="Aptos"/>
                <a:cs typeface="Aptos"/>
              </a:defRPr>
            </a:lvl4pPr>
            <a:lvl5pPr algn="ctr">
              <a:buNone/>
              <a:defRPr sz="1725" b="0">
                <a:solidFill>
                  <a:srgbClr val="4A6572"/>
                </a:solidFill>
                <a:latin typeface="Aptos"/>
                <a:ea typeface="Aptos"/>
                <a:cs typeface="Aptos"/>
              </a:defRPr>
            </a:lvl5pPr>
            <a:lvl6pPr algn="ctr">
              <a:buNone/>
              <a:defRPr sz="1725" b="0">
                <a:solidFill>
                  <a:srgbClr val="4A6572"/>
                </a:solidFill>
                <a:latin typeface="Aptos"/>
                <a:ea typeface="Aptos"/>
                <a:cs typeface="Aptos"/>
              </a:defRPr>
            </a:lvl6pPr>
            <a:lvl7pPr algn="ctr">
              <a:buNone/>
              <a:defRPr sz="1725" b="0">
                <a:solidFill>
                  <a:srgbClr val="4A6572"/>
                </a:solidFill>
                <a:latin typeface="Aptos"/>
                <a:ea typeface="Aptos"/>
                <a:cs typeface="Aptos"/>
              </a:defRPr>
            </a:lvl7pPr>
            <a:lvl8pPr algn="ctr">
              <a:buNone/>
              <a:defRPr sz="1725" b="0">
                <a:solidFill>
                  <a:srgbClr val="4A6572"/>
                </a:solidFill>
                <a:latin typeface="Aptos"/>
                <a:ea typeface="Aptos"/>
                <a:cs typeface="Aptos"/>
              </a:defRPr>
            </a:lvl8pPr>
            <a:lvl9pPr algn="ctr">
              <a:buNone/>
              <a:defRPr sz="1725" b="0">
                <a:solidFill>
                  <a:srgbClr val="4A6572"/>
                </a:solidFill>
                <a:latin typeface="Aptos"/>
                <a:ea typeface="Aptos"/>
                <a:cs typeface="Aptos"/>
              </a:defRPr>
            </a:lvl9pPr>
          </a:lstStyle>
          <a:p xmlns:a="http://schemas.openxmlformats.org/drawingml/2006/main">
            <a:pPr algn="ctr">
              <a:buNone/>
              <a:defRPr sz="1725" b="0">
                <a:solidFill>
                  <a:srgbClr val="4A6572"/>
                </a:solidFill>
                <a:latin typeface="Aptos"/>
                <a:ea typeface="Aptos"/>
                <a:cs typeface="Aptos"/>
              </a:defRPr>
            </a:pPr>
            <a:r>
              <a:rPr sz="1725" b="0">
                <a:solidFill>
                  <a:srgbClr val="4A6572"/>
                </a:solidFill>
                <a:latin typeface="Aptos"/>
                <a:ea typeface="Aptos"/>
                <a:cs typeface="Aptos"/>
              </a:rPr>
              <a:t>Decision ready</a:t>
            </a:r>
          </a:p>
        </p:txBody>
      </p:sp>
      <p:sp>
        <p:nvSpPr>
          <p:cNvPr id="36" name="text-132">
            <a:extLst xmlns:a="http://schemas.openxmlformats.org/drawingml/2006/main">
              <a:ext uri="{FF2B5EF4-FFF2-40B4-BE49-F238E27FC236}">
                <a16:creationId xmlns:a16="http://schemas.microsoft.com/office/drawing/2014/main" id="{9DA9E401-9AD4-49AC-89B2-7A63AD784203}"/>
              </a:ext>
            </a:extLst>
          </p:cNvPr>
          <p:cNvSpPr>
            <a:spLocks xmlns:a="http://schemas.openxmlformats.org/drawingml/2006/main" noGrp="1"/>
          </p:cNvSpPr>
          <p:nvPr/>
        </p:nvSpPr>
        <p:spPr>
          <a:xfrm xmlns:a="http://schemas.openxmlformats.org/drawingml/2006/main">
            <a:off x="10163175" y="5838825"/>
            <a:ext cx="9715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500" b="0">
                <a:solidFill>
                  <a:srgbClr val="4A6572"/>
                </a:solidFill>
                <a:latin typeface="Aptos"/>
                <a:ea typeface="Aptos"/>
                <a:cs typeface="Aptos"/>
              </a:defRPr>
            </a:defPPr>
            <a:lvl1pPr algn="ctr">
              <a:buNone/>
              <a:defRPr sz="1500" b="0">
                <a:solidFill>
                  <a:srgbClr val="4A6572"/>
                </a:solidFill>
                <a:latin typeface="Aptos"/>
                <a:ea typeface="Aptos"/>
                <a:cs typeface="Aptos"/>
              </a:defRPr>
            </a:lvl1pPr>
            <a:lvl2pPr algn="ctr">
              <a:buNone/>
              <a:defRPr sz="1500" b="0">
                <a:solidFill>
                  <a:srgbClr val="4A6572"/>
                </a:solidFill>
                <a:latin typeface="Aptos"/>
                <a:ea typeface="Aptos"/>
                <a:cs typeface="Aptos"/>
              </a:defRPr>
            </a:lvl2pPr>
            <a:lvl3pPr algn="ctr">
              <a:buNone/>
              <a:defRPr sz="1500" b="0">
                <a:solidFill>
                  <a:srgbClr val="4A6572"/>
                </a:solidFill>
                <a:latin typeface="Aptos"/>
                <a:ea typeface="Aptos"/>
                <a:cs typeface="Aptos"/>
              </a:defRPr>
            </a:lvl3pPr>
            <a:lvl4pPr algn="ctr">
              <a:buNone/>
              <a:defRPr sz="1500" b="0">
                <a:solidFill>
                  <a:srgbClr val="4A6572"/>
                </a:solidFill>
                <a:latin typeface="Aptos"/>
                <a:ea typeface="Aptos"/>
                <a:cs typeface="Aptos"/>
              </a:defRPr>
            </a:lvl4pPr>
            <a:lvl5pPr algn="ctr">
              <a:buNone/>
              <a:defRPr sz="1500" b="0">
                <a:solidFill>
                  <a:srgbClr val="4A6572"/>
                </a:solidFill>
                <a:latin typeface="Aptos"/>
                <a:ea typeface="Aptos"/>
                <a:cs typeface="Aptos"/>
              </a:defRPr>
            </a:lvl5pPr>
            <a:lvl6pPr algn="ctr">
              <a:buNone/>
              <a:defRPr sz="1500" b="0">
                <a:solidFill>
                  <a:srgbClr val="4A6572"/>
                </a:solidFill>
                <a:latin typeface="Aptos"/>
                <a:ea typeface="Aptos"/>
                <a:cs typeface="Aptos"/>
              </a:defRPr>
            </a:lvl6pPr>
            <a:lvl7pPr algn="ctr">
              <a:buNone/>
              <a:defRPr sz="1500" b="0">
                <a:solidFill>
                  <a:srgbClr val="4A6572"/>
                </a:solidFill>
                <a:latin typeface="Aptos"/>
                <a:ea typeface="Aptos"/>
                <a:cs typeface="Aptos"/>
              </a:defRPr>
            </a:lvl7pPr>
            <a:lvl8pPr algn="ctr">
              <a:buNone/>
              <a:defRPr sz="1500" b="0">
                <a:solidFill>
                  <a:srgbClr val="4A6572"/>
                </a:solidFill>
                <a:latin typeface="Aptos"/>
                <a:ea typeface="Aptos"/>
                <a:cs typeface="Aptos"/>
              </a:defRPr>
            </a:lvl8pPr>
            <a:lvl9pPr algn="ctr">
              <a:buNone/>
              <a:defRPr sz="1500" b="0">
                <a:solidFill>
                  <a:srgbClr val="4A6572"/>
                </a:solidFill>
                <a:latin typeface="Aptos"/>
                <a:ea typeface="Aptos"/>
                <a:cs typeface="Aptos"/>
              </a:defRPr>
            </a:lvl9pPr>
          </a:lstStyle>
          <a:p xmlns:a="http://schemas.openxmlformats.org/drawingml/2006/main">
            <a:pPr algn="ctr">
              <a:buNone/>
              <a:defRPr sz="1500" b="0">
                <a:solidFill>
                  <a:srgbClr val="4A6572"/>
                </a:solidFill>
                <a:latin typeface="Aptos"/>
                <a:ea typeface="Aptos"/>
                <a:cs typeface="Aptos"/>
              </a:defRPr>
            </a:pPr>
            <a:r>
              <a:rPr sz="1500" b="0">
                <a:solidFill>
                  <a:srgbClr val="4A6572"/>
                </a:solidFill>
                <a:latin typeface="Aptos"/>
                <a:ea typeface="Aptos"/>
                <a:cs typeface="Aptos"/>
              </a:rPr>
              <a:t>Confirm</a:t>
            </a:r>
          </a:p>
          <a:p xmlns:a="http://schemas.openxmlformats.org/drawingml/2006/main">
            <a:pPr algn="ctr">
              <a:buNone/>
              <a:defRPr sz="1500" b="0">
                <a:solidFill>
                  <a:srgbClr val="4A6572"/>
                </a:solidFill>
                <a:latin typeface="Aptos"/>
                <a:ea typeface="Aptos"/>
                <a:cs typeface="Aptos"/>
              </a:defRPr>
            </a:pPr>
            <a:r>
              <a:rPr sz="1500" b="0">
                <a:solidFill>
                  <a:srgbClr val="4A6572"/>
                </a:solidFill>
                <a:latin typeface="Aptos"/>
                <a:ea typeface="Aptos"/>
                <a:cs typeface="Aptos"/>
              </a:rPr>
              <a:t>version</a:t>
            </a:r>
          </a:p>
        </p:txBody>
      </p:sp>
      <p:sp>
        <p:nvSpPr>
          <p:cNvPr id="37" name="text-133">
            <a:extLst xmlns:a="http://schemas.openxmlformats.org/drawingml/2006/main">
              <a:ext uri="{FF2B5EF4-FFF2-40B4-BE49-F238E27FC236}">
                <a16:creationId xmlns:a16="http://schemas.microsoft.com/office/drawing/2014/main" id="{AB036D78-5FB2-47EB-8303-4CF70A022978}"/>
              </a:ext>
            </a:extLst>
          </p:cNvPr>
          <p:cNvSpPr>
            <a:spLocks xmlns:a="http://schemas.openxmlformats.org/drawingml/2006/main" noGrp="1"/>
          </p:cNvSpPr>
          <p:nvPr/>
        </p:nvSpPr>
        <p:spPr>
          <a:xfrm xmlns:a="http://schemas.openxmlformats.org/drawingml/2006/main">
            <a:off x="3190875" y="5876925"/>
            <a:ext cx="9334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500" b="0">
                <a:solidFill>
                  <a:srgbClr val="4A6572"/>
                </a:solidFill>
                <a:latin typeface="Aptos"/>
                <a:ea typeface="Aptos"/>
                <a:cs typeface="Aptos"/>
              </a:defRPr>
            </a:defPPr>
            <a:lvl1pPr algn="ctr">
              <a:buNone/>
              <a:defRPr sz="1500" b="0">
                <a:solidFill>
                  <a:srgbClr val="4A6572"/>
                </a:solidFill>
                <a:latin typeface="Aptos"/>
                <a:ea typeface="Aptos"/>
                <a:cs typeface="Aptos"/>
              </a:defRPr>
            </a:lvl1pPr>
            <a:lvl2pPr algn="ctr">
              <a:buNone/>
              <a:defRPr sz="1500" b="0">
                <a:solidFill>
                  <a:srgbClr val="4A6572"/>
                </a:solidFill>
                <a:latin typeface="Aptos"/>
                <a:ea typeface="Aptos"/>
                <a:cs typeface="Aptos"/>
              </a:defRPr>
            </a:lvl2pPr>
            <a:lvl3pPr algn="ctr">
              <a:buNone/>
              <a:defRPr sz="1500" b="0">
                <a:solidFill>
                  <a:srgbClr val="4A6572"/>
                </a:solidFill>
                <a:latin typeface="Aptos"/>
                <a:ea typeface="Aptos"/>
                <a:cs typeface="Aptos"/>
              </a:defRPr>
            </a:lvl3pPr>
            <a:lvl4pPr algn="ctr">
              <a:buNone/>
              <a:defRPr sz="1500" b="0">
                <a:solidFill>
                  <a:srgbClr val="4A6572"/>
                </a:solidFill>
                <a:latin typeface="Aptos"/>
                <a:ea typeface="Aptos"/>
                <a:cs typeface="Aptos"/>
              </a:defRPr>
            </a:lvl4pPr>
            <a:lvl5pPr algn="ctr">
              <a:buNone/>
              <a:defRPr sz="1500" b="0">
                <a:solidFill>
                  <a:srgbClr val="4A6572"/>
                </a:solidFill>
                <a:latin typeface="Aptos"/>
                <a:ea typeface="Aptos"/>
                <a:cs typeface="Aptos"/>
              </a:defRPr>
            </a:lvl5pPr>
            <a:lvl6pPr algn="ctr">
              <a:buNone/>
              <a:defRPr sz="1500" b="0">
                <a:solidFill>
                  <a:srgbClr val="4A6572"/>
                </a:solidFill>
                <a:latin typeface="Aptos"/>
                <a:ea typeface="Aptos"/>
                <a:cs typeface="Aptos"/>
              </a:defRPr>
            </a:lvl6pPr>
            <a:lvl7pPr algn="ctr">
              <a:buNone/>
              <a:defRPr sz="1500" b="0">
                <a:solidFill>
                  <a:srgbClr val="4A6572"/>
                </a:solidFill>
                <a:latin typeface="Aptos"/>
                <a:ea typeface="Aptos"/>
                <a:cs typeface="Aptos"/>
              </a:defRPr>
            </a:lvl7pPr>
            <a:lvl8pPr algn="ctr">
              <a:buNone/>
              <a:defRPr sz="1500" b="0">
                <a:solidFill>
                  <a:srgbClr val="4A6572"/>
                </a:solidFill>
                <a:latin typeface="Aptos"/>
                <a:ea typeface="Aptos"/>
                <a:cs typeface="Aptos"/>
              </a:defRPr>
            </a:lvl8pPr>
            <a:lvl9pPr algn="ctr">
              <a:buNone/>
              <a:defRPr sz="1500" b="0">
                <a:solidFill>
                  <a:srgbClr val="4A6572"/>
                </a:solidFill>
                <a:latin typeface="Aptos"/>
                <a:ea typeface="Aptos"/>
                <a:cs typeface="Aptos"/>
              </a:defRPr>
            </a:lvl9pPr>
          </a:lstStyle>
          <a:p xmlns:a="http://schemas.openxmlformats.org/drawingml/2006/main">
            <a:pPr algn="ctr">
              <a:buNone/>
              <a:defRPr sz="1500" b="0">
                <a:solidFill>
                  <a:srgbClr val="4A6572"/>
                </a:solidFill>
                <a:latin typeface="Aptos"/>
                <a:ea typeface="Aptos"/>
                <a:cs typeface="Aptos"/>
              </a:defRPr>
            </a:pPr>
            <a:r>
              <a:rPr sz="1500" b="0">
                <a:solidFill>
                  <a:srgbClr val="4A6572"/>
                </a:solidFill>
                <a:latin typeface="Aptos"/>
                <a:ea typeface="Aptos"/>
                <a:cs typeface="Aptos"/>
              </a:rPr>
              <a:t>Reported</a:t>
            </a:r>
          </a:p>
          <a:p xmlns:a="http://schemas.openxmlformats.org/drawingml/2006/main">
            <a:pPr algn="ctr">
              <a:buNone/>
              <a:defRPr sz="1500" b="0">
                <a:solidFill>
                  <a:srgbClr val="4A6572"/>
                </a:solidFill>
                <a:latin typeface="Aptos"/>
                <a:ea typeface="Aptos"/>
                <a:cs typeface="Aptos"/>
              </a:defRPr>
            </a:pPr>
            <a:r>
              <a:rPr sz="1500" b="0">
                <a:solidFill>
                  <a:srgbClr val="4A6572"/>
                </a:solidFill>
                <a:latin typeface="Aptos"/>
                <a:ea typeface="Aptos"/>
                <a:cs typeface="Aptos"/>
              </a:rPr>
              <a:t>fact</a:t>
            </a:r>
          </a:p>
        </p:txBody>
      </p:sp>
      <p:sp>
        <p:nvSpPr>
          <p:cNvPr id="38" name="text-134">
            <a:extLst xmlns:a="http://schemas.openxmlformats.org/drawingml/2006/main">
              <a:ext uri="{FF2B5EF4-FFF2-40B4-BE49-F238E27FC236}">
                <a16:creationId xmlns:a16="http://schemas.microsoft.com/office/drawing/2014/main" id="{BD177FED-A278-49EE-AB9F-19D73E7498B2}"/>
              </a:ext>
            </a:extLst>
          </p:cNvPr>
          <p:cNvSpPr>
            <a:spLocks xmlns:a="http://schemas.openxmlformats.org/drawingml/2006/main" noGrp="1"/>
          </p:cNvSpPr>
          <p:nvPr/>
        </p:nvSpPr>
        <p:spPr>
          <a:xfrm xmlns:a="http://schemas.openxmlformats.org/drawingml/2006/main">
            <a:off x="9477375" y="1362075"/>
            <a:ext cx="51530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725" b="0">
                <a:solidFill>
                  <a:srgbClr val="4A6572"/>
                </a:solidFill>
                <a:latin typeface="Aptos"/>
                <a:ea typeface="Aptos"/>
                <a:cs typeface="Aptos"/>
              </a:defRPr>
            </a:defPPr>
            <a:lvl1pPr algn="ctr">
              <a:buNone/>
              <a:defRPr sz="1725" b="0">
                <a:solidFill>
                  <a:srgbClr val="4A6572"/>
                </a:solidFill>
                <a:latin typeface="Aptos"/>
                <a:ea typeface="Aptos"/>
                <a:cs typeface="Aptos"/>
              </a:defRPr>
            </a:lvl1pPr>
            <a:lvl2pPr algn="ctr">
              <a:buNone/>
              <a:defRPr sz="1725" b="0">
                <a:solidFill>
                  <a:srgbClr val="4A6572"/>
                </a:solidFill>
                <a:latin typeface="Aptos"/>
                <a:ea typeface="Aptos"/>
                <a:cs typeface="Aptos"/>
              </a:defRPr>
            </a:lvl2pPr>
            <a:lvl3pPr algn="ctr">
              <a:buNone/>
              <a:defRPr sz="1725" b="0">
                <a:solidFill>
                  <a:srgbClr val="4A6572"/>
                </a:solidFill>
                <a:latin typeface="Aptos"/>
                <a:ea typeface="Aptos"/>
                <a:cs typeface="Aptos"/>
              </a:defRPr>
            </a:lvl3pPr>
            <a:lvl4pPr algn="ctr">
              <a:buNone/>
              <a:defRPr sz="1725" b="0">
                <a:solidFill>
                  <a:srgbClr val="4A6572"/>
                </a:solidFill>
                <a:latin typeface="Aptos"/>
                <a:ea typeface="Aptos"/>
                <a:cs typeface="Aptos"/>
              </a:defRPr>
            </a:lvl4pPr>
            <a:lvl5pPr algn="ctr">
              <a:buNone/>
              <a:defRPr sz="1725" b="0">
                <a:solidFill>
                  <a:srgbClr val="4A6572"/>
                </a:solidFill>
                <a:latin typeface="Aptos"/>
                <a:ea typeface="Aptos"/>
                <a:cs typeface="Aptos"/>
              </a:defRPr>
            </a:lvl5pPr>
            <a:lvl6pPr algn="ctr">
              <a:buNone/>
              <a:defRPr sz="1725" b="0">
                <a:solidFill>
                  <a:srgbClr val="4A6572"/>
                </a:solidFill>
                <a:latin typeface="Aptos"/>
                <a:ea typeface="Aptos"/>
                <a:cs typeface="Aptos"/>
              </a:defRPr>
            </a:lvl6pPr>
            <a:lvl7pPr algn="ctr">
              <a:buNone/>
              <a:defRPr sz="1725" b="0">
                <a:solidFill>
                  <a:srgbClr val="4A6572"/>
                </a:solidFill>
                <a:latin typeface="Aptos"/>
                <a:ea typeface="Aptos"/>
                <a:cs typeface="Aptos"/>
              </a:defRPr>
            </a:lvl7pPr>
            <a:lvl8pPr algn="ctr">
              <a:buNone/>
              <a:defRPr sz="1725" b="0">
                <a:solidFill>
                  <a:srgbClr val="4A6572"/>
                </a:solidFill>
                <a:latin typeface="Aptos"/>
                <a:ea typeface="Aptos"/>
                <a:cs typeface="Aptos"/>
              </a:defRPr>
            </a:lvl8pPr>
            <a:lvl9pPr algn="ctr">
              <a:buNone/>
              <a:defRPr sz="1725" b="0">
                <a:solidFill>
                  <a:srgbClr val="4A6572"/>
                </a:solidFill>
                <a:latin typeface="Aptos"/>
                <a:ea typeface="Aptos"/>
                <a:cs typeface="Aptos"/>
              </a:defRPr>
            </a:lvl9pPr>
          </a:lstStyle>
          <a:p xmlns:a="http://schemas.openxmlformats.org/drawingml/2006/main">
            <a:pPr algn="ctr">
              <a:buNone/>
              <a:defRPr sz="1725" b="0">
                <a:solidFill>
                  <a:srgbClr val="4A6572"/>
                </a:solidFill>
                <a:latin typeface="Aptos"/>
                <a:ea typeface="Aptos"/>
                <a:cs typeface="Aptos"/>
              </a:defRPr>
            </a:pPr>
            <a:r>
              <a:rPr sz="1725" b="0">
                <a:solidFill>
                  <a:srgbClr val="4A6572"/>
                </a:solidFill>
                <a:latin typeface="Aptos"/>
                <a:ea typeface="Aptos"/>
                <a:cs typeface="Aptos"/>
              </a:rPr>
              <a:t>Further preparation: agents research and revise</a:t>
            </a:r>
          </a:p>
        </p:txBody>
      </p:sp>
      <p:sp>
        <p:nvSpPr>
          <p:cNvPr id="39" name="text-135">
            <a:extLst xmlns:a="http://schemas.openxmlformats.org/drawingml/2006/main">
              <a:ext uri="{FF2B5EF4-FFF2-40B4-BE49-F238E27FC236}">
                <a16:creationId xmlns:a16="http://schemas.microsoft.com/office/drawing/2014/main" id="{0C8BBC42-EB9D-4419-9032-DDC4D99C3ECA}"/>
              </a:ext>
            </a:extLst>
          </p:cNvPr>
          <p:cNvSpPr>
            <a:spLocks xmlns:a="http://schemas.openxmlformats.org/drawingml/2006/main" noGrp="1"/>
          </p:cNvSpPr>
          <p:nvPr/>
        </p:nvSpPr>
        <p:spPr>
          <a:xfrm xmlns:a="http://schemas.openxmlformats.org/drawingml/2006/main">
            <a:off x="609600" y="5200650"/>
            <a:ext cx="95440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4A6572"/>
                </a:solidFill>
                <a:latin typeface="Aptos"/>
                <a:ea typeface="Aptos"/>
                <a:cs typeface="Aptos"/>
              </a:defRPr>
            </a:defPPr>
            <a:lvl1pPr algn="l">
              <a:buNone/>
              <a:defRPr sz="1875" b="1">
                <a:solidFill>
                  <a:srgbClr val="4A6572"/>
                </a:solidFill>
                <a:latin typeface="Aptos"/>
                <a:ea typeface="Aptos"/>
                <a:cs typeface="Aptos"/>
              </a:defRPr>
            </a:lvl1pPr>
            <a:lvl2pPr algn="l">
              <a:buNone/>
              <a:defRPr sz="1875" b="1">
                <a:solidFill>
                  <a:srgbClr val="4A6572"/>
                </a:solidFill>
                <a:latin typeface="Aptos"/>
                <a:ea typeface="Aptos"/>
                <a:cs typeface="Aptos"/>
              </a:defRPr>
            </a:lvl2pPr>
            <a:lvl3pPr algn="l">
              <a:buNone/>
              <a:defRPr sz="1875" b="1">
                <a:solidFill>
                  <a:srgbClr val="4A6572"/>
                </a:solidFill>
                <a:latin typeface="Aptos"/>
                <a:ea typeface="Aptos"/>
                <a:cs typeface="Aptos"/>
              </a:defRPr>
            </a:lvl3pPr>
            <a:lvl4pPr algn="l">
              <a:buNone/>
              <a:defRPr sz="1875" b="1">
                <a:solidFill>
                  <a:srgbClr val="4A6572"/>
                </a:solidFill>
                <a:latin typeface="Aptos"/>
                <a:ea typeface="Aptos"/>
                <a:cs typeface="Aptos"/>
              </a:defRPr>
            </a:lvl4pPr>
            <a:lvl5pPr algn="l">
              <a:buNone/>
              <a:defRPr sz="1875" b="1">
                <a:solidFill>
                  <a:srgbClr val="4A6572"/>
                </a:solidFill>
                <a:latin typeface="Aptos"/>
                <a:ea typeface="Aptos"/>
                <a:cs typeface="Aptos"/>
              </a:defRPr>
            </a:lvl5pPr>
            <a:lvl6pPr algn="l">
              <a:buNone/>
              <a:defRPr sz="1875" b="1">
                <a:solidFill>
                  <a:srgbClr val="4A6572"/>
                </a:solidFill>
                <a:latin typeface="Aptos"/>
                <a:ea typeface="Aptos"/>
                <a:cs typeface="Aptos"/>
              </a:defRPr>
            </a:lvl6pPr>
            <a:lvl7pPr algn="l">
              <a:buNone/>
              <a:defRPr sz="1875" b="1">
                <a:solidFill>
                  <a:srgbClr val="4A6572"/>
                </a:solidFill>
                <a:latin typeface="Aptos"/>
                <a:ea typeface="Aptos"/>
                <a:cs typeface="Aptos"/>
              </a:defRPr>
            </a:lvl7pPr>
            <a:lvl8pPr algn="l">
              <a:buNone/>
              <a:defRPr sz="1875" b="1">
                <a:solidFill>
                  <a:srgbClr val="4A6572"/>
                </a:solidFill>
                <a:latin typeface="Aptos"/>
                <a:ea typeface="Aptos"/>
                <a:cs typeface="Aptos"/>
              </a:defRPr>
            </a:lvl8pPr>
            <a:lvl9pPr algn="l">
              <a:buNone/>
              <a:defRPr sz="1875" b="1">
                <a:solidFill>
                  <a:srgbClr val="4A6572"/>
                </a:solidFill>
                <a:latin typeface="Aptos"/>
                <a:ea typeface="Aptos"/>
                <a:cs typeface="Aptos"/>
              </a:defRPr>
            </a:lvl9pPr>
          </a:lstStyle>
          <a:p xmlns:a="http://schemas.openxmlformats.org/drawingml/2006/main">
            <a:pPr algn="l">
              <a:buNone/>
              <a:defRPr sz="1875" b="1">
                <a:solidFill>
                  <a:srgbClr val="4A6572"/>
                </a:solidFill>
                <a:latin typeface="Aptos"/>
                <a:ea typeface="Aptos"/>
                <a:cs typeface="Aptos"/>
              </a:defRPr>
            </a:pPr>
            <a:r>
              <a:rPr sz="1875" b="1">
                <a:solidFill>
                  <a:srgbClr val="4A6572"/>
                </a:solidFill>
                <a:latin typeface="Aptos"/>
                <a:ea typeface="Aptos"/>
                <a:cs typeface="Aptos"/>
              </a:rPr>
              <a:t>Capture merged; Packet UI draft</a:t>
            </a:r>
          </a:p>
        </p:txBody>
      </p:sp>
      <p:sp>
        <p:nvSpPr>
          <p:cNvPr id="40" name="text-136">
            <a:extLst xmlns:a="http://schemas.openxmlformats.org/drawingml/2006/main">
              <a:ext uri="{FF2B5EF4-FFF2-40B4-BE49-F238E27FC236}">
                <a16:creationId xmlns:a16="http://schemas.microsoft.com/office/drawing/2014/main" id="{9925D15F-C41E-4FE0-B915-4A4A89B35D40}"/>
              </a:ext>
            </a:extLst>
          </p:cNvPr>
          <p:cNvSpPr>
            <a:spLocks xmlns:a="http://schemas.openxmlformats.org/drawingml/2006/main" noGrp="1"/>
          </p:cNvSpPr>
          <p:nvPr/>
        </p:nvSpPr>
        <p:spPr>
          <a:xfrm xmlns:a="http://schemas.openxmlformats.org/drawingml/2006/main">
            <a:off x="7334250" y="7334250"/>
            <a:ext cx="2819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575" b="0">
                <a:solidFill>
                  <a:srgbClr val="4A6572"/>
                </a:solidFill>
                <a:latin typeface="Aptos"/>
                <a:ea typeface="Aptos"/>
                <a:cs typeface="Aptos"/>
              </a:defRPr>
            </a:defPPr>
            <a:lvl1pPr algn="ctr">
              <a:buNone/>
              <a:defRPr sz="1575" b="0">
                <a:solidFill>
                  <a:srgbClr val="4A6572"/>
                </a:solidFill>
                <a:latin typeface="Aptos"/>
                <a:ea typeface="Aptos"/>
                <a:cs typeface="Aptos"/>
              </a:defRPr>
            </a:lvl1pPr>
            <a:lvl2pPr algn="ctr">
              <a:buNone/>
              <a:defRPr sz="1575" b="0">
                <a:solidFill>
                  <a:srgbClr val="4A6572"/>
                </a:solidFill>
                <a:latin typeface="Aptos"/>
                <a:ea typeface="Aptos"/>
                <a:cs typeface="Aptos"/>
              </a:defRPr>
            </a:lvl2pPr>
            <a:lvl3pPr algn="ctr">
              <a:buNone/>
              <a:defRPr sz="1575" b="0">
                <a:solidFill>
                  <a:srgbClr val="4A6572"/>
                </a:solidFill>
                <a:latin typeface="Aptos"/>
                <a:ea typeface="Aptos"/>
                <a:cs typeface="Aptos"/>
              </a:defRPr>
            </a:lvl3pPr>
            <a:lvl4pPr algn="ctr">
              <a:buNone/>
              <a:defRPr sz="1575" b="0">
                <a:solidFill>
                  <a:srgbClr val="4A6572"/>
                </a:solidFill>
                <a:latin typeface="Aptos"/>
                <a:ea typeface="Aptos"/>
                <a:cs typeface="Aptos"/>
              </a:defRPr>
            </a:lvl4pPr>
            <a:lvl5pPr algn="ctr">
              <a:buNone/>
              <a:defRPr sz="1575" b="0">
                <a:solidFill>
                  <a:srgbClr val="4A6572"/>
                </a:solidFill>
                <a:latin typeface="Aptos"/>
                <a:ea typeface="Aptos"/>
                <a:cs typeface="Aptos"/>
              </a:defRPr>
            </a:lvl5pPr>
            <a:lvl6pPr algn="ctr">
              <a:buNone/>
              <a:defRPr sz="1575" b="0">
                <a:solidFill>
                  <a:srgbClr val="4A6572"/>
                </a:solidFill>
                <a:latin typeface="Aptos"/>
                <a:ea typeface="Aptos"/>
                <a:cs typeface="Aptos"/>
              </a:defRPr>
            </a:lvl6pPr>
            <a:lvl7pPr algn="ctr">
              <a:buNone/>
              <a:defRPr sz="1575" b="0">
                <a:solidFill>
                  <a:srgbClr val="4A6572"/>
                </a:solidFill>
                <a:latin typeface="Aptos"/>
                <a:ea typeface="Aptos"/>
                <a:cs typeface="Aptos"/>
              </a:defRPr>
            </a:lvl7pPr>
            <a:lvl8pPr algn="ctr">
              <a:buNone/>
              <a:defRPr sz="1575" b="0">
                <a:solidFill>
                  <a:srgbClr val="4A6572"/>
                </a:solidFill>
                <a:latin typeface="Aptos"/>
                <a:ea typeface="Aptos"/>
                <a:cs typeface="Aptos"/>
              </a:defRPr>
            </a:lvl8pPr>
            <a:lvl9pPr algn="ctr">
              <a:buNone/>
              <a:defRPr sz="1575" b="0">
                <a:solidFill>
                  <a:srgbClr val="4A6572"/>
                </a:solidFill>
                <a:latin typeface="Aptos"/>
                <a:ea typeface="Aptos"/>
                <a:cs typeface="Aptos"/>
              </a:defRPr>
            </a:lvl9pPr>
          </a:lstStyle>
          <a:p xmlns:a="http://schemas.openxmlformats.org/drawingml/2006/main">
            <a:pPr algn="ctr">
              <a:buNone/>
              <a:defRPr sz="1575" b="0">
                <a:solidFill>
                  <a:srgbClr val="4A6572"/>
                </a:solidFill>
                <a:latin typeface="Aptos"/>
                <a:ea typeface="Aptos"/>
                <a:cs typeface="Aptos"/>
              </a:defRPr>
            </a:pPr>
            <a:r>
              <a:rPr sz="1575" b="0">
                <a:solidFill>
                  <a:srgbClr val="4A6572"/>
                </a:solidFill>
                <a:latin typeface="Aptos"/>
                <a:ea typeface="Aptos"/>
                <a:cs typeface="Aptos"/>
              </a:rPr>
              <a:t>Sponsor / DAO requirements only when genuine</a:t>
            </a:r>
          </a:p>
        </p:txBody>
      </p:sp>
      <p:sp>
        <p:nvSpPr>
          <p:cNvPr id="41" name="text-137">
            <a:extLst xmlns:a="http://schemas.openxmlformats.org/drawingml/2006/main">
              <a:ext uri="{FF2B5EF4-FFF2-40B4-BE49-F238E27FC236}">
                <a16:creationId xmlns:a16="http://schemas.microsoft.com/office/drawing/2014/main" id="{15DFB048-0BD5-4557-A211-977566F775CB}"/>
              </a:ext>
            </a:extLst>
          </p:cNvPr>
          <p:cNvSpPr>
            <a:spLocks xmlns:a="http://schemas.openxmlformats.org/drawingml/2006/main" noGrp="1"/>
          </p:cNvSpPr>
          <p:nvPr/>
        </p:nvSpPr>
        <p:spPr>
          <a:xfrm xmlns:a="http://schemas.openxmlformats.org/drawingml/2006/main">
            <a:off x="3190875" y="6572250"/>
            <a:ext cx="9334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500" b="0">
                <a:solidFill>
                  <a:srgbClr val="4A6572"/>
                </a:solidFill>
                <a:latin typeface="Aptos"/>
                <a:ea typeface="Aptos"/>
                <a:cs typeface="Aptos"/>
              </a:defRPr>
            </a:defPPr>
            <a:lvl1pPr algn="ctr">
              <a:buNone/>
              <a:defRPr sz="1500" b="0">
                <a:solidFill>
                  <a:srgbClr val="4A6572"/>
                </a:solidFill>
                <a:latin typeface="Aptos"/>
                <a:ea typeface="Aptos"/>
                <a:cs typeface="Aptos"/>
              </a:defRPr>
            </a:lvl1pPr>
            <a:lvl2pPr algn="ctr">
              <a:buNone/>
              <a:defRPr sz="1500" b="0">
                <a:solidFill>
                  <a:srgbClr val="4A6572"/>
                </a:solidFill>
                <a:latin typeface="Aptos"/>
                <a:ea typeface="Aptos"/>
                <a:cs typeface="Aptos"/>
              </a:defRPr>
            </a:lvl2pPr>
            <a:lvl3pPr algn="ctr">
              <a:buNone/>
              <a:defRPr sz="1500" b="0">
                <a:solidFill>
                  <a:srgbClr val="4A6572"/>
                </a:solidFill>
                <a:latin typeface="Aptos"/>
                <a:ea typeface="Aptos"/>
                <a:cs typeface="Aptos"/>
              </a:defRPr>
            </a:lvl3pPr>
            <a:lvl4pPr algn="ctr">
              <a:buNone/>
              <a:defRPr sz="1500" b="0">
                <a:solidFill>
                  <a:srgbClr val="4A6572"/>
                </a:solidFill>
                <a:latin typeface="Aptos"/>
                <a:ea typeface="Aptos"/>
                <a:cs typeface="Aptos"/>
              </a:defRPr>
            </a:lvl4pPr>
            <a:lvl5pPr algn="ctr">
              <a:buNone/>
              <a:defRPr sz="1500" b="0">
                <a:solidFill>
                  <a:srgbClr val="4A6572"/>
                </a:solidFill>
                <a:latin typeface="Aptos"/>
                <a:ea typeface="Aptos"/>
                <a:cs typeface="Aptos"/>
              </a:defRPr>
            </a:lvl5pPr>
            <a:lvl6pPr algn="ctr">
              <a:buNone/>
              <a:defRPr sz="1500" b="0">
                <a:solidFill>
                  <a:srgbClr val="4A6572"/>
                </a:solidFill>
                <a:latin typeface="Aptos"/>
                <a:ea typeface="Aptos"/>
                <a:cs typeface="Aptos"/>
              </a:defRPr>
            </a:lvl6pPr>
            <a:lvl7pPr algn="ctr">
              <a:buNone/>
              <a:defRPr sz="1500" b="0">
                <a:solidFill>
                  <a:srgbClr val="4A6572"/>
                </a:solidFill>
                <a:latin typeface="Aptos"/>
                <a:ea typeface="Aptos"/>
                <a:cs typeface="Aptos"/>
              </a:defRPr>
            </a:lvl7pPr>
            <a:lvl8pPr algn="ctr">
              <a:buNone/>
              <a:defRPr sz="1500" b="0">
                <a:solidFill>
                  <a:srgbClr val="4A6572"/>
                </a:solidFill>
                <a:latin typeface="Aptos"/>
                <a:ea typeface="Aptos"/>
                <a:cs typeface="Aptos"/>
              </a:defRPr>
            </a:lvl8pPr>
            <a:lvl9pPr algn="ctr">
              <a:buNone/>
              <a:defRPr sz="1500" b="0">
                <a:solidFill>
                  <a:srgbClr val="4A6572"/>
                </a:solidFill>
                <a:latin typeface="Aptos"/>
                <a:ea typeface="Aptos"/>
                <a:cs typeface="Aptos"/>
              </a:defRPr>
            </a:lvl9pPr>
          </a:lstStyle>
          <a:p xmlns:a="http://schemas.openxmlformats.org/drawingml/2006/main">
            <a:pPr algn="ctr">
              <a:buNone/>
              <a:defRPr sz="1575" b="0">
                <a:solidFill>
                  <a:srgbClr val="4A6572"/>
                </a:solidFill>
                <a:latin typeface="Aptos"/>
                <a:ea typeface="Aptos"/>
                <a:cs typeface="Aptos"/>
              </a:defRPr>
            </a:pPr>
            <a:r>
              <a:rPr sz="1500" b="0">
                <a:solidFill>
                  <a:srgbClr val="4A6572"/>
                </a:solidFill>
                <a:latin typeface="Aptos"/>
                <a:ea typeface="Aptos"/>
                <a:cs typeface="Aptos"/>
              </a:rPr>
              <a:t>Later</a:t>
            </a:r>
          </a:p>
          <a:p xmlns:a="http://schemas.openxmlformats.org/drawingml/2006/main">
            <a:pPr algn="ctr">
              <a:buNone/>
              <a:defRPr sz="1575" b="0">
                <a:solidFill>
                  <a:srgbClr val="4A6572"/>
                </a:solidFill>
                <a:latin typeface="Aptos"/>
                <a:ea typeface="Aptos"/>
                <a:cs typeface="Aptos"/>
              </a:defRPr>
            </a:pPr>
            <a:r>
              <a:rPr sz="1500" b="0">
                <a:solidFill>
                  <a:srgbClr val="4A6572"/>
                </a:solidFill>
                <a:latin typeface="Aptos"/>
                <a:ea typeface="Aptos"/>
                <a:cs typeface="Aptos"/>
              </a:rPr>
              <a:t>receipt</a:t>
            </a:r>
          </a:p>
        </p:txBody>
      </p:sp>
      <p:cxnSp>
        <p:nvCxnSpPr>
          <p:cNvPr id="43" name="partner-flow-1">
            <a:extLst xmlns:a="http://schemas.openxmlformats.org/drawingml/2006/main">
              <a:ext uri="{FF2B5EF4-FFF2-40B4-BE49-F238E27FC236}">
                <a16:creationId xmlns:a16="http://schemas.microsoft.com/office/drawing/2014/main" id="{474C57F3-FEA4-4A15-99F5-A14F448532AE}"/>
              </a:ext>
            </a:extLst>
          </p:cNvPr>
          <p:cNvCxnSpPr/>
          <p:nvPr/>
        </p:nvCxnSpPr>
        <p:spPr>
          <a:xfrm xmlns:a="http://schemas.openxmlformats.org/drawingml/2006/main" flipH="0" flipV="0">
            <a:off x="14630400" y="6553200"/>
            <a:ext cx="228600" cy="0"/>
          </a:xfrm>
          <a:prstGeom xmlns:a="http://schemas.openxmlformats.org/drawingml/2006/main" prst="straightConnector1">
            <a:avLst/>
          </a:prstGeom>
          <a:ln xmlns:a="http://schemas.openxmlformats.org/drawingml/2006/main" w="23813">
            <a:solidFill>
              <a:srgbClr val="157D80"/>
            </a:solidFill>
            <a:prstDash val="solid"/>
          </a:ln>
        </p:spPr>
      </p:cxnSp>
      <p:cxnSp>
        <p:nvCxnSpPr>
          <p:cNvPr id="44" name="partner-flow-2">
            <a:extLst xmlns:a="http://schemas.openxmlformats.org/drawingml/2006/main">
              <a:ext uri="{FF2B5EF4-FFF2-40B4-BE49-F238E27FC236}">
                <a16:creationId xmlns:a16="http://schemas.microsoft.com/office/drawing/2014/main" id="{F9DDB598-75FF-48EF-8335-C0F8661E584F}"/>
              </a:ext>
            </a:extLst>
          </p:cNvPr>
          <p:cNvCxnSpPr/>
          <p:nvPr/>
        </p:nvCxnSpPr>
        <p:spPr>
          <a:xfrm xmlns:a="http://schemas.openxmlformats.org/drawingml/2006/main" flipH="0" flipV="1">
            <a:off x="14859000" y="1695450"/>
            <a:ext cx="0" cy="4857750"/>
          </a:xfrm>
          <a:prstGeom xmlns:a="http://schemas.openxmlformats.org/drawingml/2006/main" prst="straightConnector1">
            <a:avLst/>
          </a:prstGeom>
          <a:ln xmlns:a="http://schemas.openxmlformats.org/drawingml/2006/main" w="23813">
            <a:solidFill>
              <a:srgbClr val="157D80"/>
            </a:solidFill>
            <a:prstDash val="solid"/>
          </a:ln>
        </p:spPr>
      </p:cxnSp>
      <p:cxnSp>
        <p:nvCxnSpPr>
          <p:cNvPr id="45" name="partner-flow-3">
            <a:extLst xmlns:a="http://schemas.openxmlformats.org/drawingml/2006/main">
              <a:ext uri="{FF2B5EF4-FFF2-40B4-BE49-F238E27FC236}">
                <a16:creationId xmlns:a16="http://schemas.microsoft.com/office/drawing/2014/main" id="{F1C69EBB-F099-4B9D-B38E-48C7E22FFEFA}"/>
              </a:ext>
            </a:extLst>
          </p:cNvPr>
          <p:cNvCxnSpPr/>
          <p:nvPr/>
        </p:nvCxnSpPr>
        <p:spPr>
          <a:xfrm xmlns:a="http://schemas.openxmlformats.org/drawingml/2006/main" flipH="1" flipV="0">
            <a:off x="6877050" y="1695450"/>
            <a:ext cx="7981950" cy="0"/>
          </a:xfrm>
          <a:prstGeom xmlns:a="http://schemas.openxmlformats.org/drawingml/2006/main" prst="straightConnector1">
            <a:avLst/>
          </a:prstGeom>
          <a:ln xmlns:a="http://schemas.openxmlformats.org/drawingml/2006/main" w="23813">
            <a:solidFill>
              <a:srgbClr val="157D80"/>
            </a:solidFill>
            <a:prstDash val="solid"/>
          </a:ln>
        </p:spPr>
      </p:cxnSp>
      <p:cxnSp>
        <p:nvCxnSpPr>
          <p:cNvPr id="46" name="partner-flow-4">
            <a:extLst xmlns:a="http://schemas.openxmlformats.org/drawingml/2006/main">
              <a:ext uri="{FF2B5EF4-FFF2-40B4-BE49-F238E27FC236}">
                <a16:creationId xmlns:a16="http://schemas.microsoft.com/office/drawing/2014/main" id="{2F5CBEB4-37A5-4BF1-AACC-ACA976297623}"/>
              </a:ext>
            </a:extLst>
          </p:cNvPr>
          <p:cNvCxnSpPr/>
          <p:nvPr/>
        </p:nvCxnSpPr>
        <p:spPr>
          <a:xfrm xmlns:a="http://schemas.openxmlformats.org/drawingml/2006/main" flipH="0" flipV="0">
            <a:off x="6877050" y="1695450"/>
            <a:ext cx="0" cy="400050"/>
          </a:xfrm>
          <a:prstGeom xmlns:a="http://schemas.openxmlformats.org/drawingml/2006/main" prst="straightConnector1">
            <a:avLst/>
          </a:prstGeom>
          <a:ln xmlns:a="http://schemas.openxmlformats.org/drawingml/2006/main" w="23813">
            <a:solidFill>
              <a:srgbClr val="157D80"/>
            </a:solidFill>
            <a:prstDash val="solid"/>
            <a:tailEnd type="triangle" w="med" len="med"/>
          </a:ln>
        </p:spPr>
      </p:cxnSp>
    </p:spTree>
    <p:extLst>
      <p:ext uri="{BB962C8B-B14F-4D97-AF65-F5344CB8AC3E}">
        <p14:creationId xmlns:p14="http://schemas.microsoft.com/office/powerpoint/2010/main" val="987652033"/>
      </p:ext>
    </p:extLst>
  </p:cSld>
</p:sld>
</file>

<file path=ppt/slides/slide5.xml><?xml version="1.0" encoding="utf-8"?>
<p:sld xmlns:p="http://schemas.openxmlformats.org/presentationml/2006/main">
  <p:cSld>
    <p:bg>
      <p:bgPr>
        <a:solidFill xmlns:a="http://schemas.openxmlformats.org/drawingml/2006/main">
          <a:srgbClr val="F6F5F0"/>
        </a:solidFill>
      </p:bgPr>
    </p:bg>
    <p:spTree>
      <p:nvGrpSpPr>
        <p:cNvPr id="1" name=""/>
        <p:cNvGrpSpPr/>
        <p:nvPr/>
      </p:nvGrpSpPr>
      <p:grpSpPr>
        <a:xfrm xmlns:a="http://schemas.openxmlformats.org/drawingml/2006/main"/>
      </p:grpSpPr>
      <p:cxnSp>
        <p:nvCxnSpPr>
          <p:cNvPr id="25" name="">
            <a:extLst xmlns:a="http://schemas.openxmlformats.org/drawingml/2006/main">
              <a:ext uri="{FF2B5EF4-FFF2-40B4-BE49-F238E27FC236}">
                <a16:creationId xmlns:a16="http://schemas.microsoft.com/office/drawing/2014/main" id="{BE12559E-019E-42EB-8504-0E5882CF4073}"/>
              </a:ext>
            </a:extLst>
          </p:cNvPr>
          <p:cNvCxnSpPr>
            <a:stCxn xmlns:a="http://schemas.openxmlformats.org/drawingml/2006/main" id="6" idx="2"/>
            <a:endCxn xmlns:a="http://schemas.openxmlformats.org/drawingml/2006/main" id="12" idx="0"/>
          </p:cNvCxnSpPr>
          <p:nvPr/>
        </p:nvCxnSpPr>
        <p:spPr>
          <a:xfrm xmlns:a="http://schemas.openxmlformats.org/drawingml/2006/main">
            <a:off x="3276600" y="3048000"/>
            <a:ext cx="0" cy="952500"/>
          </a:xfrm>
          <a:prstGeom xmlns:a="http://schemas.openxmlformats.org/drawingml/2006/main" prst="straightConnector1">
            <a:avLst/>
          </a:prstGeom>
          <a:ln xmlns:a="http://schemas.openxmlformats.org/drawingml/2006/main" w="23813">
            <a:solidFill>
              <a:srgbClr val="157D80"/>
            </a:solidFill>
            <a:prstDash val="solid"/>
            <a:tailEnd type="triangle" w="med" len="med"/>
          </a:ln>
        </p:spPr>
      </p:cxnSp>
      <p:sp>
        <p:nvSpPr>
          <p:cNvPr id="45" name="text-138">
            <a:extLst xmlns:a="http://schemas.openxmlformats.org/drawingml/2006/main">
              <a:ext uri="{FF2B5EF4-FFF2-40B4-BE49-F238E27FC236}">
                <a16:creationId xmlns:a16="http://schemas.microsoft.com/office/drawing/2014/main" id="{F29F621C-8FAF-423D-9FC3-16354B35E826}"/>
              </a:ext>
            </a:extLst>
          </p:cNvPr>
          <p:cNvSpPr>
            <a:spLocks xmlns:a="http://schemas.openxmlformats.org/drawingml/2006/main" noGrp="1"/>
          </p:cNvSpPr>
          <p:nvPr/>
        </p:nvSpPr>
        <p:spPr>
          <a:xfrm xmlns:a="http://schemas.openxmlformats.org/drawingml/2006/main">
            <a:off x="609600" y="514350"/>
            <a:ext cx="14020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600" b="1">
                <a:solidFill>
                  <a:srgbClr val="132E38"/>
                </a:solidFill>
                <a:latin typeface="Aptos"/>
                <a:ea typeface="Aptos"/>
                <a:cs typeface="Aptos"/>
              </a:defRPr>
            </a:defPPr>
            <a:lvl1pPr algn="l">
              <a:buNone/>
              <a:defRPr sz="3600" b="1">
                <a:solidFill>
                  <a:srgbClr val="132E38"/>
                </a:solidFill>
                <a:latin typeface="Aptos"/>
                <a:ea typeface="Aptos"/>
                <a:cs typeface="Aptos"/>
              </a:defRPr>
            </a:lvl1pPr>
            <a:lvl2pPr algn="l">
              <a:buNone/>
              <a:defRPr sz="3600" b="1">
                <a:solidFill>
                  <a:srgbClr val="132E38"/>
                </a:solidFill>
                <a:latin typeface="Aptos"/>
                <a:ea typeface="Aptos"/>
                <a:cs typeface="Aptos"/>
              </a:defRPr>
            </a:lvl2pPr>
            <a:lvl3pPr algn="l">
              <a:buNone/>
              <a:defRPr sz="3600" b="1">
                <a:solidFill>
                  <a:srgbClr val="132E38"/>
                </a:solidFill>
                <a:latin typeface="Aptos"/>
                <a:ea typeface="Aptos"/>
                <a:cs typeface="Aptos"/>
              </a:defRPr>
            </a:lvl3pPr>
            <a:lvl4pPr algn="l">
              <a:buNone/>
              <a:defRPr sz="3600" b="1">
                <a:solidFill>
                  <a:srgbClr val="132E38"/>
                </a:solidFill>
                <a:latin typeface="Aptos"/>
                <a:ea typeface="Aptos"/>
                <a:cs typeface="Aptos"/>
              </a:defRPr>
            </a:lvl4pPr>
            <a:lvl5pPr algn="l">
              <a:buNone/>
              <a:defRPr sz="3600" b="1">
                <a:solidFill>
                  <a:srgbClr val="132E38"/>
                </a:solidFill>
                <a:latin typeface="Aptos"/>
                <a:ea typeface="Aptos"/>
                <a:cs typeface="Aptos"/>
              </a:defRPr>
            </a:lvl5pPr>
            <a:lvl6pPr algn="l">
              <a:buNone/>
              <a:defRPr sz="3600" b="1">
                <a:solidFill>
                  <a:srgbClr val="132E38"/>
                </a:solidFill>
                <a:latin typeface="Aptos"/>
                <a:ea typeface="Aptos"/>
                <a:cs typeface="Aptos"/>
              </a:defRPr>
            </a:lvl6pPr>
            <a:lvl7pPr algn="l">
              <a:buNone/>
              <a:defRPr sz="3600" b="1">
                <a:solidFill>
                  <a:srgbClr val="132E38"/>
                </a:solidFill>
                <a:latin typeface="Aptos"/>
                <a:ea typeface="Aptos"/>
                <a:cs typeface="Aptos"/>
              </a:defRPr>
            </a:lvl7pPr>
            <a:lvl8pPr algn="l">
              <a:buNone/>
              <a:defRPr sz="3600" b="1">
                <a:solidFill>
                  <a:srgbClr val="132E38"/>
                </a:solidFill>
                <a:latin typeface="Aptos"/>
                <a:ea typeface="Aptos"/>
                <a:cs typeface="Aptos"/>
              </a:defRPr>
            </a:lvl8pPr>
            <a:lvl9pPr algn="l">
              <a:buNone/>
              <a:defRPr sz="3600" b="1">
                <a:solidFill>
                  <a:srgbClr val="132E38"/>
                </a:solidFill>
                <a:latin typeface="Aptos"/>
                <a:ea typeface="Aptos"/>
                <a:cs typeface="Aptos"/>
              </a:defRPr>
            </a:lvl9pPr>
          </a:lstStyle>
          <a:p xmlns:a="http://schemas.openxmlformats.org/drawingml/2006/main">
            <a:pPr algn="l">
              <a:buNone/>
              <a:defRPr sz="3600" b="1">
                <a:solidFill>
                  <a:srgbClr val="132E38"/>
                </a:solidFill>
                <a:latin typeface="Aptos"/>
                <a:ea typeface="Aptos"/>
                <a:cs typeface="Aptos"/>
              </a:defRPr>
            </a:pPr>
            <a:r>
              <a:rPr sz="3600" b="1">
                <a:solidFill>
                  <a:srgbClr val="132E38"/>
                </a:solidFill>
                <a:latin typeface="Aptos"/>
                <a:ea typeface="Aptos"/>
                <a:cs typeface="Aptos"/>
              </a:rPr>
              <a:t>Authorized agent contribution</a:t>
            </a:r>
          </a:p>
        </p:txBody>
      </p:sp>
      <p:sp>
        <p:nvSpPr>
          <p:cNvPr id="2" name="text-139">
            <a:extLst xmlns:a="http://schemas.openxmlformats.org/drawingml/2006/main">
              <a:ext uri="{FF2B5EF4-FFF2-40B4-BE49-F238E27FC236}">
                <a16:creationId xmlns:a16="http://schemas.microsoft.com/office/drawing/2014/main" id="{E747250E-AA79-449D-9677-76DC6CBA6B8E}"/>
              </a:ext>
            </a:extLst>
          </p:cNvPr>
          <p:cNvSpPr>
            <a:spLocks xmlns:a="http://schemas.openxmlformats.org/drawingml/2006/main" noGrp="1"/>
          </p:cNvSpPr>
          <p:nvPr/>
        </p:nvSpPr>
        <p:spPr>
          <a:xfrm xmlns:a="http://schemas.openxmlformats.org/drawingml/2006/main">
            <a:off x="14154150" y="8020050"/>
            <a:ext cx="476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500" b="1">
                <a:solidFill>
                  <a:srgbClr val="157D80"/>
                </a:solidFill>
                <a:latin typeface="Aptos"/>
                <a:ea typeface="Aptos"/>
                <a:cs typeface="Aptos"/>
              </a:defRPr>
            </a:defPPr>
            <a:lvl1pPr algn="r">
              <a:buNone/>
              <a:defRPr sz="1500" b="1">
                <a:solidFill>
                  <a:srgbClr val="157D80"/>
                </a:solidFill>
                <a:latin typeface="Aptos"/>
                <a:ea typeface="Aptos"/>
                <a:cs typeface="Aptos"/>
              </a:defRPr>
            </a:lvl1pPr>
            <a:lvl2pPr algn="r">
              <a:buNone/>
              <a:defRPr sz="1500" b="1">
                <a:solidFill>
                  <a:srgbClr val="157D80"/>
                </a:solidFill>
                <a:latin typeface="Aptos"/>
                <a:ea typeface="Aptos"/>
                <a:cs typeface="Aptos"/>
              </a:defRPr>
            </a:lvl2pPr>
            <a:lvl3pPr algn="r">
              <a:buNone/>
              <a:defRPr sz="1500" b="1">
                <a:solidFill>
                  <a:srgbClr val="157D80"/>
                </a:solidFill>
                <a:latin typeface="Aptos"/>
                <a:ea typeface="Aptos"/>
                <a:cs typeface="Aptos"/>
              </a:defRPr>
            </a:lvl3pPr>
            <a:lvl4pPr algn="r">
              <a:buNone/>
              <a:defRPr sz="1500" b="1">
                <a:solidFill>
                  <a:srgbClr val="157D80"/>
                </a:solidFill>
                <a:latin typeface="Aptos"/>
                <a:ea typeface="Aptos"/>
                <a:cs typeface="Aptos"/>
              </a:defRPr>
            </a:lvl4pPr>
            <a:lvl5pPr algn="r">
              <a:buNone/>
              <a:defRPr sz="1500" b="1">
                <a:solidFill>
                  <a:srgbClr val="157D80"/>
                </a:solidFill>
                <a:latin typeface="Aptos"/>
                <a:ea typeface="Aptos"/>
                <a:cs typeface="Aptos"/>
              </a:defRPr>
            </a:lvl5pPr>
            <a:lvl6pPr algn="r">
              <a:buNone/>
              <a:defRPr sz="1500" b="1">
                <a:solidFill>
                  <a:srgbClr val="157D80"/>
                </a:solidFill>
                <a:latin typeface="Aptos"/>
                <a:ea typeface="Aptos"/>
                <a:cs typeface="Aptos"/>
              </a:defRPr>
            </a:lvl6pPr>
            <a:lvl7pPr algn="r">
              <a:buNone/>
              <a:defRPr sz="1500" b="1">
                <a:solidFill>
                  <a:srgbClr val="157D80"/>
                </a:solidFill>
                <a:latin typeface="Aptos"/>
                <a:ea typeface="Aptos"/>
                <a:cs typeface="Aptos"/>
              </a:defRPr>
            </a:lvl7pPr>
            <a:lvl8pPr algn="r">
              <a:buNone/>
              <a:defRPr sz="1500" b="1">
                <a:solidFill>
                  <a:srgbClr val="157D80"/>
                </a:solidFill>
                <a:latin typeface="Aptos"/>
                <a:ea typeface="Aptos"/>
                <a:cs typeface="Aptos"/>
              </a:defRPr>
            </a:lvl8pPr>
            <a:lvl9pPr algn="r">
              <a:buNone/>
              <a:defRPr sz="1500" b="1">
                <a:solidFill>
                  <a:srgbClr val="157D80"/>
                </a:solidFill>
                <a:latin typeface="Aptos"/>
                <a:ea typeface="Aptos"/>
                <a:cs typeface="Aptos"/>
              </a:defRPr>
            </a:lvl9pPr>
          </a:lstStyle>
          <a:p xmlns:a="http://schemas.openxmlformats.org/drawingml/2006/main">
            <a:pPr algn="r">
              <a:buNone/>
              <a:defRPr sz="1500" b="1">
                <a:solidFill>
                  <a:srgbClr val="157D80"/>
                </a:solidFill>
                <a:latin typeface="Aptos"/>
                <a:ea typeface="Aptos"/>
                <a:cs typeface="Aptos"/>
              </a:defRPr>
            </a:pPr>
            <a:r>
              <a:rPr sz="1500" b="1">
                <a:solidFill>
                  <a:srgbClr val="157D80"/>
                </a:solidFill>
                <a:latin typeface="Aptos"/>
                <a:ea typeface="Aptos"/>
                <a:cs typeface="Aptos"/>
              </a:rPr>
              <a:t>5</a:t>
            </a:r>
          </a:p>
        </p:txBody>
      </p:sp>
      <p:sp>
        <p:nvSpPr>
          <p:cNvPr id="3" name="text-140">
            <a:extLst xmlns:a="http://schemas.openxmlformats.org/drawingml/2006/main">
              <a:ext uri="{FF2B5EF4-FFF2-40B4-BE49-F238E27FC236}">
                <a16:creationId xmlns:a16="http://schemas.microsoft.com/office/drawing/2014/main" id="{7A7E4CD1-1F12-49FA-9D87-32E4C440717D}"/>
              </a:ext>
            </a:extLst>
          </p:cNvPr>
          <p:cNvSpPr>
            <a:spLocks xmlns:a="http://schemas.openxmlformats.org/drawingml/2006/main" noGrp="1"/>
          </p:cNvSpPr>
          <p:nvPr/>
        </p:nvSpPr>
        <p:spPr>
          <a:xfrm xmlns:a="http://schemas.openxmlformats.org/drawingml/2006/main">
            <a:off x="609600" y="1524000"/>
            <a:ext cx="5715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1">
                <a:solidFill>
                  <a:srgbClr val="157D80"/>
                </a:solidFill>
                <a:latin typeface="Aptos"/>
                <a:ea typeface="Aptos"/>
                <a:cs typeface="Aptos"/>
              </a:defRPr>
            </a:defPPr>
            <a:lvl1pPr algn="l">
              <a:buNone/>
              <a:defRPr sz="2175" b="1">
                <a:solidFill>
                  <a:srgbClr val="157D80"/>
                </a:solidFill>
                <a:latin typeface="Aptos"/>
                <a:ea typeface="Aptos"/>
                <a:cs typeface="Aptos"/>
              </a:defRPr>
            </a:lvl1pPr>
            <a:lvl2pPr algn="l">
              <a:buNone/>
              <a:defRPr sz="2175" b="1">
                <a:solidFill>
                  <a:srgbClr val="157D80"/>
                </a:solidFill>
                <a:latin typeface="Aptos"/>
                <a:ea typeface="Aptos"/>
                <a:cs typeface="Aptos"/>
              </a:defRPr>
            </a:lvl2pPr>
            <a:lvl3pPr algn="l">
              <a:buNone/>
              <a:defRPr sz="2175" b="1">
                <a:solidFill>
                  <a:srgbClr val="157D80"/>
                </a:solidFill>
                <a:latin typeface="Aptos"/>
                <a:ea typeface="Aptos"/>
                <a:cs typeface="Aptos"/>
              </a:defRPr>
            </a:lvl3pPr>
            <a:lvl4pPr algn="l">
              <a:buNone/>
              <a:defRPr sz="2175" b="1">
                <a:solidFill>
                  <a:srgbClr val="157D80"/>
                </a:solidFill>
                <a:latin typeface="Aptos"/>
                <a:ea typeface="Aptos"/>
                <a:cs typeface="Aptos"/>
              </a:defRPr>
            </a:lvl4pPr>
            <a:lvl5pPr algn="l">
              <a:buNone/>
              <a:defRPr sz="2175" b="1">
                <a:solidFill>
                  <a:srgbClr val="157D80"/>
                </a:solidFill>
                <a:latin typeface="Aptos"/>
                <a:ea typeface="Aptos"/>
                <a:cs typeface="Aptos"/>
              </a:defRPr>
            </a:lvl5pPr>
            <a:lvl6pPr algn="l">
              <a:buNone/>
              <a:defRPr sz="2175" b="1">
                <a:solidFill>
                  <a:srgbClr val="157D80"/>
                </a:solidFill>
                <a:latin typeface="Aptos"/>
                <a:ea typeface="Aptos"/>
                <a:cs typeface="Aptos"/>
              </a:defRPr>
            </a:lvl6pPr>
            <a:lvl7pPr algn="l">
              <a:buNone/>
              <a:defRPr sz="2175" b="1">
                <a:solidFill>
                  <a:srgbClr val="157D80"/>
                </a:solidFill>
                <a:latin typeface="Aptos"/>
                <a:ea typeface="Aptos"/>
                <a:cs typeface="Aptos"/>
              </a:defRPr>
            </a:lvl7pPr>
            <a:lvl8pPr algn="l">
              <a:buNone/>
              <a:defRPr sz="2175" b="1">
                <a:solidFill>
                  <a:srgbClr val="157D80"/>
                </a:solidFill>
                <a:latin typeface="Aptos"/>
                <a:ea typeface="Aptos"/>
                <a:cs typeface="Aptos"/>
              </a:defRPr>
            </a:lvl8pPr>
            <a:lvl9pPr algn="l">
              <a:buNone/>
              <a:defRPr sz="2175" b="1">
                <a:solidFill>
                  <a:srgbClr val="157D80"/>
                </a:solidFill>
                <a:latin typeface="Aptos"/>
                <a:ea typeface="Aptos"/>
                <a:cs typeface="Aptos"/>
              </a:defRPr>
            </a:lvl9pPr>
          </a:lstStyle>
          <a:p xmlns:a="http://schemas.openxmlformats.org/drawingml/2006/main">
            <a:pPr algn="l">
              <a:buNone/>
              <a:defRPr sz="2175" b="1">
                <a:solidFill>
                  <a:srgbClr val="157D80"/>
                </a:solidFill>
                <a:latin typeface="Aptos"/>
                <a:ea typeface="Aptos"/>
                <a:cs typeface="Aptos"/>
              </a:defRPr>
            </a:pPr>
            <a:r>
              <a:rPr sz="2175" b="1">
                <a:solidFill>
                  <a:srgbClr val="157D80"/>
                </a:solidFill>
                <a:latin typeface="Aptos"/>
                <a:ea typeface="Aptos"/>
                <a:cs typeface="Aptos"/>
              </a:rPr>
              <a:t>Native collaboration</a:t>
            </a:r>
          </a:p>
        </p:txBody>
      </p:sp>
      <p:sp>
        <p:nvSpPr>
          <p:cNvPr id="4" name="text-141">
            <a:extLst xmlns:a="http://schemas.openxmlformats.org/drawingml/2006/main">
              <a:ext uri="{FF2B5EF4-FFF2-40B4-BE49-F238E27FC236}">
                <a16:creationId xmlns:a16="http://schemas.microsoft.com/office/drawing/2014/main" id="{0A7A6768-D04D-4EB2-B114-8051BB68BCDB}"/>
              </a:ext>
            </a:extLst>
          </p:cNvPr>
          <p:cNvSpPr>
            <a:spLocks xmlns:a="http://schemas.openxmlformats.org/drawingml/2006/main" noGrp="1"/>
          </p:cNvSpPr>
          <p:nvPr/>
        </p:nvSpPr>
        <p:spPr>
          <a:xfrm xmlns:a="http://schemas.openxmlformats.org/drawingml/2006/main">
            <a:off x="8667750" y="1524000"/>
            <a:ext cx="59626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1">
                <a:solidFill>
                  <a:srgbClr val="157D80"/>
                </a:solidFill>
                <a:latin typeface="Aptos"/>
                <a:ea typeface="Aptos"/>
                <a:cs typeface="Aptos"/>
              </a:defRPr>
            </a:defPPr>
            <a:lvl1pPr algn="l">
              <a:buNone/>
              <a:defRPr sz="2175" b="1">
                <a:solidFill>
                  <a:srgbClr val="157D80"/>
                </a:solidFill>
                <a:latin typeface="Aptos"/>
                <a:ea typeface="Aptos"/>
                <a:cs typeface="Aptos"/>
              </a:defRPr>
            </a:lvl1pPr>
            <a:lvl2pPr algn="l">
              <a:buNone/>
              <a:defRPr sz="2175" b="1">
                <a:solidFill>
                  <a:srgbClr val="157D80"/>
                </a:solidFill>
                <a:latin typeface="Aptos"/>
                <a:ea typeface="Aptos"/>
                <a:cs typeface="Aptos"/>
              </a:defRPr>
            </a:lvl2pPr>
            <a:lvl3pPr algn="l">
              <a:buNone/>
              <a:defRPr sz="2175" b="1">
                <a:solidFill>
                  <a:srgbClr val="157D80"/>
                </a:solidFill>
                <a:latin typeface="Aptos"/>
                <a:ea typeface="Aptos"/>
                <a:cs typeface="Aptos"/>
              </a:defRPr>
            </a:lvl3pPr>
            <a:lvl4pPr algn="l">
              <a:buNone/>
              <a:defRPr sz="2175" b="1">
                <a:solidFill>
                  <a:srgbClr val="157D80"/>
                </a:solidFill>
                <a:latin typeface="Aptos"/>
                <a:ea typeface="Aptos"/>
                <a:cs typeface="Aptos"/>
              </a:defRPr>
            </a:lvl4pPr>
            <a:lvl5pPr algn="l">
              <a:buNone/>
              <a:defRPr sz="2175" b="1">
                <a:solidFill>
                  <a:srgbClr val="157D80"/>
                </a:solidFill>
                <a:latin typeface="Aptos"/>
                <a:ea typeface="Aptos"/>
                <a:cs typeface="Aptos"/>
              </a:defRPr>
            </a:lvl5pPr>
            <a:lvl6pPr algn="l">
              <a:buNone/>
              <a:defRPr sz="2175" b="1">
                <a:solidFill>
                  <a:srgbClr val="157D80"/>
                </a:solidFill>
                <a:latin typeface="Aptos"/>
                <a:ea typeface="Aptos"/>
                <a:cs typeface="Aptos"/>
              </a:defRPr>
            </a:lvl6pPr>
            <a:lvl7pPr algn="l">
              <a:buNone/>
              <a:defRPr sz="2175" b="1">
                <a:solidFill>
                  <a:srgbClr val="157D80"/>
                </a:solidFill>
                <a:latin typeface="Aptos"/>
                <a:ea typeface="Aptos"/>
                <a:cs typeface="Aptos"/>
              </a:defRPr>
            </a:lvl7pPr>
            <a:lvl8pPr algn="l">
              <a:buNone/>
              <a:defRPr sz="2175" b="1">
                <a:solidFill>
                  <a:srgbClr val="157D80"/>
                </a:solidFill>
                <a:latin typeface="Aptos"/>
                <a:ea typeface="Aptos"/>
                <a:cs typeface="Aptos"/>
              </a:defRPr>
            </a:lvl8pPr>
            <a:lvl9pPr algn="l">
              <a:buNone/>
              <a:defRPr sz="2175" b="1">
                <a:solidFill>
                  <a:srgbClr val="157D80"/>
                </a:solidFill>
                <a:latin typeface="Aptos"/>
                <a:ea typeface="Aptos"/>
                <a:cs typeface="Aptos"/>
              </a:defRPr>
            </a:lvl9pPr>
          </a:lstStyle>
          <a:p xmlns:a="http://schemas.openxmlformats.org/drawingml/2006/main">
            <a:pPr algn="l">
              <a:buNone/>
              <a:defRPr sz="2175" b="1">
                <a:solidFill>
                  <a:srgbClr val="157D80"/>
                </a:solidFill>
                <a:latin typeface="Aptos"/>
                <a:ea typeface="Aptos"/>
                <a:cs typeface="Aptos"/>
              </a:defRPr>
            </a:pPr>
            <a:r>
              <a:rPr sz="2175" b="1">
                <a:solidFill>
                  <a:srgbClr val="157D80"/>
                </a:solidFill>
                <a:latin typeface="Aptos"/>
                <a:ea typeface="Aptos"/>
                <a:cs typeface="Aptos"/>
              </a:rPr>
              <a:t>Application services</a:t>
            </a:r>
          </a:p>
        </p:txBody>
      </p:sp>
      <p:cxnSp>
        <p:nvCxnSpPr>
          <p:cNvPr id="5" name="flow-142">
            <a:extLst xmlns:a="http://schemas.openxmlformats.org/drawingml/2006/main">
              <a:ext uri="{FF2B5EF4-FFF2-40B4-BE49-F238E27FC236}">
                <a16:creationId xmlns:a16="http://schemas.microsoft.com/office/drawing/2014/main" id="{E430C7FB-999B-4E4A-ACD9-9BF6B3A7C9CE}"/>
              </a:ext>
            </a:extLst>
          </p:cNvPr>
          <p:cNvCxnSpPr/>
          <p:nvPr/>
        </p:nvCxnSpPr>
        <p:spPr>
          <a:xfrm xmlns:a="http://schemas.openxmlformats.org/drawingml/2006/main" flipH="0" flipV="0">
            <a:off x="7572375" y="1524000"/>
            <a:ext cx="0" cy="4429125"/>
          </a:xfrm>
          <a:prstGeom xmlns:a="http://schemas.openxmlformats.org/drawingml/2006/main" prst="straightConnector1">
            <a:avLst/>
          </a:prstGeom>
          <a:ln xmlns:a="http://schemas.openxmlformats.org/drawingml/2006/main" w="19050">
            <a:solidFill>
              <a:srgbClr val="B8CACC"/>
            </a:solidFill>
            <a:prstDash val="dash"/>
          </a:ln>
        </p:spPr>
      </p:cxnSp>
      <p:sp>
        <p:nvSpPr>
          <p:cNvPr id="6" name="node-143">
            <a:extLst xmlns:a="http://schemas.openxmlformats.org/drawingml/2006/main">
              <a:ext uri="{FF2B5EF4-FFF2-40B4-BE49-F238E27FC236}">
                <a16:creationId xmlns:a16="http://schemas.microsoft.com/office/drawing/2014/main" id="{670FBB46-2829-4FB0-8A51-6352E0A6A168}"/>
              </a:ext>
            </a:extLst>
          </p:cNvPr>
          <p:cNvSpPr>
            <a:spLocks xmlns:a="http://schemas.openxmlformats.org/drawingml/2006/main" noGrp="1"/>
          </p:cNvSpPr>
          <p:nvPr/>
        </p:nvSpPr>
        <p:spPr>
          <a:xfrm xmlns:a="http://schemas.openxmlformats.org/drawingml/2006/main">
            <a:off x="609600" y="2095500"/>
            <a:ext cx="5334000" cy="952500"/>
          </a:xfrm>
          <a:prstGeom xmlns:a="http://schemas.openxmlformats.org/drawingml/2006/main" prst="rect">
            <a:avLst/>
          </a:prstGeom>
          <a:solidFill xmlns:a="http://schemas.openxmlformats.org/drawingml/2006/main">
            <a:srgbClr val="FFFFFF"/>
          </a:solidFill>
          <a:ln xmlns:a="http://schemas.openxmlformats.org/drawingml/2006/main" w="17145">
            <a:solidFill>
              <a:srgbClr val="B8CACC"/>
            </a:solidFill>
            <a:prstDash val="solid"/>
          </a:ln>
        </p:spPr>
      </p:sp>
      <p:sp>
        <p:nvSpPr>
          <p:cNvPr id="7" name="text-144">
            <a:extLst xmlns:a="http://schemas.openxmlformats.org/drawingml/2006/main">
              <a:ext uri="{FF2B5EF4-FFF2-40B4-BE49-F238E27FC236}">
                <a16:creationId xmlns:a16="http://schemas.microsoft.com/office/drawing/2014/main" id="{D412DD50-6237-46B2-9297-1826E3FE376F}"/>
              </a:ext>
            </a:extLst>
          </p:cNvPr>
          <p:cNvSpPr>
            <a:spLocks xmlns:a="http://schemas.openxmlformats.org/drawingml/2006/main" noGrp="1"/>
          </p:cNvSpPr>
          <p:nvPr/>
        </p:nvSpPr>
        <p:spPr>
          <a:xfrm xmlns:a="http://schemas.openxmlformats.org/drawingml/2006/main">
            <a:off x="800100" y="2257425"/>
            <a:ext cx="4953000" cy="3867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132E38"/>
                </a:solidFill>
                <a:latin typeface="Aptos"/>
                <a:ea typeface="Aptos"/>
                <a:cs typeface="Aptos"/>
              </a:defRPr>
            </a:defPPr>
            <a:lvl1pPr algn="l">
              <a:buNone/>
              <a:defRPr sz="2250" b="1">
                <a:solidFill>
                  <a:srgbClr val="132E38"/>
                </a:solidFill>
                <a:latin typeface="Aptos"/>
                <a:ea typeface="Aptos"/>
                <a:cs typeface="Aptos"/>
              </a:defRPr>
            </a:lvl1pPr>
            <a:lvl2pPr algn="l">
              <a:buNone/>
              <a:defRPr sz="2250" b="1">
                <a:solidFill>
                  <a:srgbClr val="132E38"/>
                </a:solidFill>
                <a:latin typeface="Aptos"/>
                <a:ea typeface="Aptos"/>
                <a:cs typeface="Aptos"/>
              </a:defRPr>
            </a:lvl2pPr>
            <a:lvl3pPr algn="l">
              <a:buNone/>
              <a:defRPr sz="2250" b="1">
                <a:solidFill>
                  <a:srgbClr val="132E38"/>
                </a:solidFill>
                <a:latin typeface="Aptos"/>
                <a:ea typeface="Aptos"/>
                <a:cs typeface="Aptos"/>
              </a:defRPr>
            </a:lvl3pPr>
            <a:lvl4pPr algn="l">
              <a:buNone/>
              <a:defRPr sz="2250" b="1">
                <a:solidFill>
                  <a:srgbClr val="132E38"/>
                </a:solidFill>
                <a:latin typeface="Aptos"/>
                <a:ea typeface="Aptos"/>
                <a:cs typeface="Aptos"/>
              </a:defRPr>
            </a:lvl4pPr>
            <a:lvl5pPr algn="l">
              <a:buNone/>
              <a:defRPr sz="2250" b="1">
                <a:solidFill>
                  <a:srgbClr val="132E38"/>
                </a:solidFill>
                <a:latin typeface="Aptos"/>
                <a:ea typeface="Aptos"/>
                <a:cs typeface="Aptos"/>
              </a:defRPr>
            </a:lvl5pPr>
            <a:lvl6pPr algn="l">
              <a:buNone/>
              <a:defRPr sz="2250" b="1">
                <a:solidFill>
                  <a:srgbClr val="132E38"/>
                </a:solidFill>
                <a:latin typeface="Aptos"/>
                <a:ea typeface="Aptos"/>
                <a:cs typeface="Aptos"/>
              </a:defRPr>
            </a:lvl6pPr>
            <a:lvl7pPr algn="l">
              <a:buNone/>
              <a:defRPr sz="2250" b="1">
                <a:solidFill>
                  <a:srgbClr val="132E38"/>
                </a:solidFill>
                <a:latin typeface="Aptos"/>
                <a:ea typeface="Aptos"/>
                <a:cs typeface="Aptos"/>
              </a:defRPr>
            </a:lvl7pPr>
            <a:lvl8pPr algn="l">
              <a:buNone/>
              <a:defRPr sz="2250" b="1">
                <a:solidFill>
                  <a:srgbClr val="132E38"/>
                </a:solidFill>
                <a:latin typeface="Aptos"/>
                <a:ea typeface="Aptos"/>
                <a:cs typeface="Aptos"/>
              </a:defRPr>
            </a:lvl8pPr>
            <a:lvl9pPr algn="l">
              <a:buNone/>
              <a:defRPr sz="2250" b="1">
                <a:solidFill>
                  <a:srgbClr val="132E38"/>
                </a:solidFill>
                <a:latin typeface="Aptos"/>
                <a:ea typeface="Aptos"/>
                <a:cs typeface="Aptos"/>
              </a:defRPr>
            </a:lvl9pPr>
          </a:lstStyle>
          <a:p xmlns:a="http://schemas.openxmlformats.org/drawingml/2006/main">
            <a:pPr algn="l">
              <a:buNone/>
              <a:defRPr sz="2250" b="1">
                <a:solidFill>
                  <a:srgbClr val="132E38"/>
                </a:solidFill>
                <a:latin typeface="Aptos"/>
                <a:ea typeface="Aptos"/>
                <a:cs typeface="Aptos"/>
              </a:defRPr>
            </a:pPr>
            <a:r>
              <a:rPr sz="2250" b="1">
                <a:solidFill>
                  <a:srgbClr val="132E38"/>
                </a:solidFill>
                <a:latin typeface="Aptos"/>
                <a:ea typeface="Aptos"/>
                <a:cs typeface="Aptos"/>
              </a:rPr>
              <a:t>DAO member</a:t>
            </a:r>
          </a:p>
        </p:txBody>
      </p:sp>
      <p:sp>
        <p:nvSpPr>
          <p:cNvPr id="8" name="text-145">
            <a:extLst xmlns:a="http://schemas.openxmlformats.org/drawingml/2006/main">
              <a:ext uri="{FF2B5EF4-FFF2-40B4-BE49-F238E27FC236}">
                <a16:creationId xmlns:a16="http://schemas.microsoft.com/office/drawing/2014/main" id="{97400006-7081-4BD6-A2E3-B028E7CA150F}"/>
              </a:ext>
            </a:extLst>
          </p:cNvPr>
          <p:cNvSpPr>
            <a:spLocks xmlns:a="http://schemas.openxmlformats.org/drawingml/2006/main" noGrp="1"/>
          </p:cNvSpPr>
          <p:nvPr/>
        </p:nvSpPr>
        <p:spPr>
          <a:xfrm xmlns:a="http://schemas.openxmlformats.org/drawingml/2006/main">
            <a:off x="800100" y="2653665"/>
            <a:ext cx="4953000" cy="3286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4A6572"/>
                </a:solidFill>
                <a:latin typeface="Aptos"/>
                <a:ea typeface="Aptos"/>
                <a:cs typeface="Aptos"/>
              </a:defRPr>
            </a:defPPr>
            <a:lvl1pPr algn="l">
              <a:buNone/>
              <a:defRPr sz="1875" b="0">
                <a:solidFill>
                  <a:srgbClr val="4A6572"/>
                </a:solidFill>
                <a:latin typeface="Aptos"/>
                <a:ea typeface="Aptos"/>
                <a:cs typeface="Aptos"/>
              </a:defRPr>
            </a:lvl1pPr>
            <a:lvl2pPr algn="l">
              <a:buNone/>
              <a:defRPr sz="1875" b="0">
                <a:solidFill>
                  <a:srgbClr val="4A6572"/>
                </a:solidFill>
                <a:latin typeface="Aptos"/>
                <a:ea typeface="Aptos"/>
                <a:cs typeface="Aptos"/>
              </a:defRPr>
            </a:lvl2pPr>
            <a:lvl3pPr algn="l">
              <a:buNone/>
              <a:defRPr sz="1875" b="0">
                <a:solidFill>
                  <a:srgbClr val="4A6572"/>
                </a:solidFill>
                <a:latin typeface="Aptos"/>
                <a:ea typeface="Aptos"/>
                <a:cs typeface="Aptos"/>
              </a:defRPr>
            </a:lvl3pPr>
            <a:lvl4pPr algn="l">
              <a:buNone/>
              <a:defRPr sz="1875" b="0">
                <a:solidFill>
                  <a:srgbClr val="4A6572"/>
                </a:solidFill>
                <a:latin typeface="Aptos"/>
                <a:ea typeface="Aptos"/>
                <a:cs typeface="Aptos"/>
              </a:defRPr>
            </a:lvl4pPr>
            <a:lvl5pPr algn="l">
              <a:buNone/>
              <a:defRPr sz="1875" b="0">
                <a:solidFill>
                  <a:srgbClr val="4A6572"/>
                </a:solidFill>
                <a:latin typeface="Aptos"/>
                <a:ea typeface="Aptos"/>
                <a:cs typeface="Aptos"/>
              </a:defRPr>
            </a:lvl5pPr>
            <a:lvl6pPr algn="l">
              <a:buNone/>
              <a:defRPr sz="1875" b="0">
                <a:solidFill>
                  <a:srgbClr val="4A6572"/>
                </a:solidFill>
                <a:latin typeface="Aptos"/>
                <a:ea typeface="Aptos"/>
                <a:cs typeface="Aptos"/>
              </a:defRPr>
            </a:lvl6pPr>
            <a:lvl7pPr algn="l">
              <a:buNone/>
              <a:defRPr sz="1875" b="0">
                <a:solidFill>
                  <a:srgbClr val="4A6572"/>
                </a:solidFill>
                <a:latin typeface="Aptos"/>
                <a:ea typeface="Aptos"/>
                <a:cs typeface="Aptos"/>
              </a:defRPr>
            </a:lvl7pPr>
            <a:lvl8pPr algn="l">
              <a:buNone/>
              <a:defRPr sz="1875" b="0">
                <a:solidFill>
                  <a:srgbClr val="4A6572"/>
                </a:solidFill>
                <a:latin typeface="Aptos"/>
                <a:ea typeface="Aptos"/>
                <a:cs typeface="Aptos"/>
              </a:defRPr>
            </a:lvl8pPr>
            <a:lvl9pPr algn="l">
              <a:buNone/>
              <a:defRPr sz="1875" b="0">
                <a:solidFill>
                  <a:srgbClr val="4A6572"/>
                </a:solidFill>
                <a:latin typeface="Aptos"/>
                <a:ea typeface="Aptos"/>
                <a:cs typeface="Aptos"/>
              </a:defRPr>
            </a:lvl9pPr>
          </a:lstStyle>
          <a:p xmlns:a="http://schemas.openxmlformats.org/drawingml/2006/main">
            <a:pPr algn="l">
              <a:buNone/>
              <a:defRPr sz="1875" b="0">
                <a:solidFill>
                  <a:srgbClr val="4A6572"/>
                </a:solidFill>
                <a:latin typeface="Aptos"/>
                <a:ea typeface="Aptos"/>
                <a:cs typeface="Aptos"/>
              </a:defRPr>
            </a:pPr>
            <a:r>
              <a:rPr sz="1875" b="0">
                <a:solidFill>
                  <a:srgbClr val="4A6572"/>
                </a:solidFill>
                <a:latin typeface="Aptos"/>
                <a:ea typeface="Aptos"/>
                <a:cs typeface="Aptos"/>
              </a:rPr>
              <a:t>Current application action access</a:t>
            </a:r>
          </a:p>
        </p:txBody>
      </p:sp>
      <p:sp>
        <p:nvSpPr>
          <p:cNvPr id="9" name="node-146">
            <a:extLst xmlns:a="http://schemas.openxmlformats.org/drawingml/2006/main">
              <a:ext uri="{FF2B5EF4-FFF2-40B4-BE49-F238E27FC236}">
                <a16:creationId xmlns:a16="http://schemas.microsoft.com/office/drawing/2014/main" id="{22BC9DDC-08A1-48EB-885B-D525D1EFF4C7}"/>
              </a:ext>
            </a:extLst>
          </p:cNvPr>
          <p:cNvSpPr>
            <a:spLocks xmlns:a="http://schemas.openxmlformats.org/drawingml/2006/main" noGrp="1"/>
          </p:cNvSpPr>
          <p:nvPr/>
        </p:nvSpPr>
        <p:spPr>
          <a:xfrm xmlns:a="http://schemas.openxmlformats.org/drawingml/2006/main">
            <a:off x="8667750" y="2095500"/>
            <a:ext cx="5962650" cy="952500"/>
          </a:xfrm>
          <a:prstGeom xmlns:a="http://schemas.openxmlformats.org/drawingml/2006/main" prst="rect">
            <a:avLst/>
          </a:prstGeom>
          <a:solidFill xmlns:a="http://schemas.openxmlformats.org/drawingml/2006/main">
            <a:srgbClr val="FFFFFF"/>
          </a:solidFill>
          <a:ln xmlns:a="http://schemas.openxmlformats.org/drawingml/2006/main" w="17145">
            <a:solidFill>
              <a:srgbClr val="B8CACC"/>
            </a:solidFill>
            <a:prstDash val="solid"/>
          </a:ln>
        </p:spPr>
      </p:sp>
      <p:sp>
        <p:nvSpPr>
          <p:cNvPr id="10" name="text-147">
            <a:extLst xmlns:a="http://schemas.openxmlformats.org/drawingml/2006/main">
              <a:ext uri="{FF2B5EF4-FFF2-40B4-BE49-F238E27FC236}">
                <a16:creationId xmlns:a16="http://schemas.microsoft.com/office/drawing/2014/main" id="{5F27C879-6F9D-4D8C-81AB-A2BFF66F6528}"/>
              </a:ext>
            </a:extLst>
          </p:cNvPr>
          <p:cNvSpPr>
            <a:spLocks xmlns:a="http://schemas.openxmlformats.org/drawingml/2006/main" noGrp="1"/>
          </p:cNvSpPr>
          <p:nvPr/>
        </p:nvSpPr>
        <p:spPr>
          <a:xfrm xmlns:a="http://schemas.openxmlformats.org/drawingml/2006/main">
            <a:off x="8858250" y="2257425"/>
            <a:ext cx="5581650" cy="3867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132E38"/>
                </a:solidFill>
                <a:latin typeface="Aptos"/>
                <a:ea typeface="Aptos"/>
                <a:cs typeface="Aptos"/>
              </a:defRPr>
            </a:defPPr>
            <a:lvl1pPr algn="l">
              <a:buNone/>
              <a:defRPr sz="2250" b="1">
                <a:solidFill>
                  <a:srgbClr val="132E38"/>
                </a:solidFill>
                <a:latin typeface="Aptos"/>
                <a:ea typeface="Aptos"/>
                <a:cs typeface="Aptos"/>
              </a:defRPr>
            </a:lvl1pPr>
            <a:lvl2pPr algn="l">
              <a:buNone/>
              <a:defRPr sz="2250" b="1">
                <a:solidFill>
                  <a:srgbClr val="132E38"/>
                </a:solidFill>
                <a:latin typeface="Aptos"/>
                <a:ea typeface="Aptos"/>
                <a:cs typeface="Aptos"/>
              </a:defRPr>
            </a:lvl2pPr>
            <a:lvl3pPr algn="l">
              <a:buNone/>
              <a:defRPr sz="2250" b="1">
                <a:solidFill>
                  <a:srgbClr val="132E38"/>
                </a:solidFill>
                <a:latin typeface="Aptos"/>
                <a:ea typeface="Aptos"/>
                <a:cs typeface="Aptos"/>
              </a:defRPr>
            </a:lvl3pPr>
            <a:lvl4pPr algn="l">
              <a:buNone/>
              <a:defRPr sz="2250" b="1">
                <a:solidFill>
                  <a:srgbClr val="132E38"/>
                </a:solidFill>
                <a:latin typeface="Aptos"/>
                <a:ea typeface="Aptos"/>
                <a:cs typeface="Aptos"/>
              </a:defRPr>
            </a:lvl4pPr>
            <a:lvl5pPr algn="l">
              <a:buNone/>
              <a:defRPr sz="2250" b="1">
                <a:solidFill>
                  <a:srgbClr val="132E38"/>
                </a:solidFill>
                <a:latin typeface="Aptos"/>
                <a:ea typeface="Aptos"/>
                <a:cs typeface="Aptos"/>
              </a:defRPr>
            </a:lvl5pPr>
            <a:lvl6pPr algn="l">
              <a:buNone/>
              <a:defRPr sz="2250" b="1">
                <a:solidFill>
                  <a:srgbClr val="132E38"/>
                </a:solidFill>
                <a:latin typeface="Aptos"/>
                <a:ea typeface="Aptos"/>
                <a:cs typeface="Aptos"/>
              </a:defRPr>
            </a:lvl6pPr>
            <a:lvl7pPr algn="l">
              <a:buNone/>
              <a:defRPr sz="2250" b="1">
                <a:solidFill>
                  <a:srgbClr val="132E38"/>
                </a:solidFill>
                <a:latin typeface="Aptos"/>
                <a:ea typeface="Aptos"/>
                <a:cs typeface="Aptos"/>
              </a:defRPr>
            </a:lvl7pPr>
            <a:lvl8pPr algn="l">
              <a:buNone/>
              <a:defRPr sz="2250" b="1">
                <a:solidFill>
                  <a:srgbClr val="132E38"/>
                </a:solidFill>
                <a:latin typeface="Aptos"/>
                <a:ea typeface="Aptos"/>
                <a:cs typeface="Aptos"/>
              </a:defRPr>
            </a:lvl8pPr>
            <a:lvl9pPr algn="l">
              <a:buNone/>
              <a:defRPr sz="2250" b="1">
                <a:solidFill>
                  <a:srgbClr val="132E38"/>
                </a:solidFill>
                <a:latin typeface="Aptos"/>
                <a:ea typeface="Aptos"/>
                <a:cs typeface="Aptos"/>
              </a:defRPr>
            </a:lvl9pPr>
          </a:lstStyle>
          <a:p xmlns:a="http://schemas.openxmlformats.org/drawingml/2006/main">
            <a:pPr algn="l">
              <a:buNone/>
              <a:defRPr sz="2250" b="1">
                <a:solidFill>
                  <a:srgbClr val="132E38"/>
                </a:solidFill>
                <a:latin typeface="Aptos"/>
                <a:ea typeface="Aptos"/>
                <a:cs typeface="Aptos"/>
              </a:defRPr>
            </a:pPr>
            <a:r>
              <a:rPr sz="2250" b="1">
                <a:solidFill>
                  <a:srgbClr val="132E38"/>
                </a:solidFill>
                <a:latin typeface="Aptos"/>
                <a:ea typeface="Aptos"/>
                <a:cs typeface="Aptos"/>
              </a:rPr>
              <a:t>Paperclip</a:t>
            </a:r>
          </a:p>
        </p:txBody>
      </p:sp>
      <p:sp>
        <p:nvSpPr>
          <p:cNvPr id="11" name="text-148">
            <a:extLst xmlns:a="http://schemas.openxmlformats.org/drawingml/2006/main">
              <a:ext uri="{FF2B5EF4-FFF2-40B4-BE49-F238E27FC236}">
                <a16:creationId xmlns:a16="http://schemas.microsoft.com/office/drawing/2014/main" id="{CA8CF7DA-1641-42C4-80D2-A71D2A1DCC31}"/>
              </a:ext>
            </a:extLst>
          </p:cNvPr>
          <p:cNvSpPr>
            <a:spLocks xmlns:a="http://schemas.openxmlformats.org/drawingml/2006/main" noGrp="1"/>
          </p:cNvSpPr>
          <p:nvPr/>
        </p:nvSpPr>
        <p:spPr>
          <a:xfrm xmlns:a="http://schemas.openxmlformats.org/drawingml/2006/main">
            <a:off x="8858250" y="2653665"/>
            <a:ext cx="5581650" cy="3286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4A6572"/>
                </a:solidFill>
                <a:latin typeface="Aptos"/>
                <a:ea typeface="Aptos"/>
                <a:cs typeface="Aptos"/>
              </a:defRPr>
            </a:defPPr>
            <a:lvl1pPr algn="l">
              <a:buNone/>
              <a:defRPr sz="1875" b="0">
                <a:solidFill>
                  <a:srgbClr val="4A6572"/>
                </a:solidFill>
                <a:latin typeface="Aptos"/>
                <a:ea typeface="Aptos"/>
                <a:cs typeface="Aptos"/>
              </a:defRPr>
            </a:lvl1pPr>
            <a:lvl2pPr algn="l">
              <a:buNone/>
              <a:defRPr sz="1875" b="0">
                <a:solidFill>
                  <a:srgbClr val="4A6572"/>
                </a:solidFill>
                <a:latin typeface="Aptos"/>
                <a:ea typeface="Aptos"/>
                <a:cs typeface="Aptos"/>
              </a:defRPr>
            </a:lvl2pPr>
            <a:lvl3pPr algn="l">
              <a:buNone/>
              <a:defRPr sz="1875" b="0">
                <a:solidFill>
                  <a:srgbClr val="4A6572"/>
                </a:solidFill>
                <a:latin typeface="Aptos"/>
                <a:ea typeface="Aptos"/>
                <a:cs typeface="Aptos"/>
              </a:defRPr>
            </a:lvl3pPr>
            <a:lvl4pPr algn="l">
              <a:buNone/>
              <a:defRPr sz="1875" b="0">
                <a:solidFill>
                  <a:srgbClr val="4A6572"/>
                </a:solidFill>
                <a:latin typeface="Aptos"/>
                <a:ea typeface="Aptos"/>
                <a:cs typeface="Aptos"/>
              </a:defRPr>
            </a:lvl4pPr>
            <a:lvl5pPr algn="l">
              <a:buNone/>
              <a:defRPr sz="1875" b="0">
                <a:solidFill>
                  <a:srgbClr val="4A6572"/>
                </a:solidFill>
                <a:latin typeface="Aptos"/>
                <a:ea typeface="Aptos"/>
                <a:cs typeface="Aptos"/>
              </a:defRPr>
            </a:lvl5pPr>
            <a:lvl6pPr algn="l">
              <a:buNone/>
              <a:defRPr sz="1875" b="0">
                <a:solidFill>
                  <a:srgbClr val="4A6572"/>
                </a:solidFill>
                <a:latin typeface="Aptos"/>
                <a:ea typeface="Aptos"/>
                <a:cs typeface="Aptos"/>
              </a:defRPr>
            </a:lvl6pPr>
            <a:lvl7pPr algn="l">
              <a:buNone/>
              <a:defRPr sz="1875" b="0">
                <a:solidFill>
                  <a:srgbClr val="4A6572"/>
                </a:solidFill>
                <a:latin typeface="Aptos"/>
                <a:ea typeface="Aptos"/>
                <a:cs typeface="Aptos"/>
              </a:defRPr>
            </a:lvl7pPr>
            <a:lvl8pPr algn="l">
              <a:buNone/>
              <a:defRPr sz="1875" b="0">
                <a:solidFill>
                  <a:srgbClr val="4A6572"/>
                </a:solidFill>
                <a:latin typeface="Aptos"/>
                <a:ea typeface="Aptos"/>
                <a:cs typeface="Aptos"/>
              </a:defRPr>
            </a:lvl8pPr>
            <a:lvl9pPr algn="l">
              <a:buNone/>
              <a:defRPr sz="1875" b="0">
                <a:solidFill>
                  <a:srgbClr val="4A6572"/>
                </a:solidFill>
                <a:latin typeface="Aptos"/>
                <a:ea typeface="Aptos"/>
                <a:cs typeface="Aptos"/>
              </a:defRPr>
            </a:lvl9pPr>
          </a:lstStyle>
          <a:p xmlns:a="http://schemas.openxmlformats.org/drawingml/2006/main">
            <a:pPr algn="l">
              <a:buNone/>
              <a:defRPr sz="1875" b="0">
                <a:solidFill>
                  <a:srgbClr val="4A6572"/>
                </a:solidFill>
                <a:latin typeface="Aptos"/>
                <a:ea typeface="Aptos"/>
                <a:cs typeface="Aptos"/>
              </a:defRPr>
            </a:pPr>
            <a:r>
              <a:rPr sz="1875" b="0">
                <a:solidFill>
                  <a:srgbClr val="4A6572"/>
                </a:solidFill>
                <a:latin typeface="Aptos"/>
                <a:ea typeface="Aptos"/>
                <a:cs typeface="Aptos"/>
              </a:rPr>
              <a:t>Decomposes and assigns work</a:t>
            </a:r>
          </a:p>
        </p:txBody>
      </p:sp>
      <p:sp>
        <p:nvSpPr>
          <p:cNvPr id="12" name="node-149">
            <a:extLst xmlns:a="http://schemas.openxmlformats.org/drawingml/2006/main">
              <a:ext uri="{FF2B5EF4-FFF2-40B4-BE49-F238E27FC236}">
                <a16:creationId xmlns:a16="http://schemas.microsoft.com/office/drawing/2014/main" id="{91738657-1749-4C2F-9707-9F82FCC3EB39}"/>
              </a:ext>
            </a:extLst>
          </p:cNvPr>
          <p:cNvSpPr>
            <a:spLocks xmlns:a="http://schemas.openxmlformats.org/drawingml/2006/main" noGrp="1"/>
          </p:cNvSpPr>
          <p:nvPr/>
        </p:nvSpPr>
        <p:spPr>
          <a:xfrm xmlns:a="http://schemas.openxmlformats.org/drawingml/2006/main">
            <a:off x="609600" y="4000500"/>
            <a:ext cx="5334000" cy="1714500"/>
          </a:xfrm>
          <a:prstGeom xmlns:a="http://schemas.openxmlformats.org/drawingml/2006/main" prst="rect">
            <a:avLst/>
          </a:prstGeom>
          <a:solidFill xmlns:a="http://schemas.openxmlformats.org/drawingml/2006/main">
            <a:srgbClr val="FFFAF0"/>
          </a:solidFill>
          <a:ln xmlns:a="http://schemas.openxmlformats.org/drawingml/2006/main" w="17145">
            <a:solidFill>
              <a:srgbClr val="B1853E"/>
            </a:solidFill>
            <a:prstDash val="dash"/>
          </a:ln>
        </p:spPr>
      </p:sp>
      <p:sp>
        <p:nvSpPr>
          <p:cNvPr id="13" name="text-150">
            <a:extLst xmlns:a="http://schemas.openxmlformats.org/drawingml/2006/main">
              <a:ext uri="{FF2B5EF4-FFF2-40B4-BE49-F238E27FC236}">
                <a16:creationId xmlns:a16="http://schemas.microsoft.com/office/drawing/2014/main" id="{D8D22021-32A3-41FC-80BF-ABD2E0863BF6}"/>
              </a:ext>
            </a:extLst>
          </p:cNvPr>
          <p:cNvSpPr>
            <a:spLocks xmlns:a="http://schemas.openxmlformats.org/drawingml/2006/main" noGrp="1"/>
          </p:cNvSpPr>
          <p:nvPr/>
        </p:nvSpPr>
        <p:spPr>
          <a:xfrm xmlns:a="http://schemas.openxmlformats.org/drawingml/2006/main">
            <a:off x="800100" y="4162425"/>
            <a:ext cx="4953000" cy="3983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57D80"/>
                </a:solidFill>
                <a:latin typeface="Aptos"/>
                <a:ea typeface="Aptos"/>
                <a:cs typeface="Aptos"/>
              </a:defRPr>
            </a:defPPr>
            <a:lvl1pPr algn="l">
              <a:buNone/>
              <a:defRPr sz="2325" b="1">
                <a:solidFill>
                  <a:srgbClr val="157D80"/>
                </a:solidFill>
                <a:latin typeface="Aptos"/>
                <a:ea typeface="Aptos"/>
                <a:cs typeface="Aptos"/>
              </a:defRPr>
            </a:lvl1pPr>
            <a:lvl2pPr algn="l">
              <a:buNone/>
              <a:defRPr sz="2325" b="1">
                <a:solidFill>
                  <a:srgbClr val="157D80"/>
                </a:solidFill>
                <a:latin typeface="Aptos"/>
                <a:ea typeface="Aptos"/>
                <a:cs typeface="Aptos"/>
              </a:defRPr>
            </a:lvl2pPr>
            <a:lvl3pPr algn="l">
              <a:buNone/>
              <a:defRPr sz="2325" b="1">
                <a:solidFill>
                  <a:srgbClr val="157D80"/>
                </a:solidFill>
                <a:latin typeface="Aptos"/>
                <a:ea typeface="Aptos"/>
                <a:cs typeface="Aptos"/>
              </a:defRPr>
            </a:lvl3pPr>
            <a:lvl4pPr algn="l">
              <a:buNone/>
              <a:defRPr sz="2325" b="1">
                <a:solidFill>
                  <a:srgbClr val="157D80"/>
                </a:solidFill>
                <a:latin typeface="Aptos"/>
                <a:ea typeface="Aptos"/>
                <a:cs typeface="Aptos"/>
              </a:defRPr>
            </a:lvl4pPr>
            <a:lvl5pPr algn="l">
              <a:buNone/>
              <a:defRPr sz="2325" b="1">
                <a:solidFill>
                  <a:srgbClr val="157D80"/>
                </a:solidFill>
                <a:latin typeface="Aptos"/>
                <a:ea typeface="Aptos"/>
                <a:cs typeface="Aptos"/>
              </a:defRPr>
            </a:lvl5pPr>
            <a:lvl6pPr algn="l">
              <a:buNone/>
              <a:defRPr sz="2325" b="1">
                <a:solidFill>
                  <a:srgbClr val="157D80"/>
                </a:solidFill>
                <a:latin typeface="Aptos"/>
                <a:ea typeface="Aptos"/>
                <a:cs typeface="Aptos"/>
              </a:defRPr>
            </a:lvl6pPr>
            <a:lvl7pPr algn="l">
              <a:buNone/>
              <a:defRPr sz="2325" b="1">
                <a:solidFill>
                  <a:srgbClr val="157D80"/>
                </a:solidFill>
                <a:latin typeface="Aptos"/>
                <a:ea typeface="Aptos"/>
                <a:cs typeface="Aptos"/>
              </a:defRPr>
            </a:lvl7pPr>
            <a:lvl8pPr algn="l">
              <a:buNone/>
              <a:defRPr sz="2325" b="1">
                <a:solidFill>
                  <a:srgbClr val="157D80"/>
                </a:solidFill>
                <a:latin typeface="Aptos"/>
                <a:ea typeface="Aptos"/>
                <a:cs typeface="Aptos"/>
              </a:defRPr>
            </a:lvl8pPr>
            <a:lvl9pPr algn="l">
              <a:buNone/>
              <a:defRPr sz="2325" b="1">
                <a:solidFill>
                  <a:srgbClr val="157D80"/>
                </a:solidFill>
                <a:latin typeface="Aptos"/>
                <a:ea typeface="Aptos"/>
                <a:cs typeface="Aptos"/>
              </a:defRPr>
            </a:lvl9pPr>
          </a:lstStyle>
          <a:p xmlns:a="http://schemas.openxmlformats.org/drawingml/2006/main">
            <a:pPr algn="l">
              <a:buNone/>
              <a:defRPr sz="2325" b="1">
                <a:solidFill>
                  <a:srgbClr val="157D80"/>
                </a:solidFill>
                <a:latin typeface="Aptos"/>
                <a:ea typeface="Aptos"/>
                <a:cs typeface="Aptos"/>
              </a:defRPr>
            </a:pPr>
            <a:r>
              <a:rPr sz="2325" b="1">
                <a:solidFill>
                  <a:srgbClr val="157D80"/>
                </a:solidFill>
                <a:latin typeface="Aptos"/>
                <a:ea typeface="Aptos"/>
                <a:cs typeface="Aptos"/>
              </a:rPr>
              <a:t>Configured agents</a:t>
            </a:r>
          </a:p>
        </p:txBody>
      </p:sp>
      <p:sp>
        <p:nvSpPr>
          <p:cNvPr id="14" name="text-151">
            <a:extLst xmlns:a="http://schemas.openxmlformats.org/drawingml/2006/main">
              <a:ext uri="{FF2B5EF4-FFF2-40B4-BE49-F238E27FC236}">
                <a16:creationId xmlns:a16="http://schemas.microsoft.com/office/drawing/2014/main" id="{AF6A64F3-128E-4170-A24A-6C9D6DB0251C}"/>
              </a:ext>
            </a:extLst>
          </p:cNvPr>
          <p:cNvSpPr>
            <a:spLocks xmlns:a="http://schemas.openxmlformats.org/drawingml/2006/main" noGrp="1"/>
          </p:cNvSpPr>
          <p:nvPr/>
        </p:nvSpPr>
        <p:spPr>
          <a:xfrm xmlns:a="http://schemas.openxmlformats.org/drawingml/2006/main">
            <a:off x="800100" y="4570286"/>
            <a:ext cx="4953000" cy="66560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4A6572"/>
                </a:solidFill>
                <a:latin typeface="Aptos"/>
                <a:ea typeface="Aptos"/>
                <a:cs typeface="Aptos"/>
              </a:defRPr>
            </a:defPPr>
            <a:lvl1pPr algn="l">
              <a:buNone/>
              <a:defRPr sz="2025" b="0">
                <a:solidFill>
                  <a:srgbClr val="4A6572"/>
                </a:solidFill>
                <a:latin typeface="Aptos"/>
                <a:ea typeface="Aptos"/>
                <a:cs typeface="Aptos"/>
              </a:defRPr>
            </a:lvl1pPr>
            <a:lvl2pPr algn="l">
              <a:buNone/>
              <a:defRPr sz="2025" b="0">
                <a:solidFill>
                  <a:srgbClr val="4A6572"/>
                </a:solidFill>
                <a:latin typeface="Aptos"/>
                <a:ea typeface="Aptos"/>
                <a:cs typeface="Aptos"/>
              </a:defRPr>
            </a:lvl2pPr>
            <a:lvl3pPr algn="l">
              <a:buNone/>
              <a:defRPr sz="2025" b="0">
                <a:solidFill>
                  <a:srgbClr val="4A6572"/>
                </a:solidFill>
                <a:latin typeface="Aptos"/>
                <a:ea typeface="Aptos"/>
                <a:cs typeface="Aptos"/>
              </a:defRPr>
            </a:lvl3pPr>
            <a:lvl4pPr algn="l">
              <a:buNone/>
              <a:defRPr sz="2025" b="0">
                <a:solidFill>
                  <a:srgbClr val="4A6572"/>
                </a:solidFill>
                <a:latin typeface="Aptos"/>
                <a:ea typeface="Aptos"/>
                <a:cs typeface="Aptos"/>
              </a:defRPr>
            </a:lvl4pPr>
            <a:lvl5pPr algn="l">
              <a:buNone/>
              <a:defRPr sz="2025" b="0">
                <a:solidFill>
                  <a:srgbClr val="4A6572"/>
                </a:solidFill>
                <a:latin typeface="Aptos"/>
                <a:ea typeface="Aptos"/>
                <a:cs typeface="Aptos"/>
              </a:defRPr>
            </a:lvl5pPr>
            <a:lvl6pPr algn="l">
              <a:buNone/>
              <a:defRPr sz="2025" b="0">
                <a:solidFill>
                  <a:srgbClr val="4A6572"/>
                </a:solidFill>
                <a:latin typeface="Aptos"/>
                <a:ea typeface="Aptos"/>
                <a:cs typeface="Aptos"/>
              </a:defRPr>
            </a:lvl6pPr>
            <a:lvl7pPr algn="l">
              <a:buNone/>
              <a:defRPr sz="2025" b="0">
                <a:solidFill>
                  <a:srgbClr val="4A6572"/>
                </a:solidFill>
                <a:latin typeface="Aptos"/>
                <a:ea typeface="Aptos"/>
                <a:cs typeface="Aptos"/>
              </a:defRPr>
            </a:lvl7pPr>
            <a:lvl8pPr algn="l">
              <a:buNone/>
              <a:defRPr sz="2025" b="0">
                <a:solidFill>
                  <a:srgbClr val="4A6572"/>
                </a:solidFill>
                <a:latin typeface="Aptos"/>
                <a:ea typeface="Aptos"/>
                <a:cs typeface="Aptos"/>
              </a:defRPr>
            </a:lvl8pPr>
            <a:lvl9pPr algn="l">
              <a:buNone/>
              <a:defRPr sz="2025" b="0">
                <a:solidFill>
                  <a:srgbClr val="4A6572"/>
                </a:solidFill>
                <a:latin typeface="Aptos"/>
                <a:ea typeface="Aptos"/>
                <a:cs typeface="Aptos"/>
              </a:defRPr>
            </a:lvl9pPr>
          </a:lstStyle>
          <a:p xmlns:a="http://schemas.openxmlformats.org/drawingml/2006/main">
            <a:pPr algn="l">
              <a:buNone/>
              <a:defRPr sz="2025" b="0">
                <a:solidFill>
                  <a:srgbClr val="4A6572"/>
                </a:solidFill>
                <a:latin typeface="Aptos"/>
                <a:ea typeface="Aptos"/>
                <a:cs typeface="Aptos"/>
              </a:defRPr>
            </a:pPr>
            <a:r>
              <a:rPr sz="2025" b="0">
                <a:solidFill>
                  <a:srgbClr val="4A6572"/>
                </a:solidFill>
                <a:latin typeface="Aptos"/>
                <a:ea typeface="Aptos"/>
                <a:cs typeface="Aptos"/>
              </a:rPr>
              <a:t>Provider and role roster</a:t>
            </a:r>
          </a:p>
          <a:p xmlns:a="http://schemas.openxmlformats.org/drawingml/2006/main">
            <a:pPr algn="l">
              <a:buNone/>
              <a:defRPr sz="2025" b="0">
                <a:solidFill>
                  <a:srgbClr val="4A6572"/>
                </a:solidFill>
                <a:latin typeface="Aptos"/>
                <a:ea typeface="Aptos"/>
                <a:cs typeface="Aptos"/>
              </a:defRPr>
            </a:pPr>
            <a:r>
              <a:rPr sz="2025" b="0">
                <a:solidFill>
                  <a:srgbClr val="4A6572"/>
                </a:solidFill>
                <a:latin typeface="Aptos"/>
                <a:ea typeface="Aptos"/>
                <a:cs typeface="Aptos"/>
              </a:rPr>
              <a:t>Scoped tools and histories</a:t>
            </a:r>
          </a:p>
        </p:txBody>
      </p:sp>
      <p:sp>
        <p:nvSpPr>
          <p:cNvPr id="15" name="node-152">
            <a:extLst xmlns:a="http://schemas.openxmlformats.org/drawingml/2006/main">
              <a:ext uri="{FF2B5EF4-FFF2-40B4-BE49-F238E27FC236}">
                <a16:creationId xmlns:a16="http://schemas.microsoft.com/office/drawing/2014/main" id="{D5765F57-CB74-478D-9B28-C7F938AD02C2}"/>
              </a:ext>
            </a:extLst>
          </p:cNvPr>
          <p:cNvSpPr>
            <a:spLocks xmlns:a="http://schemas.openxmlformats.org/drawingml/2006/main" noGrp="1"/>
          </p:cNvSpPr>
          <p:nvPr/>
        </p:nvSpPr>
        <p:spPr>
          <a:xfrm xmlns:a="http://schemas.openxmlformats.org/drawingml/2006/main">
            <a:off x="8667750" y="4000500"/>
            <a:ext cx="5962650" cy="1238250"/>
          </a:xfrm>
          <a:prstGeom xmlns:a="http://schemas.openxmlformats.org/drawingml/2006/main" prst="rect">
            <a:avLst/>
          </a:prstGeom>
          <a:solidFill xmlns:a="http://schemas.openxmlformats.org/drawingml/2006/main">
            <a:srgbClr val="E7F1EE"/>
          </a:solidFill>
          <a:ln xmlns:a="http://schemas.openxmlformats.org/drawingml/2006/main" w="17145">
            <a:solidFill>
              <a:srgbClr val="157D80"/>
            </a:solidFill>
            <a:prstDash val="solid"/>
          </a:ln>
        </p:spPr>
      </p:sp>
      <p:sp>
        <p:nvSpPr>
          <p:cNvPr id="16" name="text-153">
            <a:extLst xmlns:a="http://schemas.openxmlformats.org/drawingml/2006/main">
              <a:ext uri="{FF2B5EF4-FFF2-40B4-BE49-F238E27FC236}">
                <a16:creationId xmlns:a16="http://schemas.microsoft.com/office/drawing/2014/main" id="{25BAE476-D051-4A95-BC6B-956ECA4478E2}"/>
              </a:ext>
            </a:extLst>
          </p:cNvPr>
          <p:cNvSpPr>
            <a:spLocks xmlns:a="http://schemas.openxmlformats.org/drawingml/2006/main" noGrp="1"/>
          </p:cNvSpPr>
          <p:nvPr/>
        </p:nvSpPr>
        <p:spPr>
          <a:xfrm xmlns:a="http://schemas.openxmlformats.org/drawingml/2006/main">
            <a:off x="8858250" y="4162425"/>
            <a:ext cx="5581650" cy="3867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132E38"/>
                </a:solidFill>
                <a:latin typeface="Aptos"/>
                <a:ea typeface="Aptos"/>
                <a:cs typeface="Aptos"/>
              </a:defRPr>
            </a:defPPr>
            <a:lvl1pPr algn="l">
              <a:buNone/>
              <a:defRPr sz="2250" b="1">
                <a:solidFill>
                  <a:srgbClr val="132E38"/>
                </a:solidFill>
                <a:latin typeface="Aptos"/>
                <a:ea typeface="Aptos"/>
                <a:cs typeface="Aptos"/>
              </a:defRPr>
            </a:lvl1pPr>
            <a:lvl2pPr algn="l">
              <a:buNone/>
              <a:defRPr sz="2250" b="1">
                <a:solidFill>
                  <a:srgbClr val="132E38"/>
                </a:solidFill>
                <a:latin typeface="Aptos"/>
                <a:ea typeface="Aptos"/>
                <a:cs typeface="Aptos"/>
              </a:defRPr>
            </a:lvl2pPr>
            <a:lvl3pPr algn="l">
              <a:buNone/>
              <a:defRPr sz="2250" b="1">
                <a:solidFill>
                  <a:srgbClr val="132E38"/>
                </a:solidFill>
                <a:latin typeface="Aptos"/>
                <a:ea typeface="Aptos"/>
                <a:cs typeface="Aptos"/>
              </a:defRPr>
            </a:lvl3pPr>
            <a:lvl4pPr algn="l">
              <a:buNone/>
              <a:defRPr sz="2250" b="1">
                <a:solidFill>
                  <a:srgbClr val="132E38"/>
                </a:solidFill>
                <a:latin typeface="Aptos"/>
                <a:ea typeface="Aptos"/>
                <a:cs typeface="Aptos"/>
              </a:defRPr>
            </a:lvl4pPr>
            <a:lvl5pPr algn="l">
              <a:buNone/>
              <a:defRPr sz="2250" b="1">
                <a:solidFill>
                  <a:srgbClr val="132E38"/>
                </a:solidFill>
                <a:latin typeface="Aptos"/>
                <a:ea typeface="Aptos"/>
                <a:cs typeface="Aptos"/>
              </a:defRPr>
            </a:lvl5pPr>
            <a:lvl6pPr algn="l">
              <a:buNone/>
              <a:defRPr sz="2250" b="1">
                <a:solidFill>
                  <a:srgbClr val="132E38"/>
                </a:solidFill>
                <a:latin typeface="Aptos"/>
                <a:ea typeface="Aptos"/>
                <a:cs typeface="Aptos"/>
              </a:defRPr>
            </a:lvl6pPr>
            <a:lvl7pPr algn="l">
              <a:buNone/>
              <a:defRPr sz="2250" b="1">
                <a:solidFill>
                  <a:srgbClr val="132E38"/>
                </a:solidFill>
                <a:latin typeface="Aptos"/>
                <a:ea typeface="Aptos"/>
                <a:cs typeface="Aptos"/>
              </a:defRPr>
            </a:lvl7pPr>
            <a:lvl8pPr algn="l">
              <a:buNone/>
              <a:defRPr sz="2250" b="1">
                <a:solidFill>
                  <a:srgbClr val="132E38"/>
                </a:solidFill>
                <a:latin typeface="Aptos"/>
                <a:ea typeface="Aptos"/>
                <a:cs typeface="Aptos"/>
              </a:defRPr>
            </a:lvl8pPr>
            <a:lvl9pPr algn="l">
              <a:buNone/>
              <a:defRPr sz="2250" b="1">
                <a:solidFill>
                  <a:srgbClr val="132E38"/>
                </a:solidFill>
                <a:latin typeface="Aptos"/>
                <a:ea typeface="Aptos"/>
                <a:cs typeface="Aptos"/>
              </a:defRPr>
            </a:lvl9pPr>
          </a:lstStyle>
          <a:p xmlns:a="http://schemas.openxmlformats.org/drawingml/2006/main">
            <a:pPr algn="l">
              <a:buNone/>
              <a:defRPr sz="2250" b="1">
                <a:solidFill>
                  <a:srgbClr val="132E38"/>
                </a:solidFill>
                <a:latin typeface="Aptos"/>
                <a:ea typeface="Aptos"/>
                <a:cs typeface="Aptos"/>
              </a:defRPr>
            </a:pPr>
            <a:r>
              <a:rPr sz="2250" b="1">
                <a:solidFill>
                  <a:srgbClr val="132E38"/>
                </a:solidFill>
                <a:latin typeface="Aptos"/>
                <a:ea typeface="Aptos"/>
                <a:cs typeface="Aptos"/>
              </a:rPr>
              <a:t>Generated contribution</a:t>
            </a:r>
          </a:p>
        </p:txBody>
      </p:sp>
      <p:sp>
        <p:nvSpPr>
          <p:cNvPr id="17" name="text-154">
            <a:extLst xmlns:a="http://schemas.openxmlformats.org/drawingml/2006/main">
              <a:ext uri="{FF2B5EF4-FFF2-40B4-BE49-F238E27FC236}">
                <a16:creationId xmlns:a16="http://schemas.microsoft.com/office/drawing/2014/main" id="{F11BB3A0-ECF0-41B5-B3CD-BC71552C93EB}"/>
              </a:ext>
            </a:extLst>
          </p:cNvPr>
          <p:cNvSpPr>
            <a:spLocks xmlns:a="http://schemas.openxmlformats.org/drawingml/2006/main" noGrp="1"/>
          </p:cNvSpPr>
          <p:nvPr/>
        </p:nvSpPr>
        <p:spPr>
          <a:xfrm xmlns:a="http://schemas.openxmlformats.org/drawingml/2006/main">
            <a:off x="8858250" y="4558665"/>
            <a:ext cx="5581650" cy="34023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4A6572"/>
                </a:solidFill>
                <a:latin typeface="Aptos"/>
                <a:ea typeface="Aptos"/>
                <a:cs typeface="Aptos"/>
              </a:defRPr>
            </a:defPPr>
            <a:lvl1pPr algn="l">
              <a:buNone/>
              <a:defRPr sz="1950" b="0">
                <a:solidFill>
                  <a:srgbClr val="4A6572"/>
                </a:solidFill>
                <a:latin typeface="Aptos"/>
                <a:ea typeface="Aptos"/>
                <a:cs typeface="Aptos"/>
              </a:defRPr>
            </a:lvl1pPr>
            <a:lvl2pPr algn="l">
              <a:buNone/>
              <a:defRPr sz="1950" b="0">
                <a:solidFill>
                  <a:srgbClr val="4A6572"/>
                </a:solidFill>
                <a:latin typeface="Aptos"/>
                <a:ea typeface="Aptos"/>
                <a:cs typeface="Aptos"/>
              </a:defRPr>
            </a:lvl2pPr>
            <a:lvl3pPr algn="l">
              <a:buNone/>
              <a:defRPr sz="1950" b="0">
                <a:solidFill>
                  <a:srgbClr val="4A6572"/>
                </a:solidFill>
                <a:latin typeface="Aptos"/>
                <a:ea typeface="Aptos"/>
                <a:cs typeface="Aptos"/>
              </a:defRPr>
            </a:lvl3pPr>
            <a:lvl4pPr algn="l">
              <a:buNone/>
              <a:defRPr sz="1950" b="0">
                <a:solidFill>
                  <a:srgbClr val="4A6572"/>
                </a:solidFill>
                <a:latin typeface="Aptos"/>
                <a:ea typeface="Aptos"/>
                <a:cs typeface="Aptos"/>
              </a:defRPr>
            </a:lvl4pPr>
            <a:lvl5pPr algn="l">
              <a:buNone/>
              <a:defRPr sz="1950" b="0">
                <a:solidFill>
                  <a:srgbClr val="4A6572"/>
                </a:solidFill>
                <a:latin typeface="Aptos"/>
                <a:ea typeface="Aptos"/>
                <a:cs typeface="Aptos"/>
              </a:defRPr>
            </a:lvl5pPr>
            <a:lvl6pPr algn="l">
              <a:buNone/>
              <a:defRPr sz="1950" b="0">
                <a:solidFill>
                  <a:srgbClr val="4A6572"/>
                </a:solidFill>
                <a:latin typeface="Aptos"/>
                <a:ea typeface="Aptos"/>
                <a:cs typeface="Aptos"/>
              </a:defRPr>
            </a:lvl6pPr>
            <a:lvl7pPr algn="l">
              <a:buNone/>
              <a:defRPr sz="1950" b="0">
                <a:solidFill>
                  <a:srgbClr val="4A6572"/>
                </a:solidFill>
                <a:latin typeface="Aptos"/>
                <a:ea typeface="Aptos"/>
                <a:cs typeface="Aptos"/>
              </a:defRPr>
            </a:lvl7pPr>
            <a:lvl8pPr algn="l">
              <a:buNone/>
              <a:defRPr sz="1950" b="0">
                <a:solidFill>
                  <a:srgbClr val="4A6572"/>
                </a:solidFill>
                <a:latin typeface="Aptos"/>
                <a:ea typeface="Aptos"/>
                <a:cs typeface="Aptos"/>
              </a:defRPr>
            </a:lvl8pPr>
            <a:lvl9pPr algn="l">
              <a:buNone/>
              <a:defRPr sz="1950" b="0">
                <a:solidFill>
                  <a:srgbClr val="4A6572"/>
                </a:solidFill>
                <a:latin typeface="Aptos"/>
                <a:ea typeface="Aptos"/>
                <a:cs typeface="Aptos"/>
              </a:defRPr>
            </a:lvl9pPr>
          </a:lstStyle>
          <a:p xmlns:a="http://schemas.openxmlformats.org/drawingml/2006/main">
            <a:pPr algn="l">
              <a:buNone/>
              <a:defRPr sz="1950" b="0">
                <a:solidFill>
                  <a:srgbClr val="4A6572"/>
                </a:solidFill>
                <a:latin typeface="Aptos"/>
                <a:ea typeface="Aptos"/>
                <a:cs typeface="Aptos"/>
              </a:defRPr>
            </a:pPr>
            <a:r>
              <a:rPr sz="1950" b="0">
                <a:solidFill>
                  <a:srgbClr val="4A6572"/>
                </a:solidFill>
                <a:latin typeface="Aptos"/>
                <a:ea typeface="Aptos"/>
                <a:cs typeface="Aptos"/>
              </a:rPr>
              <a:t>Evidence, draft and prepared work</a:t>
            </a:r>
          </a:p>
        </p:txBody>
      </p:sp>
      <p:sp>
        <p:nvSpPr>
          <p:cNvPr id="18" name="node-155">
            <a:extLst xmlns:a="http://schemas.openxmlformats.org/drawingml/2006/main">
              <a:ext uri="{FF2B5EF4-FFF2-40B4-BE49-F238E27FC236}">
                <a16:creationId xmlns:a16="http://schemas.microsoft.com/office/drawing/2014/main" id="{D21E1D51-8C9A-47B9-B1E4-DB9FC38BEA0C}"/>
              </a:ext>
            </a:extLst>
          </p:cNvPr>
          <p:cNvSpPr>
            <a:spLocks xmlns:a="http://schemas.openxmlformats.org/drawingml/2006/main" noGrp="1"/>
          </p:cNvSpPr>
          <p:nvPr/>
        </p:nvSpPr>
        <p:spPr>
          <a:xfrm xmlns:a="http://schemas.openxmlformats.org/drawingml/2006/main">
            <a:off x="8667750" y="6286500"/>
            <a:ext cx="5962650" cy="1333500"/>
          </a:xfrm>
          <a:prstGeom xmlns:a="http://schemas.openxmlformats.org/drawingml/2006/main" prst="rect">
            <a:avLst/>
          </a:prstGeom>
          <a:solidFill xmlns:a="http://schemas.openxmlformats.org/drawingml/2006/main">
            <a:srgbClr val="FFFAF0"/>
          </a:solidFill>
          <a:ln xmlns:a="http://schemas.openxmlformats.org/drawingml/2006/main" w="17145">
            <a:solidFill>
              <a:srgbClr val="B1853E"/>
            </a:solidFill>
            <a:prstDash val="dash"/>
          </a:ln>
        </p:spPr>
      </p:sp>
      <p:sp>
        <p:nvSpPr>
          <p:cNvPr id="19" name="text-156">
            <a:extLst xmlns:a="http://schemas.openxmlformats.org/drawingml/2006/main">
              <a:ext uri="{FF2B5EF4-FFF2-40B4-BE49-F238E27FC236}">
                <a16:creationId xmlns:a16="http://schemas.microsoft.com/office/drawing/2014/main" id="{AFCF249E-1085-4474-8A12-407CBA559FDA}"/>
              </a:ext>
            </a:extLst>
          </p:cNvPr>
          <p:cNvSpPr>
            <a:spLocks xmlns:a="http://schemas.openxmlformats.org/drawingml/2006/main" noGrp="1"/>
          </p:cNvSpPr>
          <p:nvPr/>
        </p:nvSpPr>
        <p:spPr>
          <a:xfrm xmlns:a="http://schemas.openxmlformats.org/drawingml/2006/main">
            <a:off x="8858250" y="6448425"/>
            <a:ext cx="5581650" cy="3867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157D80"/>
                </a:solidFill>
                <a:latin typeface="Aptos"/>
                <a:ea typeface="Aptos"/>
                <a:cs typeface="Aptos"/>
              </a:defRPr>
            </a:defPPr>
            <a:lvl1pPr algn="l">
              <a:buNone/>
              <a:defRPr sz="2250" b="1">
                <a:solidFill>
                  <a:srgbClr val="157D80"/>
                </a:solidFill>
                <a:latin typeface="Aptos"/>
                <a:ea typeface="Aptos"/>
                <a:cs typeface="Aptos"/>
              </a:defRPr>
            </a:lvl1pPr>
            <a:lvl2pPr algn="l">
              <a:buNone/>
              <a:defRPr sz="2250" b="1">
                <a:solidFill>
                  <a:srgbClr val="157D80"/>
                </a:solidFill>
                <a:latin typeface="Aptos"/>
                <a:ea typeface="Aptos"/>
                <a:cs typeface="Aptos"/>
              </a:defRPr>
            </a:lvl2pPr>
            <a:lvl3pPr algn="l">
              <a:buNone/>
              <a:defRPr sz="2250" b="1">
                <a:solidFill>
                  <a:srgbClr val="157D80"/>
                </a:solidFill>
                <a:latin typeface="Aptos"/>
                <a:ea typeface="Aptos"/>
                <a:cs typeface="Aptos"/>
              </a:defRPr>
            </a:lvl3pPr>
            <a:lvl4pPr algn="l">
              <a:buNone/>
              <a:defRPr sz="2250" b="1">
                <a:solidFill>
                  <a:srgbClr val="157D80"/>
                </a:solidFill>
                <a:latin typeface="Aptos"/>
                <a:ea typeface="Aptos"/>
                <a:cs typeface="Aptos"/>
              </a:defRPr>
            </a:lvl4pPr>
            <a:lvl5pPr algn="l">
              <a:buNone/>
              <a:defRPr sz="2250" b="1">
                <a:solidFill>
                  <a:srgbClr val="157D80"/>
                </a:solidFill>
                <a:latin typeface="Aptos"/>
                <a:ea typeface="Aptos"/>
                <a:cs typeface="Aptos"/>
              </a:defRPr>
            </a:lvl5pPr>
            <a:lvl6pPr algn="l">
              <a:buNone/>
              <a:defRPr sz="2250" b="1">
                <a:solidFill>
                  <a:srgbClr val="157D80"/>
                </a:solidFill>
                <a:latin typeface="Aptos"/>
                <a:ea typeface="Aptos"/>
                <a:cs typeface="Aptos"/>
              </a:defRPr>
            </a:lvl6pPr>
            <a:lvl7pPr algn="l">
              <a:buNone/>
              <a:defRPr sz="2250" b="1">
                <a:solidFill>
                  <a:srgbClr val="157D80"/>
                </a:solidFill>
                <a:latin typeface="Aptos"/>
                <a:ea typeface="Aptos"/>
                <a:cs typeface="Aptos"/>
              </a:defRPr>
            </a:lvl7pPr>
            <a:lvl8pPr algn="l">
              <a:buNone/>
              <a:defRPr sz="2250" b="1">
                <a:solidFill>
                  <a:srgbClr val="157D80"/>
                </a:solidFill>
                <a:latin typeface="Aptos"/>
                <a:ea typeface="Aptos"/>
                <a:cs typeface="Aptos"/>
              </a:defRPr>
            </a:lvl8pPr>
            <a:lvl9pPr algn="l">
              <a:buNone/>
              <a:defRPr sz="2250" b="1">
                <a:solidFill>
                  <a:srgbClr val="157D80"/>
                </a:solidFill>
                <a:latin typeface="Aptos"/>
                <a:ea typeface="Aptos"/>
                <a:cs typeface="Aptos"/>
              </a:defRPr>
            </a:lvl9pPr>
          </a:lstStyle>
          <a:p xmlns:a="http://schemas.openxmlformats.org/drawingml/2006/main">
            <a:pPr algn="l">
              <a:buNone/>
              <a:defRPr sz="2250" b="1">
                <a:solidFill>
                  <a:srgbClr val="157D80"/>
                </a:solidFill>
                <a:latin typeface="Aptos"/>
                <a:ea typeface="Aptos"/>
                <a:cs typeface="Aptos"/>
              </a:defRPr>
            </a:pPr>
            <a:r>
              <a:rPr sz="2250" b="1">
                <a:solidFill>
                  <a:srgbClr val="157D80"/>
                </a:solidFill>
                <a:latin typeface="Aptos"/>
                <a:ea typeface="Aptos"/>
                <a:cs typeface="Aptos"/>
              </a:rPr>
              <a:t>Exact-version member action</a:t>
            </a:r>
          </a:p>
        </p:txBody>
      </p:sp>
      <p:sp>
        <p:nvSpPr>
          <p:cNvPr id="20" name="text-157">
            <a:extLst xmlns:a="http://schemas.openxmlformats.org/drawingml/2006/main">
              <a:ext uri="{FF2B5EF4-FFF2-40B4-BE49-F238E27FC236}">
                <a16:creationId xmlns:a16="http://schemas.microsoft.com/office/drawing/2014/main" id="{A480B314-118F-4395-B774-59C14B986408}"/>
              </a:ext>
            </a:extLst>
          </p:cNvPr>
          <p:cNvSpPr>
            <a:spLocks xmlns:a="http://schemas.openxmlformats.org/drawingml/2006/main" noGrp="1"/>
          </p:cNvSpPr>
          <p:nvPr/>
        </p:nvSpPr>
        <p:spPr>
          <a:xfrm xmlns:a="http://schemas.openxmlformats.org/drawingml/2006/main">
            <a:off x="8858250" y="6844665"/>
            <a:ext cx="5581650" cy="34023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4A6572"/>
                </a:solidFill>
                <a:latin typeface="Aptos"/>
                <a:ea typeface="Aptos"/>
                <a:cs typeface="Aptos"/>
              </a:defRPr>
            </a:defPPr>
            <a:lvl1pPr algn="l">
              <a:buNone/>
              <a:defRPr sz="1950" b="0">
                <a:solidFill>
                  <a:srgbClr val="4A6572"/>
                </a:solidFill>
                <a:latin typeface="Aptos"/>
                <a:ea typeface="Aptos"/>
                <a:cs typeface="Aptos"/>
              </a:defRPr>
            </a:lvl1pPr>
            <a:lvl2pPr algn="l">
              <a:buNone/>
              <a:defRPr sz="1950" b="0">
                <a:solidFill>
                  <a:srgbClr val="4A6572"/>
                </a:solidFill>
                <a:latin typeface="Aptos"/>
                <a:ea typeface="Aptos"/>
                <a:cs typeface="Aptos"/>
              </a:defRPr>
            </a:lvl2pPr>
            <a:lvl3pPr algn="l">
              <a:buNone/>
              <a:defRPr sz="1950" b="0">
                <a:solidFill>
                  <a:srgbClr val="4A6572"/>
                </a:solidFill>
                <a:latin typeface="Aptos"/>
                <a:ea typeface="Aptos"/>
                <a:cs typeface="Aptos"/>
              </a:defRPr>
            </a:lvl3pPr>
            <a:lvl4pPr algn="l">
              <a:buNone/>
              <a:defRPr sz="1950" b="0">
                <a:solidFill>
                  <a:srgbClr val="4A6572"/>
                </a:solidFill>
                <a:latin typeface="Aptos"/>
                <a:ea typeface="Aptos"/>
                <a:cs typeface="Aptos"/>
              </a:defRPr>
            </a:lvl4pPr>
            <a:lvl5pPr algn="l">
              <a:buNone/>
              <a:defRPr sz="1950" b="0">
                <a:solidFill>
                  <a:srgbClr val="4A6572"/>
                </a:solidFill>
                <a:latin typeface="Aptos"/>
                <a:ea typeface="Aptos"/>
                <a:cs typeface="Aptos"/>
              </a:defRPr>
            </a:lvl5pPr>
            <a:lvl6pPr algn="l">
              <a:buNone/>
              <a:defRPr sz="1950" b="0">
                <a:solidFill>
                  <a:srgbClr val="4A6572"/>
                </a:solidFill>
                <a:latin typeface="Aptos"/>
                <a:ea typeface="Aptos"/>
                <a:cs typeface="Aptos"/>
              </a:defRPr>
            </a:lvl6pPr>
            <a:lvl7pPr algn="l">
              <a:buNone/>
              <a:defRPr sz="1950" b="0">
                <a:solidFill>
                  <a:srgbClr val="4A6572"/>
                </a:solidFill>
                <a:latin typeface="Aptos"/>
                <a:ea typeface="Aptos"/>
                <a:cs typeface="Aptos"/>
              </a:defRPr>
            </a:lvl7pPr>
            <a:lvl8pPr algn="l">
              <a:buNone/>
              <a:defRPr sz="1950" b="0">
                <a:solidFill>
                  <a:srgbClr val="4A6572"/>
                </a:solidFill>
                <a:latin typeface="Aptos"/>
                <a:ea typeface="Aptos"/>
                <a:cs typeface="Aptos"/>
              </a:defRPr>
            </a:lvl8pPr>
            <a:lvl9pPr algn="l">
              <a:buNone/>
              <a:defRPr sz="1950" b="0">
                <a:solidFill>
                  <a:srgbClr val="4A6572"/>
                </a:solidFill>
                <a:latin typeface="Aptos"/>
                <a:ea typeface="Aptos"/>
                <a:cs typeface="Aptos"/>
              </a:defRPr>
            </a:lvl9pPr>
          </a:lstStyle>
          <a:p xmlns:a="http://schemas.openxmlformats.org/drawingml/2006/main">
            <a:pPr algn="l">
              <a:buNone/>
              <a:defRPr sz="1950" b="0">
                <a:solidFill>
                  <a:srgbClr val="4A6572"/>
                </a:solidFill>
                <a:latin typeface="Aptos"/>
                <a:ea typeface="Aptos"/>
                <a:cs typeface="Aptos"/>
              </a:defRPr>
            </a:pPr>
            <a:r>
              <a:rPr sz="1950" b="0">
                <a:solidFill>
                  <a:srgbClr val="4A6572"/>
                </a:solidFill>
                <a:latin typeface="Aptos"/>
                <a:ea typeface="Aptos"/>
                <a:cs typeface="Aptos"/>
              </a:rPr>
              <a:t>Capture merged; Packet UI draft</a:t>
            </a:r>
          </a:p>
        </p:txBody>
      </p:sp>
      <p:cxnSp>
        <p:nvCxnSpPr>
          <p:cNvPr id="21" name="flow-158">
            <a:extLst xmlns:a="http://schemas.openxmlformats.org/drawingml/2006/main">
              <a:ext uri="{FF2B5EF4-FFF2-40B4-BE49-F238E27FC236}">
                <a16:creationId xmlns:a16="http://schemas.microsoft.com/office/drawing/2014/main" id="{7D07108F-6B4A-4801-A078-6388E59B89CE}"/>
              </a:ext>
            </a:extLst>
          </p:cNvPr>
          <p:cNvCxnSpPr/>
          <p:nvPr/>
        </p:nvCxnSpPr>
        <p:spPr>
          <a:xfrm xmlns:a="http://schemas.openxmlformats.org/drawingml/2006/main" flipH="0" flipV="0">
            <a:off x="609600" y="6477000"/>
            <a:ext cx="5334000" cy="0"/>
          </a:xfrm>
          <a:prstGeom xmlns:a="http://schemas.openxmlformats.org/drawingml/2006/main" prst="straightConnector1">
            <a:avLst/>
          </a:prstGeom>
          <a:ln xmlns:a="http://schemas.openxmlformats.org/drawingml/2006/main" w="14288">
            <a:solidFill>
              <a:srgbClr val="B8CACC"/>
            </a:solidFill>
            <a:prstDash val="solid"/>
          </a:ln>
        </p:spPr>
      </p:cxnSp>
      <p:sp>
        <p:nvSpPr>
          <p:cNvPr id="22" name="node-159">
            <a:extLst xmlns:a="http://schemas.openxmlformats.org/drawingml/2006/main">
              <a:ext uri="{FF2B5EF4-FFF2-40B4-BE49-F238E27FC236}">
                <a16:creationId xmlns:a16="http://schemas.microsoft.com/office/drawing/2014/main" id="{3F5888FB-B549-4744-94BD-55682478694E}"/>
              </a:ext>
            </a:extLst>
          </p:cNvPr>
          <p:cNvSpPr>
            <a:spLocks xmlns:a="http://schemas.openxmlformats.org/drawingml/2006/main" noGrp="1"/>
          </p:cNvSpPr>
          <p:nvPr/>
        </p:nvSpPr>
        <p:spPr>
          <a:xfrm xmlns:a="http://schemas.openxmlformats.org/drawingml/2006/main">
            <a:off x="609600" y="6858000"/>
            <a:ext cx="5334000" cy="952500"/>
          </a:xfrm>
          <a:prstGeom xmlns:a="http://schemas.openxmlformats.org/drawingml/2006/main" prst="rect">
            <a:avLst/>
          </a:prstGeom>
          <a:solidFill xmlns:a="http://schemas.openxmlformats.org/drawingml/2006/main">
            <a:srgbClr val="FFFFFF"/>
          </a:solidFill>
          <a:ln xmlns:a="http://schemas.openxmlformats.org/drawingml/2006/main" w="17145">
            <a:solidFill>
              <a:srgbClr val="B8CACC"/>
            </a:solidFill>
            <a:prstDash val="solid"/>
          </a:ln>
        </p:spPr>
      </p:sp>
      <p:sp>
        <p:nvSpPr>
          <p:cNvPr id="23" name="text-160">
            <a:extLst xmlns:a="http://schemas.openxmlformats.org/drawingml/2006/main">
              <a:ext uri="{FF2B5EF4-FFF2-40B4-BE49-F238E27FC236}">
                <a16:creationId xmlns:a16="http://schemas.microsoft.com/office/drawing/2014/main" id="{3174332F-933D-4987-A5E2-7FD7CE8CCE5B}"/>
              </a:ext>
            </a:extLst>
          </p:cNvPr>
          <p:cNvSpPr>
            <a:spLocks xmlns:a="http://schemas.openxmlformats.org/drawingml/2006/main" noGrp="1"/>
          </p:cNvSpPr>
          <p:nvPr/>
        </p:nvSpPr>
        <p:spPr>
          <a:xfrm xmlns:a="http://schemas.openxmlformats.org/drawingml/2006/main">
            <a:off x="800100" y="7019925"/>
            <a:ext cx="4953000" cy="3867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132E38"/>
                </a:solidFill>
                <a:latin typeface="Aptos"/>
                <a:ea typeface="Aptos"/>
                <a:cs typeface="Aptos"/>
              </a:defRPr>
            </a:defPPr>
            <a:lvl1pPr algn="l">
              <a:buNone/>
              <a:defRPr sz="2250" b="1">
                <a:solidFill>
                  <a:srgbClr val="132E38"/>
                </a:solidFill>
                <a:latin typeface="Aptos"/>
                <a:ea typeface="Aptos"/>
                <a:cs typeface="Aptos"/>
              </a:defRPr>
            </a:lvl1pPr>
            <a:lvl2pPr algn="l">
              <a:buNone/>
              <a:defRPr sz="2250" b="1">
                <a:solidFill>
                  <a:srgbClr val="132E38"/>
                </a:solidFill>
                <a:latin typeface="Aptos"/>
                <a:ea typeface="Aptos"/>
                <a:cs typeface="Aptos"/>
              </a:defRPr>
            </a:lvl2pPr>
            <a:lvl3pPr algn="l">
              <a:buNone/>
              <a:defRPr sz="2250" b="1">
                <a:solidFill>
                  <a:srgbClr val="132E38"/>
                </a:solidFill>
                <a:latin typeface="Aptos"/>
                <a:ea typeface="Aptos"/>
                <a:cs typeface="Aptos"/>
              </a:defRPr>
            </a:lvl3pPr>
            <a:lvl4pPr algn="l">
              <a:buNone/>
              <a:defRPr sz="2250" b="1">
                <a:solidFill>
                  <a:srgbClr val="132E38"/>
                </a:solidFill>
                <a:latin typeface="Aptos"/>
                <a:ea typeface="Aptos"/>
                <a:cs typeface="Aptos"/>
              </a:defRPr>
            </a:lvl4pPr>
            <a:lvl5pPr algn="l">
              <a:buNone/>
              <a:defRPr sz="2250" b="1">
                <a:solidFill>
                  <a:srgbClr val="132E38"/>
                </a:solidFill>
                <a:latin typeface="Aptos"/>
                <a:ea typeface="Aptos"/>
                <a:cs typeface="Aptos"/>
              </a:defRPr>
            </a:lvl5pPr>
            <a:lvl6pPr algn="l">
              <a:buNone/>
              <a:defRPr sz="2250" b="1">
                <a:solidFill>
                  <a:srgbClr val="132E38"/>
                </a:solidFill>
                <a:latin typeface="Aptos"/>
                <a:ea typeface="Aptos"/>
                <a:cs typeface="Aptos"/>
              </a:defRPr>
            </a:lvl6pPr>
            <a:lvl7pPr algn="l">
              <a:buNone/>
              <a:defRPr sz="2250" b="1">
                <a:solidFill>
                  <a:srgbClr val="132E38"/>
                </a:solidFill>
                <a:latin typeface="Aptos"/>
                <a:ea typeface="Aptos"/>
                <a:cs typeface="Aptos"/>
              </a:defRPr>
            </a:lvl7pPr>
            <a:lvl8pPr algn="l">
              <a:buNone/>
              <a:defRPr sz="2250" b="1">
                <a:solidFill>
                  <a:srgbClr val="132E38"/>
                </a:solidFill>
                <a:latin typeface="Aptos"/>
                <a:ea typeface="Aptos"/>
                <a:cs typeface="Aptos"/>
              </a:defRPr>
            </a:lvl8pPr>
            <a:lvl9pPr algn="l">
              <a:buNone/>
              <a:defRPr sz="2250" b="1">
                <a:solidFill>
                  <a:srgbClr val="132E38"/>
                </a:solidFill>
                <a:latin typeface="Aptos"/>
                <a:ea typeface="Aptos"/>
                <a:cs typeface="Aptos"/>
              </a:defRPr>
            </a:lvl9pPr>
          </a:lstStyle>
          <a:p xmlns:a="http://schemas.openxmlformats.org/drawingml/2006/main">
            <a:pPr algn="l">
              <a:buNone/>
              <a:defRPr sz="2250" b="1">
                <a:solidFill>
                  <a:srgbClr val="132E38"/>
                </a:solidFill>
                <a:latin typeface="Aptos"/>
                <a:ea typeface="Aptos"/>
                <a:cs typeface="Aptos"/>
              </a:defRPr>
            </a:pPr>
            <a:r>
              <a:rPr sz="2250" b="1">
                <a:solidFill>
                  <a:srgbClr val="132E38"/>
                </a:solidFill>
                <a:latin typeface="Aptos"/>
                <a:ea typeface="Aptos"/>
                <a:cs typeface="Aptos"/>
              </a:rPr>
              <a:t>Any eligible DAO member</a:t>
            </a:r>
          </a:p>
        </p:txBody>
      </p:sp>
      <p:sp>
        <p:nvSpPr>
          <p:cNvPr id="24" name="text-161">
            <a:extLst xmlns:a="http://schemas.openxmlformats.org/drawingml/2006/main">
              <a:ext uri="{FF2B5EF4-FFF2-40B4-BE49-F238E27FC236}">
                <a16:creationId xmlns:a16="http://schemas.microsoft.com/office/drawing/2014/main" id="{A8076791-798E-48B1-A2E5-CE4A60DD5732}"/>
              </a:ext>
            </a:extLst>
          </p:cNvPr>
          <p:cNvSpPr>
            <a:spLocks xmlns:a="http://schemas.openxmlformats.org/drawingml/2006/main" noGrp="1"/>
          </p:cNvSpPr>
          <p:nvPr/>
        </p:nvSpPr>
        <p:spPr>
          <a:xfrm xmlns:a="http://schemas.openxmlformats.org/drawingml/2006/main">
            <a:off x="800100" y="7416165"/>
            <a:ext cx="4953000" cy="3286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4A6572"/>
                </a:solidFill>
                <a:latin typeface="Aptos"/>
                <a:ea typeface="Aptos"/>
                <a:cs typeface="Aptos"/>
              </a:defRPr>
            </a:defPPr>
            <a:lvl1pPr algn="l">
              <a:buNone/>
              <a:defRPr sz="1875" b="0">
                <a:solidFill>
                  <a:srgbClr val="4A6572"/>
                </a:solidFill>
                <a:latin typeface="Aptos"/>
                <a:ea typeface="Aptos"/>
                <a:cs typeface="Aptos"/>
              </a:defRPr>
            </a:lvl1pPr>
            <a:lvl2pPr algn="l">
              <a:buNone/>
              <a:defRPr sz="1875" b="0">
                <a:solidFill>
                  <a:srgbClr val="4A6572"/>
                </a:solidFill>
                <a:latin typeface="Aptos"/>
                <a:ea typeface="Aptos"/>
                <a:cs typeface="Aptos"/>
              </a:defRPr>
            </a:lvl2pPr>
            <a:lvl3pPr algn="l">
              <a:buNone/>
              <a:defRPr sz="1875" b="0">
                <a:solidFill>
                  <a:srgbClr val="4A6572"/>
                </a:solidFill>
                <a:latin typeface="Aptos"/>
                <a:ea typeface="Aptos"/>
                <a:cs typeface="Aptos"/>
              </a:defRPr>
            </a:lvl3pPr>
            <a:lvl4pPr algn="l">
              <a:buNone/>
              <a:defRPr sz="1875" b="0">
                <a:solidFill>
                  <a:srgbClr val="4A6572"/>
                </a:solidFill>
                <a:latin typeface="Aptos"/>
                <a:ea typeface="Aptos"/>
                <a:cs typeface="Aptos"/>
              </a:defRPr>
            </a:lvl4pPr>
            <a:lvl5pPr algn="l">
              <a:buNone/>
              <a:defRPr sz="1875" b="0">
                <a:solidFill>
                  <a:srgbClr val="4A6572"/>
                </a:solidFill>
                <a:latin typeface="Aptos"/>
                <a:ea typeface="Aptos"/>
                <a:cs typeface="Aptos"/>
              </a:defRPr>
            </a:lvl5pPr>
            <a:lvl6pPr algn="l">
              <a:buNone/>
              <a:defRPr sz="1875" b="0">
                <a:solidFill>
                  <a:srgbClr val="4A6572"/>
                </a:solidFill>
                <a:latin typeface="Aptos"/>
                <a:ea typeface="Aptos"/>
                <a:cs typeface="Aptos"/>
              </a:defRPr>
            </a:lvl6pPr>
            <a:lvl7pPr algn="l">
              <a:buNone/>
              <a:defRPr sz="1875" b="0">
                <a:solidFill>
                  <a:srgbClr val="4A6572"/>
                </a:solidFill>
                <a:latin typeface="Aptos"/>
                <a:ea typeface="Aptos"/>
                <a:cs typeface="Aptos"/>
              </a:defRPr>
            </a:lvl7pPr>
            <a:lvl8pPr algn="l">
              <a:buNone/>
              <a:defRPr sz="1875" b="0">
                <a:solidFill>
                  <a:srgbClr val="4A6572"/>
                </a:solidFill>
                <a:latin typeface="Aptos"/>
                <a:ea typeface="Aptos"/>
                <a:cs typeface="Aptos"/>
              </a:defRPr>
            </a:lvl8pPr>
            <a:lvl9pPr algn="l">
              <a:buNone/>
              <a:defRPr sz="1875" b="0">
                <a:solidFill>
                  <a:srgbClr val="4A6572"/>
                </a:solidFill>
                <a:latin typeface="Aptos"/>
                <a:ea typeface="Aptos"/>
                <a:cs typeface="Aptos"/>
              </a:defRPr>
            </a:lvl9pPr>
          </a:lstStyle>
          <a:p xmlns:a="http://schemas.openxmlformats.org/drawingml/2006/main">
            <a:pPr algn="l">
              <a:buNone/>
              <a:defRPr sz="1875" b="0">
                <a:solidFill>
                  <a:srgbClr val="4A6572"/>
                </a:solidFill>
                <a:latin typeface="Aptos"/>
                <a:ea typeface="Aptos"/>
                <a:cs typeface="Aptos"/>
              </a:defRPr>
            </a:pPr>
            <a:r>
              <a:rPr sz="1875" b="0">
                <a:solidFill>
                  <a:srgbClr val="4A6572"/>
                </a:solidFill>
                <a:latin typeface="Aptos"/>
                <a:ea typeface="Aptos"/>
                <a:cs typeface="Aptos"/>
              </a:rPr>
              <a:t>Current membership and application access</a:t>
            </a:r>
          </a:p>
        </p:txBody>
      </p:sp>
      <p:sp>
        <p:nvSpPr>
          <p:cNvPr id="26" name="text-162">
            <a:extLst xmlns:a="http://schemas.openxmlformats.org/drawingml/2006/main">
              <a:ext uri="{FF2B5EF4-FFF2-40B4-BE49-F238E27FC236}">
                <a16:creationId xmlns:a16="http://schemas.microsoft.com/office/drawing/2014/main" id="{8FAC1491-4EBE-4CA9-902B-BD9860A34112}"/>
              </a:ext>
            </a:extLst>
          </p:cNvPr>
          <p:cNvSpPr>
            <a:spLocks xmlns:a="http://schemas.openxmlformats.org/drawingml/2006/main" noGrp="1"/>
          </p:cNvSpPr>
          <p:nvPr/>
        </p:nvSpPr>
        <p:spPr>
          <a:xfrm xmlns:a="http://schemas.openxmlformats.org/drawingml/2006/main">
            <a:off x="609600" y="3381375"/>
            <a:ext cx="228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4A6572"/>
                </a:solidFill>
                <a:latin typeface="Aptos"/>
                <a:ea typeface="Aptos"/>
                <a:cs typeface="Aptos"/>
              </a:defRPr>
            </a:defPPr>
            <a:lvl1pPr algn="l">
              <a:buNone/>
              <a:defRPr sz="1650" b="0">
                <a:solidFill>
                  <a:srgbClr val="4A6572"/>
                </a:solidFill>
                <a:latin typeface="Aptos"/>
                <a:ea typeface="Aptos"/>
                <a:cs typeface="Aptos"/>
              </a:defRPr>
            </a:lvl1pPr>
            <a:lvl2pPr algn="l">
              <a:buNone/>
              <a:defRPr sz="1650" b="0">
                <a:solidFill>
                  <a:srgbClr val="4A6572"/>
                </a:solidFill>
                <a:latin typeface="Aptos"/>
                <a:ea typeface="Aptos"/>
                <a:cs typeface="Aptos"/>
              </a:defRPr>
            </a:lvl2pPr>
            <a:lvl3pPr algn="l">
              <a:buNone/>
              <a:defRPr sz="1650" b="0">
                <a:solidFill>
                  <a:srgbClr val="4A6572"/>
                </a:solidFill>
                <a:latin typeface="Aptos"/>
                <a:ea typeface="Aptos"/>
                <a:cs typeface="Aptos"/>
              </a:defRPr>
            </a:lvl3pPr>
            <a:lvl4pPr algn="l">
              <a:buNone/>
              <a:defRPr sz="1650" b="0">
                <a:solidFill>
                  <a:srgbClr val="4A6572"/>
                </a:solidFill>
                <a:latin typeface="Aptos"/>
                <a:ea typeface="Aptos"/>
                <a:cs typeface="Aptos"/>
              </a:defRPr>
            </a:lvl4pPr>
            <a:lvl5pPr algn="l">
              <a:buNone/>
              <a:defRPr sz="1650" b="0">
                <a:solidFill>
                  <a:srgbClr val="4A6572"/>
                </a:solidFill>
                <a:latin typeface="Aptos"/>
                <a:ea typeface="Aptos"/>
                <a:cs typeface="Aptos"/>
              </a:defRPr>
            </a:lvl5pPr>
            <a:lvl6pPr algn="l">
              <a:buNone/>
              <a:defRPr sz="1650" b="0">
                <a:solidFill>
                  <a:srgbClr val="4A6572"/>
                </a:solidFill>
                <a:latin typeface="Aptos"/>
                <a:ea typeface="Aptos"/>
                <a:cs typeface="Aptos"/>
              </a:defRPr>
            </a:lvl6pPr>
            <a:lvl7pPr algn="l">
              <a:buNone/>
              <a:defRPr sz="1650" b="0">
                <a:solidFill>
                  <a:srgbClr val="4A6572"/>
                </a:solidFill>
                <a:latin typeface="Aptos"/>
                <a:ea typeface="Aptos"/>
                <a:cs typeface="Aptos"/>
              </a:defRPr>
            </a:lvl7pPr>
            <a:lvl8pPr algn="l">
              <a:buNone/>
              <a:defRPr sz="1650" b="0">
                <a:solidFill>
                  <a:srgbClr val="4A6572"/>
                </a:solidFill>
                <a:latin typeface="Aptos"/>
                <a:ea typeface="Aptos"/>
                <a:cs typeface="Aptos"/>
              </a:defRPr>
            </a:lvl8pPr>
            <a:lvl9pPr algn="l">
              <a:buNone/>
              <a:defRPr sz="1650" b="0">
                <a:solidFill>
                  <a:srgbClr val="4A6572"/>
                </a:solidFill>
                <a:latin typeface="Aptos"/>
                <a:ea typeface="Aptos"/>
                <a:cs typeface="Aptos"/>
              </a:defRPr>
            </a:lvl9pPr>
          </a:lstStyle>
          <a:p xmlns:a="http://schemas.openxmlformats.org/drawingml/2006/main">
            <a:pPr algn="l">
              <a:buNone/>
              <a:defRPr sz="1650" b="0">
                <a:solidFill>
                  <a:srgbClr val="4A6572"/>
                </a:solidFill>
                <a:latin typeface="Aptos"/>
                <a:ea typeface="Aptos"/>
                <a:cs typeface="Aptos"/>
              </a:defRPr>
            </a:pPr>
            <a:r>
              <a:rPr sz="1650" b="0">
                <a:solidFill>
                  <a:srgbClr val="4A6572"/>
                </a:solidFill>
                <a:latin typeface="Aptos"/>
                <a:ea typeface="Aptos"/>
                <a:cs typeface="Aptos"/>
              </a:rPr>
              <a:t>Operates agent</a:t>
            </a:r>
          </a:p>
        </p:txBody>
      </p:sp>
      <p:cxnSp>
        <p:nvCxnSpPr>
          <p:cNvPr id="27" name="flow-163">
            <a:extLst xmlns:a="http://schemas.openxmlformats.org/drawingml/2006/main">
              <a:ext uri="{FF2B5EF4-FFF2-40B4-BE49-F238E27FC236}">
                <a16:creationId xmlns:a16="http://schemas.microsoft.com/office/drawing/2014/main" id="{B6BE3F8D-4190-4F1E-B35F-35BD62206314}"/>
              </a:ext>
            </a:extLst>
          </p:cNvPr>
          <p:cNvCxnSpPr/>
          <p:nvPr/>
        </p:nvCxnSpPr>
        <p:spPr>
          <a:xfrm xmlns:a="http://schemas.openxmlformats.org/drawingml/2006/main" flipH="0" flipV="0">
            <a:off x="11649075" y="3048000"/>
            <a:ext cx="0" cy="285750"/>
          </a:xfrm>
          <a:prstGeom xmlns:a="http://schemas.openxmlformats.org/drawingml/2006/main" prst="straightConnector1">
            <a:avLst/>
          </a:prstGeom>
          <a:ln xmlns:a="http://schemas.openxmlformats.org/drawingml/2006/main" w="23813">
            <a:solidFill>
              <a:srgbClr val="157D80"/>
            </a:solidFill>
            <a:prstDash val="dash"/>
          </a:ln>
        </p:spPr>
      </p:cxnSp>
      <p:cxnSp>
        <p:nvCxnSpPr>
          <p:cNvPr id="28" name="flow-164">
            <a:extLst xmlns:a="http://schemas.openxmlformats.org/drawingml/2006/main">
              <a:ext uri="{FF2B5EF4-FFF2-40B4-BE49-F238E27FC236}">
                <a16:creationId xmlns:a16="http://schemas.microsoft.com/office/drawing/2014/main" id="{F5B95593-3D47-45A3-AF90-377C43E69F96}"/>
              </a:ext>
            </a:extLst>
          </p:cNvPr>
          <p:cNvCxnSpPr/>
          <p:nvPr/>
        </p:nvCxnSpPr>
        <p:spPr>
          <a:xfrm xmlns:a="http://schemas.openxmlformats.org/drawingml/2006/main" flipH="1" flipV="0">
            <a:off x="5524500" y="3333750"/>
            <a:ext cx="6124575" cy="0"/>
          </a:xfrm>
          <a:prstGeom xmlns:a="http://schemas.openxmlformats.org/drawingml/2006/main" prst="straightConnector1">
            <a:avLst/>
          </a:prstGeom>
          <a:ln xmlns:a="http://schemas.openxmlformats.org/drawingml/2006/main" w="23813">
            <a:solidFill>
              <a:srgbClr val="157D80"/>
            </a:solidFill>
            <a:prstDash val="dash"/>
          </a:ln>
        </p:spPr>
      </p:cxnSp>
      <p:cxnSp>
        <p:nvCxnSpPr>
          <p:cNvPr id="29" name="flow-165">
            <a:extLst xmlns:a="http://schemas.openxmlformats.org/drawingml/2006/main">
              <a:ext uri="{FF2B5EF4-FFF2-40B4-BE49-F238E27FC236}">
                <a16:creationId xmlns:a16="http://schemas.microsoft.com/office/drawing/2014/main" id="{704FE7F6-F247-4AEF-B3FE-9469EF32A540}"/>
              </a:ext>
            </a:extLst>
          </p:cNvPr>
          <p:cNvCxnSpPr/>
          <p:nvPr/>
        </p:nvCxnSpPr>
        <p:spPr>
          <a:xfrm xmlns:a="http://schemas.openxmlformats.org/drawingml/2006/main" flipH="0" flipV="0">
            <a:off x="5524500" y="3333750"/>
            <a:ext cx="0" cy="666750"/>
          </a:xfrm>
          <a:prstGeom xmlns:a="http://schemas.openxmlformats.org/drawingml/2006/main" prst="straightConnector1">
            <a:avLst/>
          </a:prstGeom>
          <a:ln xmlns:a="http://schemas.openxmlformats.org/drawingml/2006/main" w="23813">
            <a:solidFill>
              <a:srgbClr val="157D80"/>
            </a:solidFill>
            <a:prstDash val="dash"/>
            <a:tailEnd type="triangle" w="med" len="med"/>
          </a:ln>
        </p:spPr>
      </p:cxnSp>
      <p:sp>
        <p:nvSpPr>
          <p:cNvPr id="30" name="text-166">
            <a:extLst xmlns:a="http://schemas.openxmlformats.org/drawingml/2006/main">
              <a:ext uri="{FF2B5EF4-FFF2-40B4-BE49-F238E27FC236}">
                <a16:creationId xmlns:a16="http://schemas.microsoft.com/office/drawing/2014/main" id="{E6B5B663-D67C-44ED-A170-D1DE7DFCA2FF}"/>
              </a:ext>
            </a:extLst>
          </p:cNvPr>
          <p:cNvSpPr>
            <a:spLocks xmlns:a="http://schemas.openxmlformats.org/drawingml/2006/main" noGrp="1"/>
          </p:cNvSpPr>
          <p:nvPr/>
        </p:nvSpPr>
        <p:spPr>
          <a:xfrm xmlns:a="http://schemas.openxmlformats.org/drawingml/2006/main">
            <a:off x="6810375" y="3486150"/>
            <a:ext cx="4000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725" b="0">
                <a:solidFill>
                  <a:srgbClr val="4A6572"/>
                </a:solidFill>
                <a:latin typeface="Aptos"/>
                <a:ea typeface="Aptos"/>
                <a:cs typeface="Aptos"/>
              </a:defRPr>
            </a:defPPr>
            <a:lvl1pPr algn="ctr">
              <a:buNone/>
              <a:defRPr sz="1725" b="0">
                <a:solidFill>
                  <a:srgbClr val="4A6572"/>
                </a:solidFill>
                <a:latin typeface="Aptos"/>
                <a:ea typeface="Aptos"/>
                <a:cs typeface="Aptos"/>
              </a:defRPr>
            </a:lvl1pPr>
            <a:lvl2pPr algn="ctr">
              <a:buNone/>
              <a:defRPr sz="1725" b="0">
                <a:solidFill>
                  <a:srgbClr val="4A6572"/>
                </a:solidFill>
                <a:latin typeface="Aptos"/>
                <a:ea typeface="Aptos"/>
                <a:cs typeface="Aptos"/>
              </a:defRPr>
            </a:lvl2pPr>
            <a:lvl3pPr algn="ctr">
              <a:buNone/>
              <a:defRPr sz="1725" b="0">
                <a:solidFill>
                  <a:srgbClr val="4A6572"/>
                </a:solidFill>
                <a:latin typeface="Aptos"/>
                <a:ea typeface="Aptos"/>
                <a:cs typeface="Aptos"/>
              </a:defRPr>
            </a:lvl3pPr>
            <a:lvl4pPr algn="ctr">
              <a:buNone/>
              <a:defRPr sz="1725" b="0">
                <a:solidFill>
                  <a:srgbClr val="4A6572"/>
                </a:solidFill>
                <a:latin typeface="Aptos"/>
                <a:ea typeface="Aptos"/>
                <a:cs typeface="Aptos"/>
              </a:defRPr>
            </a:lvl4pPr>
            <a:lvl5pPr algn="ctr">
              <a:buNone/>
              <a:defRPr sz="1725" b="0">
                <a:solidFill>
                  <a:srgbClr val="4A6572"/>
                </a:solidFill>
                <a:latin typeface="Aptos"/>
                <a:ea typeface="Aptos"/>
                <a:cs typeface="Aptos"/>
              </a:defRPr>
            </a:lvl5pPr>
            <a:lvl6pPr algn="ctr">
              <a:buNone/>
              <a:defRPr sz="1725" b="0">
                <a:solidFill>
                  <a:srgbClr val="4A6572"/>
                </a:solidFill>
                <a:latin typeface="Aptos"/>
                <a:ea typeface="Aptos"/>
                <a:cs typeface="Aptos"/>
              </a:defRPr>
            </a:lvl6pPr>
            <a:lvl7pPr algn="ctr">
              <a:buNone/>
              <a:defRPr sz="1725" b="0">
                <a:solidFill>
                  <a:srgbClr val="4A6572"/>
                </a:solidFill>
                <a:latin typeface="Aptos"/>
                <a:ea typeface="Aptos"/>
                <a:cs typeface="Aptos"/>
              </a:defRPr>
            </a:lvl7pPr>
            <a:lvl8pPr algn="ctr">
              <a:buNone/>
              <a:defRPr sz="1725" b="0">
                <a:solidFill>
                  <a:srgbClr val="4A6572"/>
                </a:solidFill>
                <a:latin typeface="Aptos"/>
                <a:ea typeface="Aptos"/>
                <a:cs typeface="Aptos"/>
              </a:defRPr>
            </a:lvl8pPr>
            <a:lvl9pPr algn="ctr">
              <a:buNone/>
              <a:defRPr sz="1725" b="0">
                <a:solidFill>
                  <a:srgbClr val="4A6572"/>
                </a:solidFill>
                <a:latin typeface="Aptos"/>
                <a:ea typeface="Aptos"/>
                <a:cs typeface="Aptos"/>
              </a:defRPr>
            </a:lvl9pPr>
          </a:lstStyle>
          <a:p xmlns:a="http://schemas.openxmlformats.org/drawingml/2006/main">
            <a:pPr algn="ctr">
              <a:buNone/>
              <a:defRPr sz="1725" b="0">
                <a:solidFill>
                  <a:srgbClr val="4A6572"/>
                </a:solidFill>
                <a:latin typeface="Aptos"/>
                <a:ea typeface="Aptos"/>
                <a:cs typeface="Aptos"/>
              </a:defRPr>
            </a:pPr>
            <a:r>
              <a:rPr sz="1725" b="0">
                <a:solidFill>
                  <a:srgbClr val="4A6572"/>
                </a:solidFill>
                <a:latin typeface="Aptos"/>
                <a:ea typeface="Aptos"/>
                <a:cs typeface="Aptos"/>
              </a:rPr>
              <a:t>Task and scoped inputs</a:t>
            </a:r>
          </a:p>
        </p:txBody>
      </p:sp>
      <p:cxnSp>
        <p:nvCxnSpPr>
          <p:cNvPr id="31" name="flow-167">
            <a:extLst xmlns:a="http://schemas.openxmlformats.org/drawingml/2006/main">
              <a:ext uri="{FF2B5EF4-FFF2-40B4-BE49-F238E27FC236}">
                <a16:creationId xmlns:a16="http://schemas.microsoft.com/office/drawing/2014/main" id="{2D93CC09-938A-4BDD-AA3F-48D2B250E5E7}"/>
              </a:ext>
            </a:extLst>
          </p:cNvPr>
          <p:cNvCxnSpPr/>
          <p:nvPr/>
        </p:nvCxnSpPr>
        <p:spPr>
          <a:xfrm xmlns:a="http://schemas.openxmlformats.org/drawingml/2006/main" flipH="0" flipV="0">
            <a:off x="5943600" y="4619625"/>
            <a:ext cx="2724150" cy="0"/>
          </a:xfrm>
          <a:prstGeom xmlns:a="http://schemas.openxmlformats.org/drawingml/2006/main" prst="straightConnector1">
            <a:avLst/>
          </a:prstGeom>
          <a:ln xmlns:a="http://schemas.openxmlformats.org/drawingml/2006/main" w="23813">
            <a:solidFill>
              <a:srgbClr val="157D80"/>
            </a:solidFill>
            <a:prstDash val="dash"/>
            <a:tailEnd type="triangle" w="med" len="med"/>
          </a:ln>
        </p:spPr>
      </p:cxnSp>
      <p:sp>
        <p:nvSpPr>
          <p:cNvPr id="32" name="text-168">
            <a:extLst xmlns:a="http://schemas.openxmlformats.org/drawingml/2006/main">
              <a:ext uri="{FF2B5EF4-FFF2-40B4-BE49-F238E27FC236}">
                <a16:creationId xmlns:a16="http://schemas.microsoft.com/office/drawing/2014/main" id="{F84520EC-E863-4A8F-AF40-29B485646290}"/>
              </a:ext>
            </a:extLst>
          </p:cNvPr>
          <p:cNvSpPr>
            <a:spLocks xmlns:a="http://schemas.openxmlformats.org/drawingml/2006/main" noGrp="1"/>
          </p:cNvSpPr>
          <p:nvPr/>
        </p:nvSpPr>
        <p:spPr>
          <a:xfrm xmlns:a="http://schemas.openxmlformats.org/drawingml/2006/main">
            <a:off x="5953125" y="4181475"/>
            <a:ext cx="27146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800" b="0">
                <a:solidFill>
                  <a:srgbClr val="4A6572"/>
                </a:solidFill>
                <a:latin typeface="Aptos"/>
                <a:ea typeface="Aptos"/>
                <a:cs typeface="Aptos"/>
              </a:defRPr>
            </a:defPPr>
            <a:lvl1pPr algn="ctr">
              <a:buNone/>
              <a:defRPr sz="1800" b="0">
                <a:solidFill>
                  <a:srgbClr val="4A6572"/>
                </a:solidFill>
                <a:latin typeface="Aptos"/>
                <a:ea typeface="Aptos"/>
                <a:cs typeface="Aptos"/>
              </a:defRPr>
            </a:lvl1pPr>
            <a:lvl2pPr algn="ctr">
              <a:buNone/>
              <a:defRPr sz="1800" b="0">
                <a:solidFill>
                  <a:srgbClr val="4A6572"/>
                </a:solidFill>
                <a:latin typeface="Aptos"/>
                <a:ea typeface="Aptos"/>
                <a:cs typeface="Aptos"/>
              </a:defRPr>
            </a:lvl2pPr>
            <a:lvl3pPr algn="ctr">
              <a:buNone/>
              <a:defRPr sz="1800" b="0">
                <a:solidFill>
                  <a:srgbClr val="4A6572"/>
                </a:solidFill>
                <a:latin typeface="Aptos"/>
                <a:ea typeface="Aptos"/>
                <a:cs typeface="Aptos"/>
              </a:defRPr>
            </a:lvl3pPr>
            <a:lvl4pPr algn="ctr">
              <a:buNone/>
              <a:defRPr sz="1800" b="0">
                <a:solidFill>
                  <a:srgbClr val="4A6572"/>
                </a:solidFill>
                <a:latin typeface="Aptos"/>
                <a:ea typeface="Aptos"/>
                <a:cs typeface="Aptos"/>
              </a:defRPr>
            </a:lvl4pPr>
            <a:lvl5pPr algn="ctr">
              <a:buNone/>
              <a:defRPr sz="1800" b="0">
                <a:solidFill>
                  <a:srgbClr val="4A6572"/>
                </a:solidFill>
                <a:latin typeface="Aptos"/>
                <a:ea typeface="Aptos"/>
                <a:cs typeface="Aptos"/>
              </a:defRPr>
            </a:lvl5pPr>
            <a:lvl6pPr algn="ctr">
              <a:buNone/>
              <a:defRPr sz="1800" b="0">
                <a:solidFill>
                  <a:srgbClr val="4A6572"/>
                </a:solidFill>
                <a:latin typeface="Aptos"/>
                <a:ea typeface="Aptos"/>
                <a:cs typeface="Aptos"/>
              </a:defRPr>
            </a:lvl6pPr>
            <a:lvl7pPr algn="ctr">
              <a:buNone/>
              <a:defRPr sz="1800" b="0">
                <a:solidFill>
                  <a:srgbClr val="4A6572"/>
                </a:solidFill>
                <a:latin typeface="Aptos"/>
                <a:ea typeface="Aptos"/>
                <a:cs typeface="Aptos"/>
              </a:defRPr>
            </a:lvl7pPr>
            <a:lvl8pPr algn="ctr">
              <a:buNone/>
              <a:defRPr sz="1800" b="0">
                <a:solidFill>
                  <a:srgbClr val="4A6572"/>
                </a:solidFill>
                <a:latin typeface="Aptos"/>
                <a:ea typeface="Aptos"/>
                <a:cs typeface="Aptos"/>
              </a:defRPr>
            </a:lvl8pPr>
            <a:lvl9pPr algn="ctr">
              <a:buNone/>
              <a:defRPr sz="1800" b="0">
                <a:solidFill>
                  <a:srgbClr val="4A6572"/>
                </a:solidFill>
                <a:latin typeface="Aptos"/>
                <a:ea typeface="Aptos"/>
                <a:cs typeface="Aptos"/>
              </a:defRPr>
            </a:lvl9pPr>
          </a:lstStyle>
          <a:p xmlns:a="http://schemas.openxmlformats.org/drawingml/2006/main">
            <a:pPr algn="ctr">
              <a:buNone/>
              <a:defRPr sz="1800" b="0">
                <a:solidFill>
                  <a:srgbClr val="4A6572"/>
                </a:solidFill>
                <a:latin typeface="Aptos"/>
                <a:ea typeface="Aptos"/>
                <a:cs typeface="Aptos"/>
              </a:defRPr>
            </a:pPr>
            <a:r>
              <a:rPr sz="1800" b="0">
                <a:solidFill>
                  <a:srgbClr val="4A6572"/>
                </a:solidFill>
                <a:latin typeface="Aptos"/>
                <a:ea typeface="Aptos"/>
                <a:cs typeface="Aptos"/>
              </a:rPr>
              <a:t>Selected tool path</a:t>
            </a:r>
          </a:p>
        </p:txBody>
      </p:sp>
      <p:cxnSp>
        <p:nvCxnSpPr>
          <p:cNvPr id="33" name="flow-169">
            <a:extLst xmlns:a="http://schemas.openxmlformats.org/drawingml/2006/main">
              <a:ext uri="{FF2B5EF4-FFF2-40B4-BE49-F238E27FC236}">
                <a16:creationId xmlns:a16="http://schemas.microsoft.com/office/drawing/2014/main" id="{BB6A33C9-17D2-4ECE-AC12-BB600CDFBD54}"/>
              </a:ext>
            </a:extLst>
          </p:cNvPr>
          <p:cNvCxnSpPr/>
          <p:nvPr/>
        </p:nvCxnSpPr>
        <p:spPr>
          <a:xfrm xmlns:a="http://schemas.openxmlformats.org/drawingml/2006/main" flipH="0" flipV="0">
            <a:off x="11649075" y="5238750"/>
            <a:ext cx="0" cy="1047750"/>
          </a:xfrm>
          <a:prstGeom xmlns:a="http://schemas.openxmlformats.org/drawingml/2006/main" prst="straightConnector1">
            <a:avLst/>
          </a:prstGeom>
          <a:ln xmlns:a="http://schemas.openxmlformats.org/drawingml/2006/main" w="23813">
            <a:solidFill>
              <a:srgbClr val="157D80"/>
            </a:solidFill>
            <a:prstDash val="dash"/>
            <a:tailEnd type="triangle" w="med" len="med"/>
          </a:ln>
        </p:spPr>
      </p:cxnSp>
      <p:sp>
        <p:nvSpPr>
          <p:cNvPr id="34" name="text-170">
            <a:extLst xmlns:a="http://schemas.openxmlformats.org/drawingml/2006/main">
              <a:ext uri="{FF2B5EF4-FFF2-40B4-BE49-F238E27FC236}">
                <a16:creationId xmlns:a16="http://schemas.microsoft.com/office/drawing/2014/main" id="{0E6C5580-1AD7-4322-9075-D2C63DF3DD12}"/>
              </a:ext>
            </a:extLst>
          </p:cNvPr>
          <p:cNvSpPr>
            <a:spLocks xmlns:a="http://schemas.openxmlformats.org/drawingml/2006/main" noGrp="1"/>
          </p:cNvSpPr>
          <p:nvPr/>
        </p:nvSpPr>
        <p:spPr>
          <a:xfrm xmlns:a="http://schemas.openxmlformats.org/drawingml/2006/main">
            <a:off x="11811000" y="5562600"/>
            <a:ext cx="261937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725" b="0">
                <a:solidFill>
                  <a:srgbClr val="4A6572"/>
                </a:solidFill>
                <a:latin typeface="Aptos"/>
                <a:ea typeface="Aptos"/>
                <a:cs typeface="Aptos"/>
              </a:defRPr>
            </a:defPPr>
            <a:lvl1pPr algn="ctr">
              <a:buNone/>
              <a:defRPr sz="1725" b="0">
                <a:solidFill>
                  <a:srgbClr val="4A6572"/>
                </a:solidFill>
                <a:latin typeface="Aptos"/>
                <a:ea typeface="Aptos"/>
                <a:cs typeface="Aptos"/>
              </a:defRPr>
            </a:lvl1pPr>
            <a:lvl2pPr algn="ctr">
              <a:buNone/>
              <a:defRPr sz="1725" b="0">
                <a:solidFill>
                  <a:srgbClr val="4A6572"/>
                </a:solidFill>
                <a:latin typeface="Aptos"/>
                <a:ea typeface="Aptos"/>
                <a:cs typeface="Aptos"/>
              </a:defRPr>
            </a:lvl2pPr>
            <a:lvl3pPr algn="ctr">
              <a:buNone/>
              <a:defRPr sz="1725" b="0">
                <a:solidFill>
                  <a:srgbClr val="4A6572"/>
                </a:solidFill>
                <a:latin typeface="Aptos"/>
                <a:ea typeface="Aptos"/>
                <a:cs typeface="Aptos"/>
              </a:defRPr>
            </a:lvl3pPr>
            <a:lvl4pPr algn="ctr">
              <a:buNone/>
              <a:defRPr sz="1725" b="0">
                <a:solidFill>
                  <a:srgbClr val="4A6572"/>
                </a:solidFill>
                <a:latin typeface="Aptos"/>
                <a:ea typeface="Aptos"/>
                <a:cs typeface="Aptos"/>
              </a:defRPr>
            </a:lvl4pPr>
            <a:lvl5pPr algn="ctr">
              <a:buNone/>
              <a:defRPr sz="1725" b="0">
                <a:solidFill>
                  <a:srgbClr val="4A6572"/>
                </a:solidFill>
                <a:latin typeface="Aptos"/>
                <a:ea typeface="Aptos"/>
                <a:cs typeface="Aptos"/>
              </a:defRPr>
            </a:lvl5pPr>
            <a:lvl6pPr algn="ctr">
              <a:buNone/>
              <a:defRPr sz="1725" b="0">
                <a:solidFill>
                  <a:srgbClr val="4A6572"/>
                </a:solidFill>
                <a:latin typeface="Aptos"/>
                <a:ea typeface="Aptos"/>
                <a:cs typeface="Aptos"/>
              </a:defRPr>
            </a:lvl6pPr>
            <a:lvl7pPr algn="ctr">
              <a:buNone/>
              <a:defRPr sz="1725" b="0">
                <a:solidFill>
                  <a:srgbClr val="4A6572"/>
                </a:solidFill>
                <a:latin typeface="Aptos"/>
                <a:ea typeface="Aptos"/>
                <a:cs typeface="Aptos"/>
              </a:defRPr>
            </a:lvl7pPr>
            <a:lvl8pPr algn="ctr">
              <a:buNone/>
              <a:defRPr sz="1725" b="0">
                <a:solidFill>
                  <a:srgbClr val="4A6572"/>
                </a:solidFill>
                <a:latin typeface="Aptos"/>
                <a:ea typeface="Aptos"/>
                <a:cs typeface="Aptos"/>
              </a:defRPr>
            </a:lvl8pPr>
            <a:lvl9pPr algn="ctr">
              <a:buNone/>
              <a:defRPr sz="1725" b="0">
                <a:solidFill>
                  <a:srgbClr val="4A6572"/>
                </a:solidFill>
                <a:latin typeface="Aptos"/>
                <a:ea typeface="Aptos"/>
                <a:cs typeface="Aptos"/>
              </a:defRPr>
            </a:lvl9pPr>
          </a:lstStyle>
          <a:p xmlns:a="http://schemas.openxmlformats.org/drawingml/2006/main">
            <a:pPr algn="ctr">
              <a:buNone/>
              <a:defRPr sz="1725" b="0">
                <a:solidFill>
                  <a:srgbClr val="4A6572"/>
                </a:solidFill>
                <a:latin typeface="Aptos"/>
                <a:ea typeface="Aptos"/>
                <a:cs typeface="Aptos"/>
              </a:defRPr>
            </a:pPr>
            <a:r>
              <a:rPr sz="1725" b="0">
                <a:solidFill>
                  <a:srgbClr val="4A6572"/>
                </a:solidFill>
                <a:latin typeface="Aptos"/>
                <a:ea typeface="Aptos"/>
                <a:cs typeface="Aptos"/>
              </a:rPr>
              <a:t>Agent quality critique</a:t>
            </a:r>
          </a:p>
          <a:p xmlns:a="http://schemas.openxmlformats.org/drawingml/2006/main">
            <a:pPr algn="ctr">
              <a:buNone/>
              <a:defRPr sz="1725" b="0">
                <a:solidFill>
                  <a:srgbClr val="4A6572"/>
                </a:solidFill>
                <a:latin typeface="Aptos"/>
                <a:ea typeface="Aptos"/>
                <a:cs typeface="Aptos"/>
              </a:defRPr>
            </a:pPr>
            <a:r>
              <a:rPr sz="1725" b="0">
                <a:solidFill>
                  <a:srgbClr val="4A6572"/>
                </a:solidFill>
                <a:latin typeface="Aptos"/>
                <a:ea typeface="Aptos"/>
                <a:cs typeface="Aptos"/>
              </a:rPr>
              <a:t>Member action pending</a:t>
            </a:r>
          </a:p>
        </p:txBody>
      </p:sp>
      <p:cxnSp>
        <p:nvCxnSpPr>
          <p:cNvPr id="35" name="flow-171">
            <a:extLst xmlns:a="http://schemas.openxmlformats.org/drawingml/2006/main">
              <a:ext uri="{FF2B5EF4-FFF2-40B4-BE49-F238E27FC236}">
                <a16:creationId xmlns:a16="http://schemas.microsoft.com/office/drawing/2014/main" id="{EFD7CD08-0417-480B-A23A-2286373F81FD}"/>
              </a:ext>
            </a:extLst>
          </p:cNvPr>
          <p:cNvCxnSpPr/>
          <p:nvPr/>
        </p:nvCxnSpPr>
        <p:spPr>
          <a:xfrm xmlns:a="http://schemas.openxmlformats.org/drawingml/2006/main" flipH="0" flipV="0">
            <a:off x="5943600" y="7334250"/>
            <a:ext cx="2057400" cy="0"/>
          </a:xfrm>
          <a:prstGeom xmlns:a="http://schemas.openxmlformats.org/drawingml/2006/main" prst="straightConnector1">
            <a:avLst/>
          </a:prstGeom>
          <a:ln xmlns:a="http://schemas.openxmlformats.org/drawingml/2006/main" w="23813">
            <a:solidFill>
              <a:srgbClr val="157D80"/>
            </a:solidFill>
            <a:prstDash val="dash"/>
          </a:ln>
        </p:spPr>
      </p:cxnSp>
      <p:cxnSp>
        <p:nvCxnSpPr>
          <p:cNvPr id="36" name="flow-172">
            <a:extLst xmlns:a="http://schemas.openxmlformats.org/drawingml/2006/main">
              <a:ext uri="{FF2B5EF4-FFF2-40B4-BE49-F238E27FC236}">
                <a16:creationId xmlns:a16="http://schemas.microsoft.com/office/drawing/2014/main" id="{58D8F5E9-A2DE-47CB-B527-73EBD0DAEF01}"/>
              </a:ext>
            </a:extLst>
          </p:cNvPr>
          <p:cNvCxnSpPr/>
          <p:nvPr/>
        </p:nvCxnSpPr>
        <p:spPr>
          <a:xfrm xmlns:a="http://schemas.openxmlformats.org/drawingml/2006/main" flipH="0" flipV="1">
            <a:off x="8001000" y="7048500"/>
            <a:ext cx="0" cy="285750"/>
          </a:xfrm>
          <a:prstGeom xmlns:a="http://schemas.openxmlformats.org/drawingml/2006/main" prst="straightConnector1">
            <a:avLst/>
          </a:prstGeom>
          <a:ln xmlns:a="http://schemas.openxmlformats.org/drawingml/2006/main" w="23813">
            <a:solidFill>
              <a:srgbClr val="157D80"/>
            </a:solidFill>
            <a:prstDash val="dash"/>
          </a:ln>
        </p:spPr>
      </p:cxnSp>
      <p:cxnSp>
        <p:nvCxnSpPr>
          <p:cNvPr id="37" name="flow-173">
            <a:extLst xmlns:a="http://schemas.openxmlformats.org/drawingml/2006/main">
              <a:ext uri="{FF2B5EF4-FFF2-40B4-BE49-F238E27FC236}">
                <a16:creationId xmlns:a16="http://schemas.microsoft.com/office/drawing/2014/main" id="{6BCBE229-CE7B-4539-800A-F6F9AA34FD2D}"/>
              </a:ext>
            </a:extLst>
          </p:cNvPr>
          <p:cNvCxnSpPr/>
          <p:nvPr/>
        </p:nvCxnSpPr>
        <p:spPr>
          <a:xfrm xmlns:a="http://schemas.openxmlformats.org/drawingml/2006/main" flipH="0" flipV="0">
            <a:off x="8001000" y="7048500"/>
            <a:ext cx="666750" cy="0"/>
          </a:xfrm>
          <a:prstGeom xmlns:a="http://schemas.openxmlformats.org/drawingml/2006/main" prst="straightConnector1">
            <a:avLst/>
          </a:prstGeom>
          <a:ln xmlns:a="http://schemas.openxmlformats.org/drawingml/2006/main" w="23813">
            <a:solidFill>
              <a:srgbClr val="157D80"/>
            </a:solidFill>
            <a:prstDash val="dash"/>
            <a:tailEnd type="triangle" w="med" len="med"/>
          </a:ln>
        </p:spPr>
      </p:cxnSp>
      <p:sp>
        <p:nvSpPr>
          <p:cNvPr id="38" name="text-174">
            <a:extLst xmlns:a="http://schemas.openxmlformats.org/drawingml/2006/main">
              <a:ext uri="{FF2B5EF4-FFF2-40B4-BE49-F238E27FC236}">
                <a16:creationId xmlns:a16="http://schemas.microsoft.com/office/drawing/2014/main" id="{65185635-6E97-4319-86B5-A25279CD6FF4}"/>
              </a:ext>
            </a:extLst>
          </p:cNvPr>
          <p:cNvSpPr>
            <a:spLocks xmlns:a="http://schemas.openxmlformats.org/drawingml/2006/main" noGrp="1"/>
          </p:cNvSpPr>
          <p:nvPr/>
        </p:nvSpPr>
        <p:spPr>
          <a:xfrm xmlns:a="http://schemas.openxmlformats.org/drawingml/2006/main">
            <a:off x="5962650" y="7486650"/>
            <a:ext cx="26860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650" b="0">
                <a:solidFill>
                  <a:srgbClr val="4A6572"/>
                </a:solidFill>
                <a:latin typeface="Aptos"/>
                <a:ea typeface="Aptos"/>
                <a:cs typeface="Aptos"/>
              </a:defRPr>
            </a:defPPr>
            <a:lvl1pPr algn="ctr">
              <a:buNone/>
              <a:defRPr sz="1650" b="0">
                <a:solidFill>
                  <a:srgbClr val="4A6572"/>
                </a:solidFill>
                <a:latin typeface="Aptos"/>
                <a:ea typeface="Aptos"/>
                <a:cs typeface="Aptos"/>
              </a:defRPr>
            </a:lvl1pPr>
            <a:lvl2pPr algn="ctr">
              <a:buNone/>
              <a:defRPr sz="1650" b="0">
                <a:solidFill>
                  <a:srgbClr val="4A6572"/>
                </a:solidFill>
                <a:latin typeface="Aptos"/>
                <a:ea typeface="Aptos"/>
                <a:cs typeface="Aptos"/>
              </a:defRPr>
            </a:lvl2pPr>
            <a:lvl3pPr algn="ctr">
              <a:buNone/>
              <a:defRPr sz="1650" b="0">
                <a:solidFill>
                  <a:srgbClr val="4A6572"/>
                </a:solidFill>
                <a:latin typeface="Aptos"/>
                <a:ea typeface="Aptos"/>
                <a:cs typeface="Aptos"/>
              </a:defRPr>
            </a:lvl3pPr>
            <a:lvl4pPr algn="ctr">
              <a:buNone/>
              <a:defRPr sz="1650" b="0">
                <a:solidFill>
                  <a:srgbClr val="4A6572"/>
                </a:solidFill>
                <a:latin typeface="Aptos"/>
                <a:ea typeface="Aptos"/>
                <a:cs typeface="Aptos"/>
              </a:defRPr>
            </a:lvl4pPr>
            <a:lvl5pPr algn="ctr">
              <a:buNone/>
              <a:defRPr sz="1650" b="0">
                <a:solidFill>
                  <a:srgbClr val="4A6572"/>
                </a:solidFill>
                <a:latin typeface="Aptos"/>
                <a:ea typeface="Aptos"/>
                <a:cs typeface="Aptos"/>
              </a:defRPr>
            </a:lvl5pPr>
            <a:lvl6pPr algn="ctr">
              <a:buNone/>
              <a:defRPr sz="1650" b="0">
                <a:solidFill>
                  <a:srgbClr val="4A6572"/>
                </a:solidFill>
                <a:latin typeface="Aptos"/>
                <a:ea typeface="Aptos"/>
                <a:cs typeface="Aptos"/>
              </a:defRPr>
            </a:lvl6pPr>
            <a:lvl7pPr algn="ctr">
              <a:buNone/>
              <a:defRPr sz="1650" b="0">
                <a:solidFill>
                  <a:srgbClr val="4A6572"/>
                </a:solidFill>
                <a:latin typeface="Aptos"/>
                <a:ea typeface="Aptos"/>
                <a:cs typeface="Aptos"/>
              </a:defRPr>
            </a:lvl7pPr>
            <a:lvl8pPr algn="ctr">
              <a:buNone/>
              <a:defRPr sz="1650" b="0">
                <a:solidFill>
                  <a:srgbClr val="4A6572"/>
                </a:solidFill>
                <a:latin typeface="Aptos"/>
                <a:ea typeface="Aptos"/>
                <a:cs typeface="Aptos"/>
              </a:defRPr>
            </a:lvl8pPr>
            <a:lvl9pPr algn="ctr">
              <a:buNone/>
              <a:defRPr sz="1650" b="0">
                <a:solidFill>
                  <a:srgbClr val="4A6572"/>
                </a:solidFill>
                <a:latin typeface="Aptos"/>
                <a:ea typeface="Aptos"/>
                <a:cs typeface="Aptos"/>
              </a:defRPr>
            </a:lvl9pPr>
          </a:lstStyle>
          <a:p xmlns:a="http://schemas.openxmlformats.org/drawingml/2006/main">
            <a:pPr algn="ctr">
              <a:buNone/>
              <a:defRPr sz="1650" b="0">
                <a:solidFill>
                  <a:srgbClr val="4A6572"/>
                </a:solidFill>
                <a:latin typeface="Aptos"/>
                <a:ea typeface="Aptos"/>
                <a:cs typeface="Aptos"/>
              </a:defRPr>
            </a:pPr>
            <a:r>
              <a:rPr sz="1650" b="0">
                <a:solidFill>
                  <a:srgbClr val="4A6572"/>
                </a:solidFill>
                <a:latin typeface="Aptos"/>
                <a:ea typeface="Aptos"/>
                <a:cs typeface="Aptos"/>
              </a:rPr>
              <a:t>Authenticated decision</a:t>
            </a:r>
          </a:p>
        </p:txBody>
      </p:sp>
      <p:cxnSp>
        <p:nvCxnSpPr>
          <p:cNvPr id="39" name="flow-175">
            <a:extLst xmlns:a="http://schemas.openxmlformats.org/drawingml/2006/main">
              <a:ext uri="{FF2B5EF4-FFF2-40B4-BE49-F238E27FC236}">
                <a16:creationId xmlns:a16="http://schemas.microsoft.com/office/drawing/2014/main" id="{6252D98D-57E5-4827-ACA3-B39504372846}"/>
              </a:ext>
            </a:extLst>
          </p:cNvPr>
          <p:cNvCxnSpPr/>
          <p:nvPr/>
        </p:nvCxnSpPr>
        <p:spPr>
          <a:xfrm xmlns:a="http://schemas.openxmlformats.org/drawingml/2006/main" flipH="1" flipV="0">
            <a:off x="6953250" y="6572250"/>
            <a:ext cx="1714500" cy="0"/>
          </a:xfrm>
          <a:prstGeom xmlns:a="http://schemas.openxmlformats.org/drawingml/2006/main" prst="straightConnector1">
            <a:avLst/>
          </a:prstGeom>
          <a:ln xmlns:a="http://schemas.openxmlformats.org/drawingml/2006/main" w="23813">
            <a:solidFill>
              <a:srgbClr val="157D80"/>
            </a:solidFill>
            <a:prstDash val="dash"/>
          </a:ln>
        </p:spPr>
      </p:cxnSp>
      <p:cxnSp>
        <p:nvCxnSpPr>
          <p:cNvPr id="40" name="flow-176">
            <a:extLst xmlns:a="http://schemas.openxmlformats.org/drawingml/2006/main">
              <a:ext uri="{FF2B5EF4-FFF2-40B4-BE49-F238E27FC236}">
                <a16:creationId xmlns:a16="http://schemas.microsoft.com/office/drawing/2014/main" id="{895A55E5-AE8F-493B-BCAB-02215E94F453}"/>
              </a:ext>
            </a:extLst>
          </p:cNvPr>
          <p:cNvCxnSpPr/>
          <p:nvPr/>
        </p:nvCxnSpPr>
        <p:spPr>
          <a:xfrm xmlns:a="http://schemas.openxmlformats.org/drawingml/2006/main" flipH="0" flipV="1">
            <a:off x="6953250" y="6096000"/>
            <a:ext cx="0" cy="476250"/>
          </a:xfrm>
          <a:prstGeom xmlns:a="http://schemas.openxmlformats.org/drawingml/2006/main" prst="straightConnector1">
            <a:avLst/>
          </a:prstGeom>
          <a:ln xmlns:a="http://schemas.openxmlformats.org/drawingml/2006/main" w="23813">
            <a:solidFill>
              <a:srgbClr val="157D80"/>
            </a:solidFill>
            <a:prstDash val="dash"/>
          </a:ln>
        </p:spPr>
      </p:cxnSp>
      <p:cxnSp>
        <p:nvCxnSpPr>
          <p:cNvPr id="41" name="flow-177">
            <a:extLst xmlns:a="http://schemas.openxmlformats.org/drawingml/2006/main">
              <a:ext uri="{FF2B5EF4-FFF2-40B4-BE49-F238E27FC236}">
                <a16:creationId xmlns:a16="http://schemas.microsoft.com/office/drawing/2014/main" id="{2818271D-823F-43B0-807E-78EDCC5E6ED6}"/>
              </a:ext>
            </a:extLst>
          </p:cNvPr>
          <p:cNvCxnSpPr/>
          <p:nvPr/>
        </p:nvCxnSpPr>
        <p:spPr>
          <a:xfrm xmlns:a="http://schemas.openxmlformats.org/drawingml/2006/main" flipH="1" flipV="0">
            <a:off x="3276600" y="6096000"/>
            <a:ext cx="3676650" cy="0"/>
          </a:xfrm>
          <a:prstGeom xmlns:a="http://schemas.openxmlformats.org/drawingml/2006/main" prst="straightConnector1">
            <a:avLst/>
          </a:prstGeom>
          <a:ln xmlns:a="http://schemas.openxmlformats.org/drawingml/2006/main" w="23813">
            <a:solidFill>
              <a:srgbClr val="157D80"/>
            </a:solidFill>
            <a:prstDash val="dash"/>
          </a:ln>
        </p:spPr>
      </p:cxnSp>
      <p:cxnSp>
        <p:nvCxnSpPr>
          <p:cNvPr id="42" name="flow-178">
            <a:extLst xmlns:a="http://schemas.openxmlformats.org/drawingml/2006/main">
              <a:ext uri="{FF2B5EF4-FFF2-40B4-BE49-F238E27FC236}">
                <a16:creationId xmlns:a16="http://schemas.microsoft.com/office/drawing/2014/main" id="{554084CC-FBAD-4820-8F71-04535170EED8}"/>
              </a:ext>
            </a:extLst>
          </p:cNvPr>
          <p:cNvCxnSpPr/>
          <p:nvPr/>
        </p:nvCxnSpPr>
        <p:spPr>
          <a:xfrm xmlns:a="http://schemas.openxmlformats.org/drawingml/2006/main" flipH="0" flipV="1">
            <a:off x="3276600" y="5715000"/>
            <a:ext cx="0" cy="381000"/>
          </a:xfrm>
          <a:prstGeom xmlns:a="http://schemas.openxmlformats.org/drawingml/2006/main" prst="straightConnector1">
            <a:avLst/>
          </a:prstGeom>
          <a:ln xmlns:a="http://schemas.openxmlformats.org/drawingml/2006/main" w="23813">
            <a:solidFill>
              <a:srgbClr val="157D80"/>
            </a:solidFill>
            <a:prstDash val="dash"/>
            <a:tailEnd type="triangle" w="med" len="med"/>
          </a:ln>
        </p:spPr>
      </p:cxnSp>
      <p:sp>
        <p:nvSpPr>
          <p:cNvPr id="43" name="text-179">
            <a:extLst xmlns:a="http://schemas.openxmlformats.org/drawingml/2006/main">
              <a:ext uri="{FF2B5EF4-FFF2-40B4-BE49-F238E27FC236}">
                <a16:creationId xmlns:a16="http://schemas.microsoft.com/office/drawing/2014/main" id="{6E205FF5-3FA6-42A6-87B4-6B5E7ADC8FD7}"/>
              </a:ext>
            </a:extLst>
          </p:cNvPr>
          <p:cNvSpPr>
            <a:spLocks xmlns:a="http://schemas.openxmlformats.org/drawingml/2006/main" noGrp="1"/>
          </p:cNvSpPr>
          <p:nvPr/>
        </p:nvSpPr>
        <p:spPr>
          <a:xfrm xmlns:a="http://schemas.openxmlformats.org/drawingml/2006/main">
            <a:off x="3524250" y="5743575"/>
            <a:ext cx="395287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650" b="0">
                <a:solidFill>
                  <a:srgbClr val="4A6572"/>
                </a:solidFill>
                <a:latin typeface="Aptos"/>
                <a:ea typeface="Aptos"/>
                <a:cs typeface="Aptos"/>
              </a:defRPr>
            </a:defPPr>
            <a:lvl1pPr algn="ctr">
              <a:buNone/>
              <a:defRPr sz="1650" b="0">
                <a:solidFill>
                  <a:srgbClr val="4A6572"/>
                </a:solidFill>
                <a:latin typeface="Aptos"/>
                <a:ea typeface="Aptos"/>
                <a:cs typeface="Aptos"/>
              </a:defRPr>
            </a:lvl1pPr>
            <a:lvl2pPr algn="ctr">
              <a:buNone/>
              <a:defRPr sz="1650" b="0">
                <a:solidFill>
                  <a:srgbClr val="4A6572"/>
                </a:solidFill>
                <a:latin typeface="Aptos"/>
                <a:ea typeface="Aptos"/>
                <a:cs typeface="Aptos"/>
              </a:defRPr>
            </a:lvl2pPr>
            <a:lvl3pPr algn="ctr">
              <a:buNone/>
              <a:defRPr sz="1650" b="0">
                <a:solidFill>
                  <a:srgbClr val="4A6572"/>
                </a:solidFill>
                <a:latin typeface="Aptos"/>
                <a:ea typeface="Aptos"/>
                <a:cs typeface="Aptos"/>
              </a:defRPr>
            </a:lvl3pPr>
            <a:lvl4pPr algn="ctr">
              <a:buNone/>
              <a:defRPr sz="1650" b="0">
                <a:solidFill>
                  <a:srgbClr val="4A6572"/>
                </a:solidFill>
                <a:latin typeface="Aptos"/>
                <a:ea typeface="Aptos"/>
                <a:cs typeface="Aptos"/>
              </a:defRPr>
            </a:lvl4pPr>
            <a:lvl5pPr algn="ctr">
              <a:buNone/>
              <a:defRPr sz="1650" b="0">
                <a:solidFill>
                  <a:srgbClr val="4A6572"/>
                </a:solidFill>
                <a:latin typeface="Aptos"/>
                <a:ea typeface="Aptos"/>
                <a:cs typeface="Aptos"/>
              </a:defRPr>
            </a:lvl5pPr>
            <a:lvl6pPr algn="ctr">
              <a:buNone/>
              <a:defRPr sz="1650" b="0">
                <a:solidFill>
                  <a:srgbClr val="4A6572"/>
                </a:solidFill>
                <a:latin typeface="Aptos"/>
                <a:ea typeface="Aptos"/>
                <a:cs typeface="Aptos"/>
              </a:defRPr>
            </a:lvl6pPr>
            <a:lvl7pPr algn="ctr">
              <a:buNone/>
              <a:defRPr sz="1650" b="0">
                <a:solidFill>
                  <a:srgbClr val="4A6572"/>
                </a:solidFill>
                <a:latin typeface="Aptos"/>
                <a:ea typeface="Aptos"/>
                <a:cs typeface="Aptos"/>
              </a:defRPr>
            </a:lvl7pPr>
            <a:lvl8pPr algn="ctr">
              <a:buNone/>
              <a:defRPr sz="1650" b="0">
                <a:solidFill>
                  <a:srgbClr val="4A6572"/>
                </a:solidFill>
                <a:latin typeface="Aptos"/>
                <a:ea typeface="Aptos"/>
                <a:cs typeface="Aptos"/>
              </a:defRPr>
            </a:lvl8pPr>
            <a:lvl9pPr algn="ctr">
              <a:buNone/>
              <a:defRPr sz="1650" b="0">
                <a:solidFill>
                  <a:srgbClr val="4A6572"/>
                </a:solidFill>
                <a:latin typeface="Aptos"/>
                <a:ea typeface="Aptos"/>
                <a:cs typeface="Aptos"/>
              </a:defRPr>
            </a:lvl9pPr>
          </a:lstStyle>
          <a:p xmlns:a="http://schemas.openxmlformats.org/drawingml/2006/main">
            <a:pPr algn="ctr">
              <a:buNone/>
              <a:defRPr sz="1650" b="0">
                <a:solidFill>
                  <a:srgbClr val="4A6572"/>
                </a:solidFill>
                <a:latin typeface="Aptos"/>
                <a:ea typeface="Aptos"/>
                <a:cs typeface="Aptos"/>
              </a:defRPr>
            </a:pPr>
            <a:r>
              <a:rPr sz="1650" b="0">
                <a:solidFill>
                  <a:srgbClr val="4A6572"/>
                </a:solidFill>
                <a:latin typeface="Aptos"/>
                <a:ea typeface="Aptos"/>
                <a:cs typeface="Aptos"/>
              </a:rPr>
              <a:t>Review outcome and status</a:t>
            </a:r>
          </a:p>
        </p:txBody>
      </p:sp>
      <p:sp>
        <p:nvSpPr>
          <p:cNvPr id="44" name="text-180">
            <a:extLst xmlns:a="http://schemas.openxmlformats.org/drawingml/2006/main">
              <a:ext uri="{FF2B5EF4-FFF2-40B4-BE49-F238E27FC236}">
                <a16:creationId xmlns:a16="http://schemas.microsoft.com/office/drawing/2014/main" id="{1F0AA695-3B38-49A1-8C17-8965F132185A}"/>
              </a:ext>
            </a:extLst>
          </p:cNvPr>
          <p:cNvSpPr>
            <a:spLocks xmlns:a="http://schemas.openxmlformats.org/drawingml/2006/main" noGrp="1"/>
          </p:cNvSpPr>
          <p:nvPr/>
        </p:nvSpPr>
        <p:spPr>
          <a:xfrm xmlns:a="http://schemas.openxmlformats.org/drawingml/2006/main">
            <a:off x="8667750" y="7781925"/>
            <a:ext cx="5962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4A6572"/>
                </a:solidFill>
                <a:latin typeface="Aptos"/>
                <a:ea typeface="Aptos"/>
                <a:cs typeface="Aptos"/>
              </a:defRPr>
            </a:defPPr>
            <a:lvl1pPr algn="l">
              <a:buNone/>
              <a:defRPr sz="1650" b="0">
                <a:solidFill>
                  <a:srgbClr val="4A6572"/>
                </a:solidFill>
                <a:latin typeface="Aptos"/>
                <a:ea typeface="Aptos"/>
                <a:cs typeface="Aptos"/>
              </a:defRPr>
            </a:lvl1pPr>
            <a:lvl2pPr algn="l">
              <a:buNone/>
              <a:defRPr sz="1650" b="0">
                <a:solidFill>
                  <a:srgbClr val="4A6572"/>
                </a:solidFill>
                <a:latin typeface="Aptos"/>
                <a:ea typeface="Aptos"/>
                <a:cs typeface="Aptos"/>
              </a:defRPr>
            </a:lvl2pPr>
            <a:lvl3pPr algn="l">
              <a:buNone/>
              <a:defRPr sz="1650" b="0">
                <a:solidFill>
                  <a:srgbClr val="4A6572"/>
                </a:solidFill>
                <a:latin typeface="Aptos"/>
                <a:ea typeface="Aptos"/>
                <a:cs typeface="Aptos"/>
              </a:defRPr>
            </a:lvl3pPr>
            <a:lvl4pPr algn="l">
              <a:buNone/>
              <a:defRPr sz="1650" b="0">
                <a:solidFill>
                  <a:srgbClr val="4A6572"/>
                </a:solidFill>
                <a:latin typeface="Aptos"/>
                <a:ea typeface="Aptos"/>
                <a:cs typeface="Aptos"/>
              </a:defRPr>
            </a:lvl4pPr>
            <a:lvl5pPr algn="l">
              <a:buNone/>
              <a:defRPr sz="1650" b="0">
                <a:solidFill>
                  <a:srgbClr val="4A6572"/>
                </a:solidFill>
                <a:latin typeface="Aptos"/>
                <a:ea typeface="Aptos"/>
                <a:cs typeface="Aptos"/>
              </a:defRPr>
            </a:lvl5pPr>
            <a:lvl6pPr algn="l">
              <a:buNone/>
              <a:defRPr sz="1650" b="0">
                <a:solidFill>
                  <a:srgbClr val="4A6572"/>
                </a:solidFill>
                <a:latin typeface="Aptos"/>
                <a:ea typeface="Aptos"/>
                <a:cs typeface="Aptos"/>
              </a:defRPr>
            </a:lvl6pPr>
            <a:lvl7pPr algn="l">
              <a:buNone/>
              <a:defRPr sz="1650" b="0">
                <a:solidFill>
                  <a:srgbClr val="4A6572"/>
                </a:solidFill>
                <a:latin typeface="Aptos"/>
                <a:ea typeface="Aptos"/>
                <a:cs typeface="Aptos"/>
              </a:defRPr>
            </a:lvl7pPr>
            <a:lvl8pPr algn="l">
              <a:buNone/>
              <a:defRPr sz="1650" b="0">
                <a:solidFill>
                  <a:srgbClr val="4A6572"/>
                </a:solidFill>
                <a:latin typeface="Aptos"/>
                <a:ea typeface="Aptos"/>
                <a:cs typeface="Aptos"/>
              </a:defRPr>
            </a:lvl8pPr>
            <a:lvl9pPr algn="l">
              <a:buNone/>
              <a:defRPr sz="1650" b="0">
                <a:solidFill>
                  <a:srgbClr val="4A6572"/>
                </a:solidFill>
                <a:latin typeface="Aptos"/>
                <a:ea typeface="Aptos"/>
                <a:cs typeface="Aptos"/>
              </a:defRPr>
            </a:lvl9pPr>
          </a:lstStyle>
          <a:p xmlns:a="http://schemas.openxmlformats.org/drawingml/2006/main">
            <a:pPr algn="l">
              <a:buNone/>
              <a:defRPr sz="1650" b="0">
                <a:solidFill>
                  <a:srgbClr val="4A6572"/>
                </a:solidFill>
                <a:latin typeface="Aptos"/>
                <a:ea typeface="Aptos"/>
                <a:cs typeface="Aptos"/>
              </a:defRPr>
            </a:pPr>
            <a:r>
              <a:rPr sz="1650" b="0">
                <a:solidFill>
                  <a:srgbClr val="4A6572"/>
                </a:solidFill>
                <a:latin typeface="Aptos"/>
                <a:ea typeface="Aptos"/>
                <a:cs typeface="Aptos"/>
              </a:rPr>
              <a:t>Broader untrusted isolation and PR51 remain separate</a:t>
            </a:r>
          </a:p>
        </p:txBody>
      </p:sp>
    </p:spTree>
    <p:extLst>
      <p:ext uri="{BB962C8B-B14F-4D97-AF65-F5344CB8AC3E}">
        <p14:creationId xmlns:p14="http://schemas.microsoft.com/office/powerpoint/2010/main" val="102572277"/>
      </p:ext>
    </p:extLst>
  </p:cSld>
</p:sld>
</file>

<file path=ppt/slides/slide6.xml><?xml version="1.0" encoding="utf-8"?>
<p:sld xmlns:p="http://schemas.openxmlformats.org/presentationml/2006/main">
  <p:cSld>
    <p:bg>
      <p:bgPr>
        <a:solidFill xmlns:a="http://schemas.openxmlformats.org/drawingml/2006/main">
          <a:srgbClr val="F6F5F0"/>
        </a:solidFill>
      </p:bgPr>
    </p:bg>
    <p:spTree>
      <p:nvGrpSpPr>
        <p:cNvPr id="1" name=""/>
        <p:cNvGrpSpPr/>
        <p:nvPr/>
      </p:nvGrpSpPr>
      <p:grpSpPr>
        <a:xfrm xmlns:a="http://schemas.openxmlformats.org/drawingml/2006/main"/>
      </p:grpSpPr>
      <p:sp>
        <p:nvSpPr>
          <p:cNvPr id="26" name="partner-text-5">
            <a:extLst xmlns:a="http://schemas.openxmlformats.org/drawingml/2006/main">
              <a:ext uri="{FF2B5EF4-FFF2-40B4-BE49-F238E27FC236}">
                <a16:creationId xmlns:a16="http://schemas.microsoft.com/office/drawing/2014/main" id="{1067F892-217F-4415-86E4-B916739061EA}"/>
              </a:ext>
            </a:extLst>
          </p:cNvPr>
          <p:cNvSpPr>
            <a:spLocks xmlns:a="http://schemas.openxmlformats.org/drawingml/2006/main" noGrp="1"/>
          </p:cNvSpPr>
          <p:nvPr/>
        </p:nvSpPr>
        <p:spPr>
          <a:xfrm xmlns:a="http://schemas.openxmlformats.org/drawingml/2006/main">
            <a:off x="609600" y="514350"/>
            <a:ext cx="14020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600" b="1">
                <a:solidFill>
                  <a:srgbClr val="132E38"/>
                </a:solidFill>
                <a:latin typeface="Aptos"/>
                <a:ea typeface="Aptos"/>
                <a:cs typeface="Aptos"/>
              </a:defRPr>
            </a:defPPr>
            <a:lvl1pPr algn="l">
              <a:buNone/>
              <a:defRPr sz="3600" b="1">
                <a:solidFill>
                  <a:srgbClr val="132E38"/>
                </a:solidFill>
                <a:latin typeface="Aptos"/>
                <a:ea typeface="Aptos"/>
                <a:cs typeface="Aptos"/>
              </a:defRPr>
            </a:lvl1pPr>
            <a:lvl2pPr algn="l">
              <a:buNone/>
              <a:defRPr sz="3600" b="1">
                <a:solidFill>
                  <a:srgbClr val="132E38"/>
                </a:solidFill>
                <a:latin typeface="Aptos"/>
                <a:ea typeface="Aptos"/>
                <a:cs typeface="Aptos"/>
              </a:defRPr>
            </a:lvl2pPr>
            <a:lvl3pPr algn="l">
              <a:buNone/>
              <a:defRPr sz="3600" b="1">
                <a:solidFill>
                  <a:srgbClr val="132E38"/>
                </a:solidFill>
                <a:latin typeface="Aptos"/>
                <a:ea typeface="Aptos"/>
                <a:cs typeface="Aptos"/>
              </a:defRPr>
            </a:lvl3pPr>
            <a:lvl4pPr algn="l">
              <a:buNone/>
              <a:defRPr sz="3600" b="1">
                <a:solidFill>
                  <a:srgbClr val="132E38"/>
                </a:solidFill>
                <a:latin typeface="Aptos"/>
                <a:ea typeface="Aptos"/>
                <a:cs typeface="Aptos"/>
              </a:defRPr>
            </a:lvl4pPr>
            <a:lvl5pPr algn="l">
              <a:buNone/>
              <a:defRPr sz="3600" b="1">
                <a:solidFill>
                  <a:srgbClr val="132E38"/>
                </a:solidFill>
                <a:latin typeface="Aptos"/>
                <a:ea typeface="Aptos"/>
                <a:cs typeface="Aptos"/>
              </a:defRPr>
            </a:lvl5pPr>
            <a:lvl6pPr algn="l">
              <a:buNone/>
              <a:defRPr sz="3600" b="1">
                <a:solidFill>
                  <a:srgbClr val="132E38"/>
                </a:solidFill>
                <a:latin typeface="Aptos"/>
                <a:ea typeface="Aptos"/>
                <a:cs typeface="Aptos"/>
              </a:defRPr>
            </a:lvl6pPr>
            <a:lvl7pPr algn="l">
              <a:buNone/>
              <a:defRPr sz="3600" b="1">
                <a:solidFill>
                  <a:srgbClr val="132E38"/>
                </a:solidFill>
                <a:latin typeface="Aptos"/>
                <a:ea typeface="Aptos"/>
                <a:cs typeface="Aptos"/>
              </a:defRPr>
            </a:lvl7pPr>
            <a:lvl8pPr algn="l">
              <a:buNone/>
              <a:defRPr sz="3600" b="1">
                <a:solidFill>
                  <a:srgbClr val="132E38"/>
                </a:solidFill>
                <a:latin typeface="Aptos"/>
                <a:ea typeface="Aptos"/>
                <a:cs typeface="Aptos"/>
              </a:defRPr>
            </a:lvl8pPr>
            <a:lvl9pPr algn="l">
              <a:buNone/>
              <a:defRPr sz="3600" b="1">
                <a:solidFill>
                  <a:srgbClr val="132E38"/>
                </a:solidFill>
                <a:latin typeface="Aptos"/>
                <a:ea typeface="Aptos"/>
                <a:cs typeface="Aptos"/>
              </a:defRPr>
            </a:lvl9pPr>
          </a:lstStyle>
          <a:p xmlns:a="http://schemas.openxmlformats.org/drawingml/2006/main">
            <a:pPr algn="l">
              <a:buNone/>
              <a:defRPr sz="3600" b="1">
                <a:solidFill>
                  <a:srgbClr val="132E38"/>
                </a:solidFill>
                <a:latin typeface="Aptos"/>
                <a:ea typeface="Aptos"/>
                <a:cs typeface="Aptos"/>
              </a:defRPr>
            </a:pPr>
            <a:r>
              <a:rPr sz="3600" b="1">
                <a:solidFill>
                  <a:srgbClr val="132E38"/>
                </a:solidFill>
                <a:latin typeface="Aptos"/>
                <a:ea typeface="Aptos"/>
                <a:cs typeface="Aptos"/>
              </a:rPr>
              <a:t>Data ownership and reuse</a:t>
            </a:r>
          </a:p>
        </p:txBody>
      </p:sp>
      <p:sp>
        <p:nvSpPr>
          <p:cNvPr id="2" name="partner-text-6">
            <a:extLst xmlns:a="http://schemas.openxmlformats.org/drawingml/2006/main">
              <a:ext uri="{FF2B5EF4-FFF2-40B4-BE49-F238E27FC236}">
                <a16:creationId xmlns:a16="http://schemas.microsoft.com/office/drawing/2014/main" id="{4C46B285-902D-45A5-8701-BCF159024C48}"/>
              </a:ext>
            </a:extLst>
          </p:cNvPr>
          <p:cNvSpPr>
            <a:spLocks xmlns:a="http://schemas.openxmlformats.org/drawingml/2006/main" noGrp="1"/>
          </p:cNvSpPr>
          <p:nvPr/>
        </p:nvSpPr>
        <p:spPr>
          <a:xfrm xmlns:a="http://schemas.openxmlformats.org/drawingml/2006/main">
            <a:off x="14154150" y="8020050"/>
            <a:ext cx="476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500" b="1">
                <a:solidFill>
                  <a:srgbClr val="157D80"/>
                </a:solidFill>
                <a:latin typeface="Aptos"/>
                <a:ea typeface="Aptos"/>
                <a:cs typeface="Aptos"/>
              </a:defRPr>
            </a:defPPr>
            <a:lvl1pPr algn="r">
              <a:buNone/>
              <a:defRPr sz="1500" b="1">
                <a:solidFill>
                  <a:srgbClr val="157D80"/>
                </a:solidFill>
                <a:latin typeface="Aptos"/>
                <a:ea typeface="Aptos"/>
                <a:cs typeface="Aptos"/>
              </a:defRPr>
            </a:lvl1pPr>
            <a:lvl2pPr algn="r">
              <a:buNone/>
              <a:defRPr sz="1500" b="1">
                <a:solidFill>
                  <a:srgbClr val="157D80"/>
                </a:solidFill>
                <a:latin typeface="Aptos"/>
                <a:ea typeface="Aptos"/>
                <a:cs typeface="Aptos"/>
              </a:defRPr>
            </a:lvl2pPr>
            <a:lvl3pPr algn="r">
              <a:buNone/>
              <a:defRPr sz="1500" b="1">
                <a:solidFill>
                  <a:srgbClr val="157D80"/>
                </a:solidFill>
                <a:latin typeface="Aptos"/>
                <a:ea typeface="Aptos"/>
                <a:cs typeface="Aptos"/>
              </a:defRPr>
            </a:lvl3pPr>
            <a:lvl4pPr algn="r">
              <a:buNone/>
              <a:defRPr sz="1500" b="1">
                <a:solidFill>
                  <a:srgbClr val="157D80"/>
                </a:solidFill>
                <a:latin typeface="Aptos"/>
                <a:ea typeface="Aptos"/>
                <a:cs typeface="Aptos"/>
              </a:defRPr>
            </a:lvl4pPr>
            <a:lvl5pPr algn="r">
              <a:buNone/>
              <a:defRPr sz="1500" b="1">
                <a:solidFill>
                  <a:srgbClr val="157D80"/>
                </a:solidFill>
                <a:latin typeface="Aptos"/>
                <a:ea typeface="Aptos"/>
                <a:cs typeface="Aptos"/>
              </a:defRPr>
            </a:lvl5pPr>
            <a:lvl6pPr algn="r">
              <a:buNone/>
              <a:defRPr sz="1500" b="1">
                <a:solidFill>
                  <a:srgbClr val="157D80"/>
                </a:solidFill>
                <a:latin typeface="Aptos"/>
                <a:ea typeface="Aptos"/>
                <a:cs typeface="Aptos"/>
              </a:defRPr>
            </a:lvl6pPr>
            <a:lvl7pPr algn="r">
              <a:buNone/>
              <a:defRPr sz="1500" b="1">
                <a:solidFill>
                  <a:srgbClr val="157D80"/>
                </a:solidFill>
                <a:latin typeface="Aptos"/>
                <a:ea typeface="Aptos"/>
                <a:cs typeface="Aptos"/>
              </a:defRPr>
            </a:lvl7pPr>
            <a:lvl8pPr algn="r">
              <a:buNone/>
              <a:defRPr sz="1500" b="1">
                <a:solidFill>
                  <a:srgbClr val="157D80"/>
                </a:solidFill>
                <a:latin typeface="Aptos"/>
                <a:ea typeface="Aptos"/>
                <a:cs typeface="Aptos"/>
              </a:defRPr>
            </a:lvl8pPr>
            <a:lvl9pPr algn="r">
              <a:buNone/>
              <a:defRPr sz="1500" b="1">
                <a:solidFill>
                  <a:srgbClr val="157D80"/>
                </a:solidFill>
                <a:latin typeface="Aptos"/>
                <a:ea typeface="Aptos"/>
                <a:cs typeface="Aptos"/>
              </a:defRPr>
            </a:lvl9pPr>
          </a:lstStyle>
          <a:p xmlns:a="http://schemas.openxmlformats.org/drawingml/2006/main">
            <a:pPr algn="r">
              <a:buNone/>
              <a:defRPr sz="1500" b="1">
                <a:solidFill>
                  <a:srgbClr val="157D80"/>
                </a:solidFill>
                <a:latin typeface="Aptos"/>
                <a:ea typeface="Aptos"/>
                <a:cs typeface="Aptos"/>
              </a:defRPr>
            </a:pPr>
            <a:r>
              <a:rPr sz="1500" b="1">
                <a:solidFill>
                  <a:srgbClr val="157D80"/>
                </a:solidFill>
                <a:latin typeface="Aptos"/>
                <a:ea typeface="Aptos"/>
                <a:cs typeface="Aptos"/>
              </a:rPr>
              <a:t>6</a:t>
            </a:r>
          </a:p>
        </p:txBody>
      </p:sp>
      <p:sp>
        <p:nvSpPr>
          <p:cNvPr id="3" name="partner-node-7">
            <a:extLst xmlns:a="http://schemas.openxmlformats.org/drawingml/2006/main">
              <a:ext uri="{FF2B5EF4-FFF2-40B4-BE49-F238E27FC236}">
                <a16:creationId xmlns:a16="http://schemas.microsoft.com/office/drawing/2014/main" id="{5B9C0445-710F-469D-BD64-157D96B54070}"/>
              </a:ext>
            </a:extLst>
          </p:cNvPr>
          <p:cNvSpPr>
            <a:spLocks xmlns:a="http://schemas.openxmlformats.org/drawingml/2006/main" noGrp="1"/>
          </p:cNvSpPr>
          <p:nvPr/>
        </p:nvSpPr>
        <p:spPr>
          <a:xfrm xmlns:a="http://schemas.openxmlformats.org/drawingml/2006/main">
            <a:off x="609600" y="2095500"/>
            <a:ext cx="6096000" cy="2952750"/>
          </a:xfrm>
          <a:prstGeom xmlns:a="http://schemas.openxmlformats.org/drawingml/2006/main" prst="rect">
            <a:avLst/>
          </a:prstGeom>
          <a:solidFill xmlns:a="http://schemas.openxmlformats.org/drawingml/2006/main">
            <a:srgbClr val="E7F1EE"/>
          </a:solidFill>
          <a:ln xmlns:a="http://schemas.openxmlformats.org/drawingml/2006/main" w="17145">
            <a:solidFill>
              <a:srgbClr val="157D80"/>
            </a:solidFill>
            <a:prstDash val="solid"/>
          </a:ln>
        </p:spPr>
      </p:sp>
      <p:sp>
        <p:nvSpPr>
          <p:cNvPr id="4" name="partner-text-8">
            <a:extLst xmlns:a="http://schemas.openxmlformats.org/drawingml/2006/main">
              <a:ext uri="{FF2B5EF4-FFF2-40B4-BE49-F238E27FC236}">
                <a16:creationId xmlns:a16="http://schemas.microsoft.com/office/drawing/2014/main" id="{FC2147B6-4013-4CA6-AD65-EF2E73FDB406}"/>
              </a:ext>
            </a:extLst>
          </p:cNvPr>
          <p:cNvSpPr>
            <a:spLocks xmlns:a="http://schemas.openxmlformats.org/drawingml/2006/main" noGrp="1"/>
          </p:cNvSpPr>
          <p:nvPr/>
        </p:nvSpPr>
        <p:spPr>
          <a:xfrm xmlns:a="http://schemas.openxmlformats.org/drawingml/2006/main">
            <a:off x="800100" y="2257425"/>
            <a:ext cx="5715000" cy="43319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1">
                <a:solidFill>
                  <a:srgbClr val="157D80"/>
                </a:solidFill>
                <a:latin typeface="Aptos"/>
                <a:ea typeface="Aptos"/>
                <a:cs typeface="Aptos"/>
              </a:defRPr>
            </a:defPPr>
            <a:lvl1pPr algn="l">
              <a:buNone/>
              <a:defRPr sz="2550" b="1">
                <a:solidFill>
                  <a:srgbClr val="157D80"/>
                </a:solidFill>
                <a:latin typeface="Aptos"/>
                <a:ea typeface="Aptos"/>
                <a:cs typeface="Aptos"/>
              </a:defRPr>
            </a:lvl1pPr>
            <a:lvl2pPr algn="l">
              <a:buNone/>
              <a:defRPr sz="2550" b="1">
                <a:solidFill>
                  <a:srgbClr val="157D80"/>
                </a:solidFill>
                <a:latin typeface="Aptos"/>
                <a:ea typeface="Aptos"/>
                <a:cs typeface="Aptos"/>
              </a:defRPr>
            </a:lvl2pPr>
            <a:lvl3pPr algn="l">
              <a:buNone/>
              <a:defRPr sz="2550" b="1">
                <a:solidFill>
                  <a:srgbClr val="157D80"/>
                </a:solidFill>
                <a:latin typeface="Aptos"/>
                <a:ea typeface="Aptos"/>
                <a:cs typeface="Aptos"/>
              </a:defRPr>
            </a:lvl3pPr>
            <a:lvl4pPr algn="l">
              <a:buNone/>
              <a:defRPr sz="2550" b="1">
                <a:solidFill>
                  <a:srgbClr val="157D80"/>
                </a:solidFill>
                <a:latin typeface="Aptos"/>
                <a:ea typeface="Aptos"/>
                <a:cs typeface="Aptos"/>
              </a:defRPr>
            </a:lvl4pPr>
            <a:lvl5pPr algn="l">
              <a:buNone/>
              <a:defRPr sz="2550" b="1">
                <a:solidFill>
                  <a:srgbClr val="157D80"/>
                </a:solidFill>
                <a:latin typeface="Aptos"/>
                <a:ea typeface="Aptos"/>
                <a:cs typeface="Aptos"/>
              </a:defRPr>
            </a:lvl5pPr>
            <a:lvl6pPr algn="l">
              <a:buNone/>
              <a:defRPr sz="2550" b="1">
                <a:solidFill>
                  <a:srgbClr val="157D80"/>
                </a:solidFill>
                <a:latin typeface="Aptos"/>
                <a:ea typeface="Aptos"/>
                <a:cs typeface="Aptos"/>
              </a:defRPr>
            </a:lvl6pPr>
            <a:lvl7pPr algn="l">
              <a:buNone/>
              <a:defRPr sz="2550" b="1">
                <a:solidFill>
                  <a:srgbClr val="157D80"/>
                </a:solidFill>
                <a:latin typeface="Aptos"/>
                <a:ea typeface="Aptos"/>
                <a:cs typeface="Aptos"/>
              </a:defRPr>
            </a:lvl7pPr>
            <a:lvl8pPr algn="l">
              <a:buNone/>
              <a:defRPr sz="2550" b="1">
                <a:solidFill>
                  <a:srgbClr val="157D80"/>
                </a:solidFill>
                <a:latin typeface="Aptos"/>
                <a:ea typeface="Aptos"/>
                <a:cs typeface="Aptos"/>
              </a:defRPr>
            </a:lvl8pPr>
            <a:lvl9pPr algn="l">
              <a:buNone/>
              <a:defRPr sz="2550" b="1">
                <a:solidFill>
                  <a:srgbClr val="157D80"/>
                </a:solidFill>
                <a:latin typeface="Aptos"/>
                <a:ea typeface="Aptos"/>
                <a:cs typeface="Aptos"/>
              </a:defRPr>
            </a:lvl9pPr>
          </a:lstStyle>
          <a:p xmlns:a="http://schemas.openxmlformats.org/drawingml/2006/main">
            <a:pPr algn="l">
              <a:buNone/>
              <a:defRPr sz="2550" b="1">
                <a:solidFill>
                  <a:srgbClr val="157D80"/>
                </a:solidFill>
                <a:latin typeface="Aptos"/>
                <a:ea typeface="Aptos"/>
                <a:cs typeface="Aptos"/>
              </a:defRPr>
            </a:pPr>
            <a:r>
              <a:rPr sz="2550" b="1">
                <a:solidFill>
                  <a:srgbClr val="157D80"/>
                </a:solidFill>
                <a:latin typeface="Aptos"/>
                <a:ea typeface="Aptos"/>
                <a:cs typeface="Aptos"/>
              </a:rPr>
              <a:t>Existing DAO PostgreSQL</a:t>
            </a:r>
          </a:p>
        </p:txBody>
      </p:sp>
      <p:sp>
        <p:nvSpPr>
          <p:cNvPr id="5" name="partner-text-9">
            <a:extLst xmlns:a="http://schemas.openxmlformats.org/drawingml/2006/main">
              <a:ext uri="{FF2B5EF4-FFF2-40B4-BE49-F238E27FC236}">
                <a16:creationId xmlns:a16="http://schemas.microsoft.com/office/drawing/2014/main" id="{C1D4A151-31F2-47CC-A4A2-A69DB6BF266E}"/>
              </a:ext>
            </a:extLst>
          </p:cNvPr>
          <p:cNvSpPr>
            <a:spLocks xmlns:a="http://schemas.openxmlformats.org/drawingml/2006/main" noGrp="1"/>
          </p:cNvSpPr>
          <p:nvPr/>
        </p:nvSpPr>
        <p:spPr>
          <a:xfrm xmlns:a="http://schemas.openxmlformats.org/drawingml/2006/main">
            <a:off x="800100" y="2700147"/>
            <a:ext cx="5715000" cy="988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4A6572"/>
                </a:solidFill>
                <a:latin typeface="Aptos"/>
                <a:ea typeface="Aptos"/>
                <a:cs typeface="Aptos"/>
              </a:defRPr>
            </a:defPPr>
            <a:lvl1pPr algn="l">
              <a:buNone/>
              <a:defRPr sz="2025" b="0">
                <a:solidFill>
                  <a:srgbClr val="4A6572"/>
                </a:solidFill>
                <a:latin typeface="Aptos"/>
                <a:ea typeface="Aptos"/>
                <a:cs typeface="Aptos"/>
              </a:defRPr>
            </a:lvl1pPr>
            <a:lvl2pPr algn="l">
              <a:buNone/>
              <a:defRPr sz="2025" b="0">
                <a:solidFill>
                  <a:srgbClr val="4A6572"/>
                </a:solidFill>
                <a:latin typeface="Aptos"/>
                <a:ea typeface="Aptos"/>
                <a:cs typeface="Aptos"/>
              </a:defRPr>
            </a:lvl2pPr>
            <a:lvl3pPr algn="l">
              <a:buNone/>
              <a:defRPr sz="2025" b="0">
                <a:solidFill>
                  <a:srgbClr val="4A6572"/>
                </a:solidFill>
                <a:latin typeface="Aptos"/>
                <a:ea typeface="Aptos"/>
                <a:cs typeface="Aptos"/>
              </a:defRPr>
            </a:lvl3pPr>
            <a:lvl4pPr algn="l">
              <a:buNone/>
              <a:defRPr sz="2025" b="0">
                <a:solidFill>
                  <a:srgbClr val="4A6572"/>
                </a:solidFill>
                <a:latin typeface="Aptos"/>
                <a:ea typeface="Aptos"/>
                <a:cs typeface="Aptos"/>
              </a:defRPr>
            </a:lvl4pPr>
            <a:lvl5pPr algn="l">
              <a:buNone/>
              <a:defRPr sz="2025" b="0">
                <a:solidFill>
                  <a:srgbClr val="4A6572"/>
                </a:solidFill>
                <a:latin typeface="Aptos"/>
                <a:ea typeface="Aptos"/>
                <a:cs typeface="Aptos"/>
              </a:defRPr>
            </a:lvl5pPr>
            <a:lvl6pPr algn="l">
              <a:buNone/>
              <a:defRPr sz="2025" b="0">
                <a:solidFill>
                  <a:srgbClr val="4A6572"/>
                </a:solidFill>
                <a:latin typeface="Aptos"/>
                <a:ea typeface="Aptos"/>
                <a:cs typeface="Aptos"/>
              </a:defRPr>
            </a:lvl6pPr>
            <a:lvl7pPr algn="l">
              <a:buNone/>
              <a:defRPr sz="2025" b="0">
                <a:solidFill>
                  <a:srgbClr val="4A6572"/>
                </a:solidFill>
                <a:latin typeface="Aptos"/>
                <a:ea typeface="Aptos"/>
                <a:cs typeface="Aptos"/>
              </a:defRPr>
            </a:lvl7pPr>
            <a:lvl8pPr algn="l">
              <a:buNone/>
              <a:defRPr sz="2025" b="0">
                <a:solidFill>
                  <a:srgbClr val="4A6572"/>
                </a:solidFill>
                <a:latin typeface="Aptos"/>
                <a:ea typeface="Aptos"/>
                <a:cs typeface="Aptos"/>
              </a:defRPr>
            </a:lvl8pPr>
            <a:lvl9pPr algn="l">
              <a:buNone/>
              <a:defRPr sz="2025" b="0">
                <a:solidFill>
                  <a:srgbClr val="4A6572"/>
                </a:solidFill>
                <a:latin typeface="Aptos"/>
                <a:ea typeface="Aptos"/>
                <a:cs typeface="Aptos"/>
              </a:defRPr>
            </a:lvl9pPr>
          </a:lstStyle>
          <a:p xmlns:a="http://schemas.openxmlformats.org/drawingml/2006/main">
            <a:pPr algn="l">
              <a:buNone/>
              <a:defRPr sz="2025" b="0">
                <a:solidFill>
                  <a:srgbClr val="4A6572"/>
                </a:solidFill>
                <a:latin typeface="Aptos"/>
                <a:ea typeface="Aptos"/>
                <a:cs typeface="Aptos"/>
              </a:defRPr>
            </a:pPr>
            <a:r>
              <a:rPr sz="2025" b="0">
                <a:solidFill>
                  <a:srgbClr val="4A6572"/>
                </a:solidFill>
                <a:latin typeface="Aptos"/>
                <a:ea typeface="Aptos"/>
                <a:cs typeface="Aptos"/>
              </a:rPr>
              <a:t>Authoritative scoped evidence and history</a:t>
            </a:r>
          </a:p>
          <a:p xmlns:a="http://schemas.openxmlformats.org/drawingml/2006/main">
            <a:pPr algn="l">
              <a:buNone/>
              <a:defRPr sz="2025" b="0">
                <a:solidFill>
                  <a:srgbClr val="4A6572"/>
                </a:solidFill>
                <a:latin typeface="Aptos"/>
                <a:ea typeface="Aptos"/>
                <a:cs typeface="Aptos"/>
              </a:defRPr>
            </a:pPr>
            <a:r>
              <a:rPr sz="2025" b="0">
                <a:solidFill>
                  <a:srgbClr val="4A6572"/>
                </a:solidFill>
                <a:latin typeface="Aptos"/>
                <a:ea typeface="Aptos"/>
                <a:cs typeface="Aptos"/>
              </a:rPr>
              <a:t>Bounded query and useful writeback</a:t>
            </a:r>
          </a:p>
        </p:txBody>
      </p:sp>
      <p:sp>
        <p:nvSpPr>
          <p:cNvPr id="6" name="partner-text-10">
            <a:extLst xmlns:a="http://schemas.openxmlformats.org/drawingml/2006/main">
              <a:ext uri="{FF2B5EF4-FFF2-40B4-BE49-F238E27FC236}">
                <a16:creationId xmlns:a16="http://schemas.microsoft.com/office/drawing/2014/main" id="{2B3DA934-7754-4803-868E-B601DE404917}"/>
              </a:ext>
            </a:extLst>
          </p:cNvPr>
          <p:cNvSpPr>
            <a:spLocks xmlns:a="http://schemas.openxmlformats.org/drawingml/2006/main" noGrp="1"/>
          </p:cNvSpPr>
          <p:nvPr/>
        </p:nvSpPr>
        <p:spPr>
          <a:xfrm xmlns:a="http://schemas.openxmlformats.org/drawingml/2006/main">
            <a:off x="800100" y="4219575"/>
            <a:ext cx="5715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4A6572"/>
                </a:solidFill>
                <a:latin typeface="Aptos"/>
                <a:ea typeface="Aptos"/>
                <a:cs typeface="Aptos"/>
              </a:defRPr>
            </a:defPPr>
            <a:lvl1pPr algn="l">
              <a:buNone/>
              <a:defRPr sz="1800" b="0">
                <a:solidFill>
                  <a:srgbClr val="4A6572"/>
                </a:solidFill>
                <a:latin typeface="Aptos"/>
                <a:ea typeface="Aptos"/>
                <a:cs typeface="Aptos"/>
              </a:defRPr>
            </a:lvl1pPr>
            <a:lvl2pPr algn="l">
              <a:buNone/>
              <a:defRPr sz="1800" b="0">
                <a:solidFill>
                  <a:srgbClr val="4A6572"/>
                </a:solidFill>
                <a:latin typeface="Aptos"/>
                <a:ea typeface="Aptos"/>
                <a:cs typeface="Aptos"/>
              </a:defRPr>
            </a:lvl2pPr>
            <a:lvl3pPr algn="l">
              <a:buNone/>
              <a:defRPr sz="1800" b="0">
                <a:solidFill>
                  <a:srgbClr val="4A6572"/>
                </a:solidFill>
                <a:latin typeface="Aptos"/>
                <a:ea typeface="Aptos"/>
                <a:cs typeface="Aptos"/>
              </a:defRPr>
            </a:lvl3pPr>
            <a:lvl4pPr algn="l">
              <a:buNone/>
              <a:defRPr sz="1800" b="0">
                <a:solidFill>
                  <a:srgbClr val="4A6572"/>
                </a:solidFill>
                <a:latin typeface="Aptos"/>
                <a:ea typeface="Aptos"/>
                <a:cs typeface="Aptos"/>
              </a:defRPr>
            </a:lvl4pPr>
            <a:lvl5pPr algn="l">
              <a:buNone/>
              <a:defRPr sz="1800" b="0">
                <a:solidFill>
                  <a:srgbClr val="4A6572"/>
                </a:solidFill>
                <a:latin typeface="Aptos"/>
                <a:ea typeface="Aptos"/>
                <a:cs typeface="Aptos"/>
              </a:defRPr>
            </a:lvl5pPr>
            <a:lvl6pPr algn="l">
              <a:buNone/>
              <a:defRPr sz="1800" b="0">
                <a:solidFill>
                  <a:srgbClr val="4A6572"/>
                </a:solidFill>
                <a:latin typeface="Aptos"/>
                <a:ea typeface="Aptos"/>
                <a:cs typeface="Aptos"/>
              </a:defRPr>
            </a:lvl6pPr>
            <a:lvl7pPr algn="l">
              <a:buNone/>
              <a:defRPr sz="1800" b="0">
                <a:solidFill>
                  <a:srgbClr val="4A6572"/>
                </a:solidFill>
                <a:latin typeface="Aptos"/>
                <a:ea typeface="Aptos"/>
                <a:cs typeface="Aptos"/>
              </a:defRPr>
            </a:lvl7pPr>
            <a:lvl8pPr algn="l">
              <a:buNone/>
              <a:defRPr sz="1800" b="0">
                <a:solidFill>
                  <a:srgbClr val="4A6572"/>
                </a:solidFill>
                <a:latin typeface="Aptos"/>
                <a:ea typeface="Aptos"/>
                <a:cs typeface="Aptos"/>
              </a:defRPr>
            </a:lvl8pPr>
            <a:lvl9pPr algn="l">
              <a:buNone/>
              <a:defRPr sz="1800" b="0">
                <a:solidFill>
                  <a:srgbClr val="4A6572"/>
                </a:solidFill>
                <a:latin typeface="Aptos"/>
                <a:ea typeface="Aptos"/>
                <a:cs typeface="Aptos"/>
              </a:defRPr>
            </a:lvl9pPr>
          </a:lstStyle>
          <a:p xmlns:a="http://schemas.openxmlformats.org/drawingml/2006/main">
            <a:pPr algn="l">
              <a:buNone/>
              <a:defRPr sz="1800" b="0">
                <a:solidFill>
                  <a:srgbClr val="4A6572"/>
                </a:solidFill>
                <a:latin typeface="Aptos"/>
                <a:ea typeface="Aptos"/>
                <a:cs typeface="Aptos"/>
              </a:defRPr>
            </a:pPr>
            <a:r>
              <a:rPr sz="1800" b="0">
                <a:solidFill>
                  <a:srgbClr val="4A6572"/>
                </a:solidFill>
                <a:latin typeface="Aptos"/>
                <a:ea typeface="Aptos"/>
                <a:cs typeface="Aptos"/>
              </a:rPr>
              <a:t>Existing SQL foundation</a:t>
            </a:r>
          </a:p>
          <a:p xmlns:a="http://schemas.openxmlformats.org/drawingml/2006/main">
            <a:pPr algn="l">
              <a:buNone/>
              <a:defRPr sz="1800" b="0">
                <a:solidFill>
                  <a:srgbClr val="4A6572"/>
                </a:solidFill>
                <a:latin typeface="Aptos"/>
                <a:ea typeface="Aptos"/>
                <a:cs typeface="Aptos"/>
              </a:defRPr>
            </a:pPr>
            <a:r>
              <a:rPr sz="1800" b="0">
                <a:solidFill>
                  <a:srgbClr val="4A6572"/>
                </a:solidFill>
                <a:latin typeface="Aptos"/>
                <a:ea typeface="Aptos"/>
                <a:cs typeface="Aptos"/>
              </a:rPr>
              <a:t>Actual tool binding to qualify</a:t>
            </a:r>
          </a:p>
        </p:txBody>
      </p:sp>
      <p:sp>
        <p:nvSpPr>
          <p:cNvPr id="7" name="partner-node-11">
            <a:extLst xmlns:a="http://schemas.openxmlformats.org/drawingml/2006/main">
              <a:ext uri="{FF2B5EF4-FFF2-40B4-BE49-F238E27FC236}">
                <a16:creationId xmlns:a16="http://schemas.microsoft.com/office/drawing/2014/main" id="{2077BE8B-76C5-4B87-9960-9733451C3FB0}"/>
              </a:ext>
            </a:extLst>
          </p:cNvPr>
          <p:cNvSpPr>
            <a:spLocks xmlns:a="http://schemas.openxmlformats.org/drawingml/2006/main" noGrp="1"/>
          </p:cNvSpPr>
          <p:nvPr/>
        </p:nvSpPr>
        <p:spPr>
          <a:xfrm xmlns:a="http://schemas.openxmlformats.org/drawingml/2006/main">
            <a:off x="9810750" y="2095500"/>
            <a:ext cx="4819650" cy="2952750"/>
          </a:xfrm>
          <a:prstGeom xmlns:a="http://schemas.openxmlformats.org/drawingml/2006/main" prst="rect">
            <a:avLst/>
          </a:prstGeom>
          <a:solidFill xmlns:a="http://schemas.openxmlformats.org/drawingml/2006/main">
            <a:srgbClr val="FFFFFF"/>
          </a:solidFill>
          <a:ln xmlns:a="http://schemas.openxmlformats.org/drawingml/2006/main" w="17145">
            <a:solidFill>
              <a:srgbClr val="B8CACC"/>
            </a:solidFill>
            <a:prstDash val="solid"/>
          </a:ln>
        </p:spPr>
      </p:sp>
      <p:sp>
        <p:nvSpPr>
          <p:cNvPr id="8" name="partner-text-12">
            <a:extLst xmlns:a="http://schemas.openxmlformats.org/drawingml/2006/main">
              <a:ext uri="{FF2B5EF4-FFF2-40B4-BE49-F238E27FC236}">
                <a16:creationId xmlns:a16="http://schemas.microsoft.com/office/drawing/2014/main" id="{8CB56043-F187-4D29-A770-033355FC966F}"/>
              </a:ext>
            </a:extLst>
          </p:cNvPr>
          <p:cNvSpPr>
            <a:spLocks xmlns:a="http://schemas.openxmlformats.org/drawingml/2006/main" noGrp="1"/>
          </p:cNvSpPr>
          <p:nvPr/>
        </p:nvSpPr>
        <p:spPr>
          <a:xfrm xmlns:a="http://schemas.openxmlformats.org/drawingml/2006/main">
            <a:off x="10001250" y="2257425"/>
            <a:ext cx="4438650" cy="43319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1">
                <a:solidFill>
                  <a:srgbClr val="132E38"/>
                </a:solidFill>
                <a:latin typeface="Aptos"/>
                <a:ea typeface="Aptos"/>
                <a:cs typeface="Aptos"/>
              </a:defRPr>
            </a:defPPr>
            <a:lvl1pPr algn="l">
              <a:buNone/>
              <a:defRPr sz="2550" b="1">
                <a:solidFill>
                  <a:srgbClr val="132E38"/>
                </a:solidFill>
                <a:latin typeface="Aptos"/>
                <a:ea typeface="Aptos"/>
                <a:cs typeface="Aptos"/>
              </a:defRPr>
            </a:lvl1pPr>
            <a:lvl2pPr algn="l">
              <a:buNone/>
              <a:defRPr sz="2550" b="1">
                <a:solidFill>
                  <a:srgbClr val="132E38"/>
                </a:solidFill>
                <a:latin typeface="Aptos"/>
                <a:ea typeface="Aptos"/>
                <a:cs typeface="Aptos"/>
              </a:defRPr>
            </a:lvl2pPr>
            <a:lvl3pPr algn="l">
              <a:buNone/>
              <a:defRPr sz="2550" b="1">
                <a:solidFill>
                  <a:srgbClr val="132E38"/>
                </a:solidFill>
                <a:latin typeface="Aptos"/>
                <a:ea typeface="Aptos"/>
                <a:cs typeface="Aptos"/>
              </a:defRPr>
            </a:lvl3pPr>
            <a:lvl4pPr algn="l">
              <a:buNone/>
              <a:defRPr sz="2550" b="1">
                <a:solidFill>
                  <a:srgbClr val="132E38"/>
                </a:solidFill>
                <a:latin typeface="Aptos"/>
                <a:ea typeface="Aptos"/>
                <a:cs typeface="Aptos"/>
              </a:defRPr>
            </a:lvl4pPr>
            <a:lvl5pPr algn="l">
              <a:buNone/>
              <a:defRPr sz="2550" b="1">
                <a:solidFill>
                  <a:srgbClr val="132E38"/>
                </a:solidFill>
                <a:latin typeface="Aptos"/>
                <a:ea typeface="Aptos"/>
                <a:cs typeface="Aptos"/>
              </a:defRPr>
            </a:lvl5pPr>
            <a:lvl6pPr algn="l">
              <a:buNone/>
              <a:defRPr sz="2550" b="1">
                <a:solidFill>
                  <a:srgbClr val="132E38"/>
                </a:solidFill>
                <a:latin typeface="Aptos"/>
                <a:ea typeface="Aptos"/>
                <a:cs typeface="Aptos"/>
              </a:defRPr>
            </a:lvl6pPr>
            <a:lvl7pPr algn="l">
              <a:buNone/>
              <a:defRPr sz="2550" b="1">
                <a:solidFill>
                  <a:srgbClr val="132E38"/>
                </a:solidFill>
                <a:latin typeface="Aptos"/>
                <a:ea typeface="Aptos"/>
                <a:cs typeface="Aptos"/>
              </a:defRPr>
            </a:lvl7pPr>
            <a:lvl8pPr algn="l">
              <a:buNone/>
              <a:defRPr sz="2550" b="1">
                <a:solidFill>
                  <a:srgbClr val="132E38"/>
                </a:solidFill>
                <a:latin typeface="Aptos"/>
                <a:ea typeface="Aptos"/>
                <a:cs typeface="Aptos"/>
              </a:defRPr>
            </a:lvl8pPr>
            <a:lvl9pPr algn="l">
              <a:buNone/>
              <a:defRPr sz="2550" b="1">
                <a:solidFill>
                  <a:srgbClr val="132E38"/>
                </a:solidFill>
                <a:latin typeface="Aptos"/>
                <a:ea typeface="Aptos"/>
                <a:cs typeface="Aptos"/>
              </a:defRPr>
            </a:lvl9pPr>
          </a:lstStyle>
          <a:p xmlns:a="http://schemas.openxmlformats.org/drawingml/2006/main">
            <a:pPr algn="l">
              <a:buNone/>
              <a:defRPr sz="2550" b="1">
                <a:solidFill>
                  <a:srgbClr val="132E38"/>
                </a:solidFill>
                <a:latin typeface="Aptos"/>
                <a:ea typeface="Aptos"/>
                <a:cs typeface="Aptos"/>
              </a:defRPr>
            </a:pPr>
            <a:r>
              <a:rPr sz="2550" b="1">
                <a:solidFill>
                  <a:srgbClr val="132E38"/>
                </a:solidFill>
                <a:latin typeface="Aptos"/>
                <a:ea typeface="Aptos"/>
                <a:cs typeface="Aptos"/>
              </a:rPr>
              <a:t>Paperclip database</a:t>
            </a:r>
          </a:p>
        </p:txBody>
      </p:sp>
      <p:sp>
        <p:nvSpPr>
          <p:cNvPr id="9" name="partner-text-13">
            <a:extLst xmlns:a="http://schemas.openxmlformats.org/drawingml/2006/main">
              <a:ext uri="{FF2B5EF4-FFF2-40B4-BE49-F238E27FC236}">
                <a16:creationId xmlns:a16="http://schemas.microsoft.com/office/drawing/2014/main" id="{D61F985A-692C-4C66-82E1-CC6E05726C50}"/>
              </a:ext>
            </a:extLst>
          </p:cNvPr>
          <p:cNvSpPr>
            <a:spLocks xmlns:a="http://schemas.openxmlformats.org/drawingml/2006/main" noGrp="1"/>
          </p:cNvSpPr>
          <p:nvPr/>
        </p:nvSpPr>
        <p:spPr>
          <a:xfrm xmlns:a="http://schemas.openxmlformats.org/drawingml/2006/main">
            <a:off x="10001250" y="2700147"/>
            <a:ext cx="4438650" cy="102374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0">
                <a:solidFill>
                  <a:srgbClr val="4A6572"/>
                </a:solidFill>
                <a:latin typeface="Aptos"/>
                <a:ea typeface="Aptos"/>
                <a:cs typeface="Aptos"/>
              </a:defRPr>
            </a:defPPr>
            <a:lvl1pPr algn="l">
              <a:buNone/>
              <a:defRPr sz="2100" b="0">
                <a:solidFill>
                  <a:srgbClr val="4A6572"/>
                </a:solidFill>
                <a:latin typeface="Aptos"/>
                <a:ea typeface="Aptos"/>
                <a:cs typeface="Aptos"/>
              </a:defRPr>
            </a:lvl1pPr>
            <a:lvl2pPr algn="l">
              <a:buNone/>
              <a:defRPr sz="2100" b="0">
                <a:solidFill>
                  <a:srgbClr val="4A6572"/>
                </a:solidFill>
                <a:latin typeface="Aptos"/>
                <a:ea typeface="Aptos"/>
                <a:cs typeface="Aptos"/>
              </a:defRPr>
            </a:lvl2pPr>
            <a:lvl3pPr algn="l">
              <a:buNone/>
              <a:defRPr sz="2100" b="0">
                <a:solidFill>
                  <a:srgbClr val="4A6572"/>
                </a:solidFill>
                <a:latin typeface="Aptos"/>
                <a:ea typeface="Aptos"/>
                <a:cs typeface="Aptos"/>
              </a:defRPr>
            </a:lvl3pPr>
            <a:lvl4pPr algn="l">
              <a:buNone/>
              <a:defRPr sz="2100" b="0">
                <a:solidFill>
                  <a:srgbClr val="4A6572"/>
                </a:solidFill>
                <a:latin typeface="Aptos"/>
                <a:ea typeface="Aptos"/>
                <a:cs typeface="Aptos"/>
              </a:defRPr>
            </a:lvl4pPr>
            <a:lvl5pPr algn="l">
              <a:buNone/>
              <a:defRPr sz="2100" b="0">
                <a:solidFill>
                  <a:srgbClr val="4A6572"/>
                </a:solidFill>
                <a:latin typeface="Aptos"/>
                <a:ea typeface="Aptos"/>
                <a:cs typeface="Aptos"/>
              </a:defRPr>
            </a:lvl5pPr>
            <a:lvl6pPr algn="l">
              <a:buNone/>
              <a:defRPr sz="2100" b="0">
                <a:solidFill>
                  <a:srgbClr val="4A6572"/>
                </a:solidFill>
                <a:latin typeface="Aptos"/>
                <a:ea typeface="Aptos"/>
                <a:cs typeface="Aptos"/>
              </a:defRPr>
            </a:lvl6pPr>
            <a:lvl7pPr algn="l">
              <a:buNone/>
              <a:defRPr sz="2100" b="0">
                <a:solidFill>
                  <a:srgbClr val="4A6572"/>
                </a:solidFill>
                <a:latin typeface="Aptos"/>
                <a:ea typeface="Aptos"/>
                <a:cs typeface="Aptos"/>
              </a:defRPr>
            </a:lvl7pPr>
            <a:lvl8pPr algn="l">
              <a:buNone/>
              <a:defRPr sz="2100" b="0">
                <a:solidFill>
                  <a:srgbClr val="4A6572"/>
                </a:solidFill>
                <a:latin typeface="Aptos"/>
                <a:ea typeface="Aptos"/>
                <a:cs typeface="Aptos"/>
              </a:defRPr>
            </a:lvl8pPr>
            <a:lvl9pPr algn="l">
              <a:buNone/>
              <a:defRPr sz="2100" b="0">
                <a:solidFill>
                  <a:srgbClr val="4A6572"/>
                </a:solidFill>
                <a:latin typeface="Aptos"/>
                <a:ea typeface="Aptos"/>
                <a:cs typeface="Aptos"/>
              </a:defRPr>
            </a:lvl9pPr>
          </a:lstStyle>
          <a:p xmlns:a="http://schemas.openxmlformats.org/drawingml/2006/main">
            <a:pPr algn="l">
              <a:buNone/>
              <a:defRPr sz="2100" b="0">
                <a:solidFill>
                  <a:srgbClr val="4A6572"/>
                </a:solidFill>
                <a:latin typeface="Aptos"/>
                <a:ea typeface="Aptos"/>
                <a:cs typeface="Aptos"/>
              </a:defRPr>
            </a:pPr>
            <a:r>
              <a:rPr sz="2100" b="0">
                <a:solidFill>
                  <a:srgbClr val="4A6572"/>
                </a:solidFill>
                <a:latin typeface="Aptos"/>
                <a:ea typeface="Aptos"/>
                <a:cs typeface="Aptos"/>
              </a:rPr>
              <a:t>Tasks and agents</a:t>
            </a:r>
          </a:p>
          <a:p xmlns:a="http://schemas.openxmlformats.org/drawingml/2006/main">
            <a:pPr algn="l">
              <a:buNone/>
              <a:defRPr sz="2100" b="0">
                <a:solidFill>
                  <a:srgbClr val="4A6572"/>
                </a:solidFill>
                <a:latin typeface="Aptos"/>
                <a:ea typeface="Aptos"/>
                <a:cs typeface="Aptos"/>
              </a:defRPr>
            </a:pPr>
            <a:r>
              <a:rPr sz="2100" b="0">
                <a:solidFill>
                  <a:srgbClr val="4A6572"/>
                </a:solidFill>
                <a:latin typeface="Aptos"/>
                <a:ea typeface="Aptos"/>
                <a:cs typeface="Aptos"/>
              </a:rPr>
              <a:t>Runs and review decisions</a:t>
            </a:r>
          </a:p>
          <a:p xmlns:a="http://schemas.openxmlformats.org/drawingml/2006/main">
            <a:pPr algn="l">
              <a:buNone/>
              <a:defRPr sz="2100" b="0">
                <a:solidFill>
                  <a:srgbClr val="4A6572"/>
                </a:solidFill>
                <a:latin typeface="Aptos"/>
                <a:ea typeface="Aptos"/>
                <a:cs typeface="Aptos"/>
              </a:defRPr>
            </a:pPr>
            <a:r>
              <a:rPr sz="2100" b="0">
                <a:solidFill>
                  <a:srgbClr val="4A6572"/>
                </a:solidFill>
                <a:latin typeface="Aptos"/>
                <a:ea typeface="Aptos"/>
                <a:cs typeface="Aptos"/>
              </a:rPr>
              <a:t>Bridge transport state</a:t>
            </a:r>
          </a:p>
        </p:txBody>
      </p:sp>
      <p:cxnSp>
        <p:nvCxnSpPr>
          <p:cNvPr id="10" name="partner-flow-14">
            <a:extLst xmlns:a="http://schemas.openxmlformats.org/drawingml/2006/main">
              <a:ext uri="{FF2B5EF4-FFF2-40B4-BE49-F238E27FC236}">
                <a16:creationId xmlns:a16="http://schemas.microsoft.com/office/drawing/2014/main" id="{2191F705-222E-4129-A211-93FBAB4AFDB5}"/>
              </a:ext>
            </a:extLst>
          </p:cNvPr>
          <p:cNvCxnSpPr/>
          <p:nvPr/>
        </p:nvCxnSpPr>
        <p:spPr>
          <a:xfrm xmlns:a="http://schemas.openxmlformats.org/drawingml/2006/main" flipH="0" flipV="0">
            <a:off x="6705600" y="3571875"/>
            <a:ext cx="3105150" cy="0"/>
          </a:xfrm>
          <a:prstGeom xmlns:a="http://schemas.openxmlformats.org/drawingml/2006/main" prst="straightConnector1">
            <a:avLst/>
          </a:prstGeom>
          <a:ln xmlns:a="http://schemas.openxmlformats.org/drawingml/2006/main" w="23813">
            <a:solidFill>
              <a:srgbClr val="157D80"/>
            </a:solidFill>
            <a:prstDash val="dash"/>
            <a:headEnd type="triangle" w="med" len="med"/>
            <a:tailEnd type="triangle" w="med" len="med"/>
          </a:ln>
        </p:spPr>
      </p:cxnSp>
      <p:sp>
        <p:nvSpPr>
          <p:cNvPr id="11" name="partner-text-15">
            <a:extLst xmlns:a="http://schemas.openxmlformats.org/drawingml/2006/main">
              <a:ext uri="{FF2B5EF4-FFF2-40B4-BE49-F238E27FC236}">
                <a16:creationId xmlns:a16="http://schemas.microsoft.com/office/drawing/2014/main" id="{C491AAC4-2C05-425E-8C24-66B765396D23}"/>
              </a:ext>
            </a:extLst>
          </p:cNvPr>
          <p:cNvSpPr>
            <a:spLocks xmlns:a="http://schemas.openxmlformats.org/drawingml/2006/main" noGrp="1"/>
          </p:cNvSpPr>
          <p:nvPr/>
        </p:nvSpPr>
        <p:spPr>
          <a:xfrm xmlns:a="http://schemas.openxmlformats.org/drawingml/2006/main">
            <a:off x="6724650" y="2647950"/>
            <a:ext cx="30670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800" b="0">
                <a:solidFill>
                  <a:srgbClr val="4A6572"/>
                </a:solidFill>
                <a:latin typeface="Aptos"/>
                <a:ea typeface="Aptos"/>
                <a:cs typeface="Aptos"/>
              </a:defRPr>
            </a:defPPr>
            <a:lvl1pPr algn="ctr">
              <a:buNone/>
              <a:defRPr sz="1800" b="0">
                <a:solidFill>
                  <a:srgbClr val="4A6572"/>
                </a:solidFill>
                <a:latin typeface="Aptos"/>
                <a:ea typeface="Aptos"/>
                <a:cs typeface="Aptos"/>
              </a:defRPr>
            </a:lvl1pPr>
            <a:lvl2pPr algn="ctr">
              <a:buNone/>
              <a:defRPr sz="1800" b="0">
                <a:solidFill>
                  <a:srgbClr val="4A6572"/>
                </a:solidFill>
                <a:latin typeface="Aptos"/>
                <a:ea typeface="Aptos"/>
                <a:cs typeface="Aptos"/>
              </a:defRPr>
            </a:lvl2pPr>
            <a:lvl3pPr algn="ctr">
              <a:buNone/>
              <a:defRPr sz="1800" b="0">
                <a:solidFill>
                  <a:srgbClr val="4A6572"/>
                </a:solidFill>
                <a:latin typeface="Aptos"/>
                <a:ea typeface="Aptos"/>
                <a:cs typeface="Aptos"/>
              </a:defRPr>
            </a:lvl3pPr>
            <a:lvl4pPr algn="ctr">
              <a:buNone/>
              <a:defRPr sz="1800" b="0">
                <a:solidFill>
                  <a:srgbClr val="4A6572"/>
                </a:solidFill>
                <a:latin typeface="Aptos"/>
                <a:ea typeface="Aptos"/>
                <a:cs typeface="Aptos"/>
              </a:defRPr>
            </a:lvl4pPr>
            <a:lvl5pPr algn="ctr">
              <a:buNone/>
              <a:defRPr sz="1800" b="0">
                <a:solidFill>
                  <a:srgbClr val="4A6572"/>
                </a:solidFill>
                <a:latin typeface="Aptos"/>
                <a:ea typeface="Aptos"/>
                <a:cs typeface="Aptos"/>
              </a:defRPr>
            </a:lvl5pPr>
            <a:lvl6pPr algn="ctr">
              <a:buNone/>
              <a:defRPr sz="1800" b="0">
                <a:solidFill>
                  <a:srgbClr val="4A6572"/>
                </a:solidFill>
                <a:latin typeface="Aptos"/>
                <a:ea typeface="Aptos"/>
                <a:cs typeface="Aptos"/>
              </a:defRPr>
            </a:lvl6pPr>
            <a:lvl7pPr algn="ctr">
              <a:buNone/>
              <a:defRPr sz="1800" b="0">
                <a:solidFill>
                  <a:srgbClr val="4A6572"/>
                </a:solidFill>
                <a:latin typeface="Aptos"/>
                <a:ea typeface="Aptos"/>
                <a:cs typeface="Aptos"/>
              </a:defRPr>
            </a:lvl7pPr>
            <a:lvl8pPr algn="ctr">
              <a:buNone/>
              <a:defRPr sz="1800" b="0">
                <a:solidFill>
                  <a:srgbClr val="4A6572"/>
                </a:solidFill>
                <a:latin typeface="Aptos"/>
                <a:ea typeface="Aptos"/>
                <a:cs typeface="Aptos"/>
              </a:defRPr>
            </a:lvl8pPr>
            <a:lvl9pPr algn="ctr">
              <a:buNone/>
              <a:defRPr sz="1800" b="0">
                <a:solidFill>
                  <a:srgbClr val="4A6572"/>
                </a:solidFill>
                <a:latin typeface="Aptos"/>
                <a:ea typeface="Aptos"/>
                <a:cs typeface="Aptos"/>
              </a:defRPr>
            </a:lvl9pPr>
          </a:lstStyle>
          <a:p xmlns:a="http://schemas.openxmlformats.org/drawingml/2006/main">
            <a:pPr algn="ctr">
              <a:buNone/>
              <a:defRPr sz="1800" b="0">
                <a:solidFill>
                  <a:srgbClr val="4A6572"/>
                </a:solidFill>
                <a:latin typeface="Aptos"/>
                <a:ea typeface="Aptos"/>
                <a:cs typeface="Aptos"/>
              </a:defRPr>
            </a:pPr>
            <a:r>
              <a:rPr sz="1800" b="0">
                <a:solidFill>
                  <a:srgbClr val="4A6572"/>
                </a:solidFill>
                <a:latin typeface="Aptos"/>
                <a:ea typeface="Aptos"/>
                <a:cs typeface="Aptos"/>
              </a:rPr>
              <a:t>Service adapters</a:t>
            </a:r>
          </a:p>
          <a:p xmlns:a="http://schemas.openxmlformats.org/drawingml/2006/main">
            <a:pPr algn="ctr">
              <a:buNone/>
              <a:defRPr sz="1800" b="0">
                <a:solidFill>
                  <a:srgbClr val="4A6572"/>
                </a:solidFill>
                <a:latin typeface="Aptos"/>
                <a:ea typeface="Aptos"/>
                <a:cs typeface="Aptos"/>
              </a:defRPr>
            </a:pPr>
            <a:r>
              <a:rPr sz="1800" b="0">
                <a:solidFill>
                  <a:srgbClr val="4A6572"/>
                </a:solidFill>
                <a:latin typeface="Aptos"/>
                <a:ea typeface="Aptos"/>
                <a:cs typeface="Aptos"/>
              </a:rPr>
              <a:t>Task links and decisions</a:t>
            </a:r>
          </a:p>
          <a:p xmlns:a="http://schemas.openxmlformats.org/drawingml/2006/main">
            <a:pPr algn="ctr">
              <a:buNone/>
              <a:defRPr sz="1800" b="0">
                <a:solidFill>
                  <a:srgbClr val="4A6572"/>
                </a:solidFill>
                <a:latin typeface="Aptos"/>
                <a:ea typeface="Aptos"/>
                <a:cs typeface="Aptos"/>
              </a:defRPr>
            </a:pPr>
            <a:r>
              <a:rPr sz="1800" b="0">
                <a:solidFill>
                  <a:srgbClr val="4A6572"/>
                </a:solidFill>
                <a:latin typeface="Aptos"/>
                <a:ea typeface="Aptos"/>
                <a:cs typeface="Aptos"/>
              </a:rPr>
              <a:t>Planned</a:t>
            </a:r>
          </a:p>
        </p:txBody>
      </p:sp>
      <p:sp>
        <p:nvSpPr>
          <p:cNvPr id="12" name="partner-node-16">
            <a:extLst xmlns:a="http://schemas.openxmlformats.org/drawingml/2006/main">
              <a:ext uri="{FF2B5EF4-FFF2-40B4-BE49-F238E27FC236}">
                <a16:creationId xmlns:a16="http://schemas.microsoft.com/office/drawing/2014/main" id="{351ADE2D-DFB6-4D38-B172-A87C9EA52074}"/>
              </a:ext>
            </a:extLst>
          </p:cNvPr>
          <p:cNvSpPr>
            <a:spLocks xmlns:a="http://schemas.openxmlformats.org/drawingml/2006/main" noGrp="1"/>
          </p:cNvSpPr>
          <p:nvPr/>
        </p:nvSpPr>
        <p:spPr>
          <a:xfrm xmlns:a="http://schemas.openxmlformats.org/drawingml/2006/main">
            <a:off x="609600" y="6334125"/>
            <a:ext cx="3905250" cy="1381125"/>
          </a:xfrm>
          <a:prstGeom xmlns:a="http://schemas.openxmlformats.org/drawingml/2006/main" prst="rect">
            <a:avLst/>
          </a:prstGeom>
          <a:solidFill xmlns:a="http://schemas.openxmlformats.org/drawingml/2006/main">
            <a:srgbClr val="FFFFFF"/>
          </a:solidFill>
          <a:ln xmlns:a="http://schemas.openxmlformats.org/drawingml/2006/main" w="17145">
            <a:solidFill>
              <a:srgbClr val="B8CACC"/>
            </a:solidFill>
            <a:prstDash val="solid"/>
          </a:ln>
        </p:spPr>
      </p:sp>
      <p:sp>
        <p:nvSpPr>
          <p:cNvPr id="13" name="partner-text-17">
            <a:extLst xmlns:a="http://schemas.openxmlformats.org/drawingml/2006/main">
              <a:ext uri="{FF2B5EF4-FFF2-40B4-BE49-F238E27FC236}">
                <a16:creationId xmlns:a16="http://schemas.microsoft.com/office/drawing/2014/main" id="{83E0CD4A-84F4-428A-999E-A3E75AE180FA}"/>
              </a:ext>
            </a:extLst>
          </p:cNvPr>
          <p:cNvSpPr>
            <a:spLocks xmlns:a="http://schemas.openxmlformats.org/drawingml/2006/main" noGrp="1"/>
          </p:cNvSpPr>
          <p:nvPr/>
        </p:nvSpPr>
        <p:spPr>
          <a:xfrm xmlns:a="http://schemas.openxmlformats.org/drawingml/2006/main">
            <a:off x="800100" y="6496050"/>
            <a:ext cx="3524250" cy="3983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32E38"/>
                </a:solidFill>
                <a:latin typeface="Aptos"/>
                <a:ea typeface="Aptos"/>
                <a:cs typeface="Aptos"/>
              </a:defRPr>
            </a:defPPr>
            <a:lvl1pPr algn="l">
              <a:buNone/>
              <a:defRPr sz="2325" b="1">
                <a:solidFill>
                  <a:srgbClr val="132E38"/>
                </a:solidFill>
                <a:latin typeface="Aptos"/>
                <a:ea typeface="Aptos"/>
                <a:cs typeface="Aptos"/>
              </a:defRPr>
            </a:lvl1pPr>
            <a:lvl2pPr algn="l">
              <a:buNone/>
              <a:defRPr sz="2325" b="1">
                <a:solidFill>
                  <a:srgbClr val="132E38"/>
                </a:solidFill>
                <a:latin typeface="Aptos"/>
                <a:ea typeface="Aptos"/>
                <a:cs typeface="Aptos"/>
              </a:defRPr>
            </a:lvl2pPr>
            <a:lvl3pPr algn="l">
              <a:buNone/>
              <a:defRPr sz="2325" b="1">
                <a:solidFill>
                  <a:srgbClr val="132E38"/>
                </a:solidFill>
                <a:latin typeface="Aptos"/>
                <a:ea typeface="Aptos"/>
                <a:cs typeface="Aptos"/>
              </a:defRPr>
            </a:lvl3pPr>
            <a:lvl4pPr algn="l">
              <a:buNone/>
              <a:defRPr sz="2325" b="1">
                <a:solidFill>
                  <a:srgbClr val="132E38"/>
                </a:solidFill>
                <a:latin typeface="Aptos"/>
                <a:ea typeface="Aptos"/>
                <a:cs typeface="Aptos"/>
              </a:defRPr>
            </a:lvl4pPr>
            <a:lvl5pPr algn="l">
              <a:buNone/>
              <a:defRPr sz="2325" b="1">
                <a:solidFill>
                  <a:srgbClr val="132E38"/>
                </a:solidFill>
                <a:latin typeface="Aptos"/>
                <a:ea typeface="Aptos"/>
                <a:cs typeface="Aptos"/>
              </a:defRPr>
            </a:lvl5pPr>
            <a:lvl6pPr algn="l">
              <a:buNone/>
              <a:defRPr sz="2325" b="1">
                <a:solidFill>
                  <a:srgbClr val="132E38"/>
                </a:solidFill>
                <a:latin typeface="Aptos"/>
                <a:ea typeface="Aptos"/>
                <a:cs typeface="Aptos"/>
              </a:defRPr>
            </a:lvl6pPr>
            <a:lvl7pPr algn="l">
              <a:buNone/>
              <a:defRPr sz="2325" b="1">
                <a:solidFill>
                  <a:srgbClr val="132E38"/>
                </a:solidFill>
                <a:latin typeface="Aptos"/>
                <a:ea typeface="Aptos"/>
                <a:cs typeface="Aptos"/>
              </a:defRPr>
            </a:lvl7pPr>
            <a:lvl8pPr algn="l">
              <a:buNone/>
              <a:defRPr sz="2325" b="1">
                <a:solidFill>
                  <a:srgbClr val="132E38"/>
                </a:solidFill>
                <a:latin typeface="Aptos"/>
                <a:ea typeface="Aptos"/>
                <a:cs typeface="Aptos"/>
              </a:defRPr>
            </a:lvl8pPr>
            <a:lvl9pPr algn="l">
              <a:buNone/>
              <a:defRPr sz="2325" b="1">
                <a:solidFill>
                  <a:srgbClr val="132E38"/>
                </a:solidFill>
                <a:latin typeface="Aptos"/>
                <a:ea typeface="Aptos"/>
                <a:cs typeface="Aptos"/>
              </a:defRPr>
            </a:lvl9pPr>
          </a:lstStyle>
          <a:p xmlns:a="http://schemas.openxmlformats.org/drawingml/2006/main">
            <a:pPr algn="l">
              <a:buNone/>
              <a:defRPr sz="2325" b="1">
                <a:solidFill>
                  <a:srgbClr val="132E38"/>
                </a:solidFill>
                <a:latin typeface="Aptos"/>
                <a:ea typeface="Aptos"/>
                <a:cs typeface="Aptos"/>
              </a:defRPr>
            </a:pPr>
            <a:r>
              <a:rPr sz="2325" b="1">
                <a:solidFill>
                  <a:srgbClr val="132E38"/>
                </a:solidFill>
                <a:latin typeface="Aptos"/>
                <a:ea typeface="Aptos"/>
                <a:cs typeface="Aptos"/>
              </a:rPr>
              <a:t>Domain sources</a:t>
            </a:r>
          </a:p>
        </p:txBody>
      </p:sp>
      <p:sp>
        <p:nvSpPr>
          <p:cNvPr id="14" name="partner-text-18">
            <a:extLst xmlns:a="http://schemas.openxmlformats.org/drawingml/2006/main">
              <a:ext uri="{FF2B5EF4-FFF2-40B4-BE49-F238E27FC236}">
                <a16:creationId xmlns:a16="http://schemas.microsoft.com/office/drawing/2014/main" id="{CECD3974-669C-49A8-8E62-F8664E29BEEB}"/>
              </a:ext>
            </a:extLst>
          </p:cNvPr>
          <p:cNvSpPr>
            <a:spLocks xmlns:a="http://schemas.openxmlformats.org/drawingml/2006/main" noGrp="1"/>
          </p:cNvSpPr>
          <p:nvPr/>
        </p:nvSpPr>
        <p:spPr>
          <a:xfrm xmlns:a="http://schemas.openxmlformats.org/drawingml/2006/main">
            <a:off x="800100" y="6903911"/>
            <a:ext cx="3524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4A6572"/>
                </a:solidFill>
                <a:latin typeface="Aptos"/>
                <a:ea typeface="Aptos"/>
                <a:cs typeface="Aptos"/>
              </a:defRPr>
            </a:defPPr>
            <a:lvl1pPr algn="l">
              <a:buNone/>
              <a:defRPr sz="1875" b="0">
                <a:solidFill>
                  <a:srgbClr val="4A6572"/>
                </a:solidFill>
                <a:latin typeface="Aptos"/>
                <a:ea typeface="Aptos"/>
                <a:cs typeface="Aptos"/>
              </a:defRPr>
            </a:lvl1pPr>
            <a:lvl2pPr algn="l">
              <a:buNone/>
              <a:defRPr sz="1875" b="0">
                <a:solidFill>
                  <a:srgbClr val="4A6572"/>
                </a:solidFill>
                <a:latin typeface="Aptos"/>
                <a:ea typeface="Aptos"/>
                <a:cs typeface="Aptos"/>
              </a:defRPr>
            </a:lvl2pPr>
            <a:lvl3pPr algn="l">
              <a:buNone/>
              <a:defRPr sz="1875" b="0">
                <a:solidFill>
                  <a:srgbClr val="4A6572"/>
                </a:solidFill>
                <a:latin typeface="Aptos"/>
                <a:ea typeface="Aptos"/>
                <a:cs typeface="Aptos"/>
              </a:defRPr>
            </a:lvl3pPr>
            <a:lvl4pPr algn="l">
              <a:buNone/>
              <a:defRPr sz="1875" b="0">
                <a:solidFill>
                  <a:srgbClr val="4A6572"/>
                </a:solidFill>
                <a:latin typeface="Aptos"/>
                <a:ea typeface="Aptos"/>
                <a:cs typeface="Aptos"/>
              </a:defRPr>
            </a:lvl4pPr>
            <a:lvl5pPr algn="l">
              <a:buNone/>
              <a:defRPr sz="1875" b="0">
                <a:solidFill>
                  <a:srgbClr val="4A6572"/>
                </a:solidFill>
                <a:latin typeface="Aptos"/>
                <a:ea typeface="Aptos"/>
                <a:cs typeface="Aptos"/>
              </a:defRPr>
            </a:lvl5pPr>
            <a:lvl6pPr algn="l">
              <a:buNone/>
              <a:defRPr sz="1875" b="0">
                <a:solidFill>
                  <a:srgbClr val="4A6572"/>
                </a:solidFill>
                <a:latin typeface="Aptos"/>
                <a:ea typeface="Aptos"/>
                <a:cs typeface="Aptos"/>
              </a:defRPr>
            </a:lvl6pPr>
            <a:lvl7pPr algn="l">
              <a:buNone/>
              <a:defRPr sz="1875" b="0">
                <a:solidFill>
                  <a:srgbClr val="4A6572"/>
                </a:solidFill>
                <a:latin typeface="Aptos"/>
                <a:ea typeface="Aptos"/>
                <a:cs typeface="Aptos"/>
              </a:defRPr>
            </a:lvl7pPr>
            <a:lvl8pPr algn="l">
              <a:buNone/>
              <a:defRPr sz="1875" b="0">
                <a:solidFill>
                  <a:srgbClr val="4A6572"/>
                </a:solidFill>
                <a:latin typeface="Aptos"/>
                <a:ea typeface="Aptos"/>
                <a:cs typeface="Aptos"/>
              </a:defRPr>
            </a:lvl8pPr>
            <a:lvl9pPr algn="l">
              <a:buNone/>
              <a:defRPr sz="1875" b="0">
                <a:solidFill>
                  <a:srgbClr val="4A6572"/>
                </a:solidFill>
                <a:latin typeface="Aptos"/>
                <a:ea typeface="Aptos"/>
                <a:cs typeface="Aptos"/>
              </a:defRPr>
            </a:lvl9pPr>
          </a:lstStyle>
          <a:p xmlns:a="http://schemas.openxmlformats.org/drawingml/2006/main">
            <a:pPr algn="l">
              <a:buNone/>
              <a:defRPr sz="1875" b="0">
                <a:solidFill>
                  <a:srgbClr val="4A6572"/>
                </a:solidFill>
                <a:latin typeface="Aptos"/>
                <a:ea typeface="Aptos"/>
                <a:cs typeface="Aptos"/>
              </a:defRPr>
            </a:pPr>
            <a:r>
              <a:rPr sz="1875" b="0">
                <a:solidFill>
                  <a:srgbClr val="4A6572"/>
                </a:solidFill>
                <a:latin typeface="Aptos"/>
                <a:ea typeface="Aptos"/>
                <a:cs typeface="Aptos"/>
              </a:rPr>
              <a:t>Website and meetings</a:t>
            </a:r>
          </a:p>
          <a:p xmlns:a="http://schemas.openxmlformats.org/drawingml/2006/main">
            <a:pPr algn="l">
              <a:buNone/>
              <a:defRPr sz="1875" b="0">
                <a:solidFill>
                  <a:srgbClr val="4A6572"/>
                </a:solidFill>
                <a:latin typeface="Aptos"/>
                <a:ea typeface="Aptos"/>
                <a:cs typeface="Aptos"/>
              </a:defRPr>
            </a:pPr>
            <a:r>
              <a:rPr sz="1875" b="0">
                <a:solidFill>
                  <a:srgbClr val="4A6572"/>
                </a:solidFill>
                <a:latin typeface="Aptos"/>
                <a:ea typeface="Aptos"/>
                <a:cs typeface="Aptos"/>
              </a:rPr>
              <a:t>Protected private sources</a:t>
            </a:r>
          </a:p>
        </p:txBody>
      </p:sp>
      <p:cxnSp>
        <p:nvCxnSpPr>
          <p:cNvPr id="15" name="partner-flow-19">
            <a:extLst xmlns:a="http://schemas.openxmlformats.org/drawingml/2006/main">
              <a:ext uri="{FF2B5EF4-FFF2-40B4-BE49-F238E27FC236}">
                <a16:creationId xmlns:a16="http://schemas.microsoft.com/office/drawing/2014/main" id="{2348295F-52EF-41BF-9D8E-7FF327C8AC4B}"/>
              </a:ext>
            </a:extLst>
          </p:cNvPr>
          <p:cNvCxnSpPr/>
          <p:nvPr/>
        </p:nvCxnSpPr>
        <p:spPr>
          <a:xfrm xmlns:a="http://schemas.openxmlformats.org/drawingml/2006/main" flipH="0" flipV="1">
            <a:off x="2562225" y="5048250"/>
            <a:ext cx="0" cy="1285875"/>
          </a:xfrm>
          <a:prstGeom xmlns:a="http://schemas.openxmlformats.org/drawingml/2006/main" prst="straightConnector1">
            <a:avLst/>
          </a:prstGeom>
          <a:ln xmlns:a="http://schemas.openxmlformats.org/drawingml/2006/main" w="23813">
            <a:solidFill>
              <a:srgbClr val="157D80"/>
            </a:solidFill>
            <a:prstDash val="dash"/>
            <a:tailEnd type="triangle" w="med" len="med"/>
          </a:ln>
        </p:spPr>
      </p:cxnSp>
      <p:sp>
        <p:nvSpPr>
          <p:cNvPr id="16" name="partner-text-20">
            <a:extLst xmlns:a="http://schemas.openxmlformats.org/drawingml/2006/main">
              <a:ext uri="{FF2B5EF4-FFF2-40B4-BE49-F238E27FC236}">
                <a16:creationId xmlns:a16="http://schemas.microsoft.com/office/drawing/2014/main" id="{D4AF4276-834B-49C1-8998-2EBDC8092811}"/>
              </a:ext>
            </a:extLst>
          </p:cNvPr>
          <p:cNvSpPr>
            <a:spLocks xmlns:a="http://schemas.openxmlformats.org/drawingml/2006/main" noGrp="1"/>
          </p:cNvSpPr>
          <p:nvPr/>
        </p:nvSpPr>
        <p:spPr>
          <a:xfrm xmlns:a="http://schemas.openxmlformats.org/drawingml/2006/main">
            <a:off x="609600" y="5572125"/>
            <a:ext cx="1809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725" b="0">
                <a:solidFill>
                  <a:srgbClr val="4A6572"/>
                </a:solidFill>
                <a:latin typeface="Aptos"/>
                <a:ea typeface="Aptos"/>
                <a:cs typeface="Aptos"/>
              </a:defRPr>
            </a:defPPr>
            <a:lvl1pPr algn="ctr">
              <a:buNone/>
              <a:defRPr sz="1725" b="0">
                <a:solidFill>
                  <a:srgbClr val="4A6572"/>
                </a:solidFill>
                <a:latin typeface="Aptos"/>
                <a:ea typeface="Aptos"/>
                <a:cs typeface="Aptos"/>
              </a:defRPr>
            </a:lvl1pPr>
            <a:lvl2pPr algn="ctr">
              <a:buNone/>
              <a:defRPr sz="1725" b="0">
                <a:solidFill>
                  <a:srgbClr val="4A6572"/>
                </a:solidFill>
                <a:latin typeface="Aptos"/>
                <a:ea typeface="Aptos"/>
                <a:cs typeface="Aptos"/>
              </a:defRPr>
            </a:lvl2pPr>
            <a:lvl3pPr algn="ctr">
              <a:buNone/>
              <a:defRPr sz="1725" b="0">
                <a:solidFill>
                  <a:srgbClr val="4A6572"/>
                </a:solidFill>
                <a:latin typeface="Aptos"/>
                <a:ea typeface="Aptos"/>
                <a:cs typeface="Aptos"/>
              </a:defRPr>
            </a:lvl3pPr>
            <a:lvl4pPr algn="ctr">
              <a:buNone/>
              <a:defRPr sz="1725" b="0">
                <a:solidFill>
                  <a:srgbClr val="4A6572"/>
                </a:solidFill>
                <a:latin typeface="Aptos"/>
                <a:ea typeface="Aptos"/>
                <a:cs typeface="Aptos"/>
              </a:defRPr>
            </a:lvl4pPr>
            <a:lvl5pPr algn="ctr">
              <a:buNone/>
              <a:defRPr sz="1725" b="0">
                <a:solidFill>
                  <a:srgbClr val="4A6572"/>
                </a:solidFill>
                <a:latin typeface="Aptos"/>
                <a:ea typeface="Aptos"/>
                <a:cs typeface="Aptos"/>
              </a:defRPr>
            </a:lvl5pPr>
            <a:lvl6pPr algn="ctr">
              <a:buNone/>
              <a:defRPr sz="1725" b="0">
                <a:solidFill>
                  <a:srgbClr val="4A6572"/>
                </a:solidFill>
                <a:latin typeface="Aptos"/>
                <a:ea typeface="Aptos"/>
                <a:cs typeface="Aptos"/>
              </a:defRPr>
            </a:lvl6pPr>
            <a:lvl7pPr algn="ctr">
              <a:buNone/>
              <a:defRPr sz="1725" b="0">
                <a:solidFill>
                  <a:srgbClr val="4A6572"/>
                </a:solidFill>
                <a:latin typeface="Aptos"/>
                <a:ea typeface="Aptos"/>
                <a:cs typeface="Aptos"/>
              </a:defRPr>
            </a:lvl7pPr>
            <a:lvl8pPr algn="ctr">
              <a:buNone/>
              <a:defRPr sz="1725" b="0">
                <a:solidFill>
                  <a:srgbClr val="4A6572"/>
                </a:solidFill>
                <a:latin typeface="Aptos"/>
                <a:ea typeface="Aptos"/>
                <a:cs typeface="Aptos"/>
              </a:defRPr>
            </a:lvl8pPr>
            <a:lvl9pPr algn="ctr">
              <a:buNone/>
              <a:defRPr sz="1725" b="0">
                <a:solidFill>
                  <a:srgbClr val="4A6572"/>
                </a:solidFill>
                <a:latin typeface="Aptos"/>
                <a:ea typeface="Aptos"/>
                <a:cs typeface="Aptos"/>
              </a:defRPr>
            </a:lvl9pPr>
          </a:lstStyle>
          <a:p xmlns:a="http://schemas.openxmlformats.org/drawingml/2006/main">
            <a:pPr algn="ctr">
              <a:buNone/>
              <a:defRPr sz="1725" b="0">
                <a:solidFill>
                  <a:srgbClr val="4A6572"/>
                </a:solidFill>
                <a:latin typeface="Aptos"/>
                <a:ea typeface="Aptos"/>
                <a:cs typeface="Aptos"/>
              </a:defRPr>
            </a:pPr>
            <a:r>
              <a:rPr sz="1725" b="0">
                <a:solidFill>
                  <a:srgbClr val="4A6572"/>
                </a:solidFill>
                <a:latin typeface="Aptos"/>
                <a:ea typeface="Aptos"/>
                <a:cs typeface="Aptos"/>
              </a:rPr>
              <a:t>Adapters pending</a:t>
            </a:r>
          </a:p>
        </p:txBody>
      </p:sp>
      <p:sp>
        <p:nvSpPr>
          <p:cNvPr id="17" name="partner-node-21">
            <a:extLst xmlns:a="http://schemas.openxmlformats.org/drawingml/2006/main">
              <a:ext uri="{FF2B5EF4-FFF2-40B4-BE49-F238E27FC236}">
                <a16:creationId xmlns:a16="http://schemas.microsoft.com/office/drawing/2014/main" id="{B9D80B4C-AC07-4902-93B4-B88A11A647C2}"/>
              </a:ext>
            </a:extLst>
          </p:cNvPr>
          <p:cNvSpPr>
            <a:spLocks xmlns:a="http://schemas.openxmlformats.org/drawingml/2006/main" noGrp="1"/>
          </p:cNvSpPr>
          <p:nvPr/>
        </p:nvSpPr>
        <p:spPr>
          <a:xfrm xmlns:a="http://schemas.openxmlformats.org/drawingml/2006/main">
            <a:off x="9810750" y="6334125"/>
            <a:ext cx="4819650" cy="1381125"/>
          </a:xfrm>
          <a:prstGeom xmlns:a="http://schemas.openxmlformats.org/drawingml/2006/main" prst="rect">
            <a:avLst/>
          </a:prstGeom>
          <a:solidFill xmlns:a="http://schemas.openxmlformats.org/drawingml/2006/main">
            <a:srgbClr val="FFFFFF"/>
          </a:solidFill>
          <a:ln xmlns:a="http://schemas.openxmlformats.org/drawingml/2006/main" w="17145">
            <a:solidFill>
              <a:srgbClr val="B8CACC"/>
            </a:solidFill>
            <a:prstDash val="dash"/>
          </a:ln>
        </p:spPr>
      </p:sp>
      <p:sp>
        <p:nvSpPr>
          <p:cNvPr id="18" name="partner-text-22">
            <a:extLst xmlns:a="http://schemas.openxmlformats.org/drawingml/2006/main">
              <a:ext uri="{FF2B5EF4-FFF2-40B4-BE49-F238E27FC236}">
                <a16:creationId xmlns:a16="http://schemas.microsoft.com/office/drawing/2014/main" id="{5A6817F6-D0E2-4D90-9F17-8E6A464ACEFA}"/>
              </a:ext>
            </a:extLst>
          </p:cNvPr>
          <p:cNvSpPr>
            <a:spLocks xmlns:a="http://schemas.openxmlformats.org/drawingml/2006/main" noGrp="1"/>
          </p:cNvSpPr>
          <p:nvPr/>
        </p:nvSpPr>
        <p:spPr>
          <a:xfrm xmlns:a="http://schemas.openxmlformats.org/drawingml/2006/main">
            <a:off x="10001250" y="6496050"/>
            <a:ext cx="4438650" cy="3983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32E38"/>
                </a:solidFill>
                <a:latin typeface="Aptos"/>
                <a:ea typeface="Aptos"/>
                <a:cs typeface="Aptos"/>
              </a:defRPr>
            </a:defPPr>
            <a:lvl1pPr algn="l">
              <a:buNone/>
              <a:defRPr sz="2325" b="1">
                <a:solidFill>
                  <a:srgbClr val="132E38"/>
                </a:solidFill>
                <a:latin typeface="Aptos"/>
                <a:ea typeface="Aptos"/>
                <a:cs typeface="Aptos"/>
              </a:defRPr>
            </a:lvl1pPr>
            <a:lvl2pPr algn="l">
              <a:buNone/>
              <a:defRPr sz="2325" b="1">
                <a:solidFill>
                  <a:srgbClr val="132E38"/>
                </a:solidFill>
                <a:latin typeface="Aptos"/>
                <a:ea typeface="Aptos"/>
                <a:cs typeface="Aptos"/>
              </a:defRPr>
            </a:lvl2pPr>
            <a:lvl3pPr algn="l">
              <a:buNone/>
              <a:defRPr sz="2325" b="1">
                <a:solidFill>
                  <a:srgbClr val="132E38"/>
                </a:solidFill>
                <a:latin typeface="Aptos"/>
                <a:ea typeface="Aptos"/>
                <a:cs typeface="Aptos"/>
              </a:defRPr>
            </a:lvl3pPr>
            <a:lvl4pPr algn="l">
              <a:buNone/>
              <a:defRPr sz="2325" b="1">
                <a:solidFill>
                  <a:srgbClr val="132E38"/>
                </a:solidFill>
                <a:latin typeface="Aptos"/>
                <a:ea typeface="Aptos"/>
                <a:cs typeface="Aptos"/>
              </a:defRPr>
            </a:lvl4pPr>
            <a:lvl5pPr algn="l">
              <a:buNone/>
              <a:defRPr sz="2325" b="1">
                <a:solidFill>
                  <a:srgbClr val="132E38"/>
                </a:solidFill>
                <a:latin typeface="Aptos"/>
                <a:ea typeface="Aptos"/>
                <a:cs typeface="Aptos"/>
              </a:defRPr>
            </a:lvl5pPr>
            <a:lvl6pPr algn="l">
              <a:buNone/>
              <a:defRPr sz="2325" b="1">
                <a:solidFill>
                  <a:srgbClr val="132E38"/>
                </a:solidFill>
                <a:latin typeface="Aptos"/>
                <a:ea typeface="Aptos"/>
                <a:cs typeface="Aptos"/>
              </a:defRPr>
            </a:lvl6pPr>
            <a:lvl7pPr algn="l">
              <a:buNone/>
              <a:defRPr sz="2325" b="1">
                <a:solidFill>
                  <a:srgbClr val="132E38"/>
                </a:solidFill>
                <a:latin typeface="Aptos"/>
                <a:ea typeface="Aptos"/>
                <a:cs typeface="Aptos"/>
              </a:defRPr>
            </a:lvl7pPr>
            <a:lvl8pPr algn="l">
              <a:buNone/>
              <a:defRPr sz="2325" b="1">
                <a:solidFill>
                  <a:srgbClr val="132E38"/>
                </a:solidFill>
                <a:latin typeface="Aptos"/>
                <a:ea typeface="Aptos"/>
                <a:cs typeface="Aptos"/>
              </a:defRPr>
            </a:lvl8pPr>
            <a:lvl9pPr algn="l">
              <a:buNone/>
              <a:defRPr sz="2325" b="1">
                <a:solidFill>
                  <a:srgbClr val="132E38"/>
                </a:solidFill>
                <a:latin typeface="Aptos"/>
                <a:ea typeface="Aptos"/>
                <a:cs typeface="Aptos"/>
              </a:defRPr>
            </a:lvl9pPr>
          </a:lstStyle>
          <a:p xmlns:a="http://schemas.openxmlformats.org/drawingml/2006/main">
            <a:pPr algn="l">
              <a:buNone/>
              <a:defRPr sz="2325" b="1">
                <a:solidFill>
                  <a:srgbClr val="132E38"/>
                </a:solidFill>
                <a:latin typeface="Aptos"/>
                <a:ea typeface="Aptos"/>
                <a:cs typeface="Aptos"/>
              </a:defRPr>
            </a:pPr>
            <a:r>
              <a:rPr sz="2325" b="1">
                <a:solidFill>
                  <a:srgbClr val="132E38"/>
                </a:solidFill>
                <a:latin typeface="Aptos"/>
                <a:ea typeface="Aptos"/>
                <a:cs typeface="Aptos"/>
              </a:rPr>
              <a:t>Deferred adapters</a:t>
            </a:r>
          </a:p>
        </p:txBody>
      </p:sp>
      <p:sp>
        <p:nvSpPr>
          <p:cNvPr id="19" name="partner-text-23">
            <a:extLst xmlns:a="http://schemas.openxmlformats.org/drawingml/2006/main">
              <a:ext uri="{FF2B5EF4-FFF2-40B4-BE49-F238E27FC236}">
                <a16:creationId xmlns:a16="http://schemas.microsoft.com/office/drawing/2014/main" id="{125E7553-4239-4D03-B7C1-20303550273E}"/>
              </a:ext>
            </a:extLst>
          </p:cNvPr>
          <p:cNvSpPr>
            <a:spLocks xmlns:a="http://schemas.openxmlformats.org/drawingml/2006/main" noGrp="1"/>
          </p:cNvSpPr>
          <p:nvPr/>
        </p:nvSpPr>
        <p:spPr>
          <a:xfrm xmlns:a="http://schemas.openxmlformats.org/drawingml/2006/main">
            <a:off x="10001250" y="6903911"/>
            <a:ext cx="44386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4A6572"/>
                </a:solidFill>
                <a:latin typeface="Aptos"/>
                <a:ea typeface="Aptos"/>
                <a:cs typeface="Aptos"/>
              </a:defRPr>
            </a:defPPr>
            <a:lvl1pPr algn="l">
              <a:buNone/>
              <a:defRPr sz="1875" b="0">
                <a:solidFill>
                  <a:srgbClr val="4A6572"/>
                </a:solidFill>
                <a:latin typeface="Aptos"/>
                <a:ea typeface="Aptos"/>
                <a:cs typeface="Aptos"/>
              </a:defRPr>
            </a:lvl1pPr>
            <a:lvl2pPr algn="l">
              <a:buNone/>
              <a:defRPr sz="1875" b="0">
                <a:solidFill>
                  <a:srgbClr val="4A6572"/>
                </a:solidFill>
                <a:latin typeface="Aptos"/>
                <a:ea typeface="Aptos"/>
                <a:cs typeface="Aptos"/>
              </a:defRPr>
            </a:lvl2pPr>
            <a:lvl3pPr algn="l">
              <a:buNone/>
              <a:defRPr sz="1875" b="0">
                <a:solidFill>
                  <a:srgbClr val="4A6572"/>
                </a:solidFill>
                <a:latin typeface="Aptos"/>
                <a:ea typeface="Aptos"/>
                <a:cs typeface="Aptos"/>
              </a:defRPr>
            </a:lvl3pPr>
            <a:lvl4pPr algn="l">
              <a:buNone/>
              <a:defRPr sz="1875" b="0">
                <a:solidFill>
                  <a:srgbClr val="4A6572"/>
                </a:solidFill>
                <a:latin typeface="Aptos"/>
                <a:ea typeface="Aptos"/>
                <a:cs typeface="Aptos"/>
              </a:defRPr>
            </a:lvl4pPr>
            <a:lvl5pPr algn="l">
              <a:buNone/>
              <a:defRPr sz="1875" b="0">
                <a:solidFill>
                  <a:srgbClr val="4A6572"/>
                </a:solidFill>
                <a:latin typeface="Aptos"/>
                <a:ea typeface="Aptos"/>
                <a:cs typeface="Aptos"/>
              </a:defRPr>
            </a:lvl5pPr>
            <a:lvl6pPr algn="l">
              <a:buNone/>
              <a:defRPr sz="1875" b="0">
                <a:solidFill>
                  <a:srgbClr val="4A6572"/>
                </a:solidFill>
                <a:latin typeface="Aptos"/>
                <a:ea typeface="Aptos"/>
                <a:cs typeface="Aptos"/>
              </a:defRPr>
            </a:lvl6pPr>
            <a:lvl7pPr algn="l">
              <a:buNone/>
              <a:defRPr sz="1875" b="0">
                <a:solidFill>
                  <a:srgbClr val="4A6572"/>
                </a:solidFill>
                <a:latin typeface="Aptos"/>
                <a:ea typeface="Aptos"/>
                <a:cs typeface="Aptos"/>
              </a:defRPr>
            </a:lvl7pPr>
            <a:lvl8pPr algn="l">
              <a:buNone/>
              <a:defRPr sz="1875" b="0">
                <a:solidFill>
                  <a:srgbClr val="4A6572"/>
                </a:solidFill>
                <a:latin typeface="Aptos"/>
                <a:ea typeface="Aptos"/>
                <a:cs typeface="Aptos"/>
              </a:defRPr>
            </a:lvl8pPr>
            <a:lvl9pPr algn="l">
              <a:buNone/>
              <a:defRPr sz="1875" b="0">
                <a:solidFill>
                  <a:srgbClr val="4A6572"/>
                </a:solidFill>
                <a:latin typeface="Aptos"/>
                <a:ea typeface="Aptos"/>
                <a:cs typeface="Aptos"/>
              </a:defRPr>
            </a:lvl9pPr>
          </a:lstStyle>
          <a:p xmlns:a="http://schemas.openxmlformats.org/drawingml/2006/main">
            <a:pPr algn="l">
              <a:buNone/>
              <a:defRPr sz="1875" b="0">
                <a:solidFill>
                  <a:srgbClr val="4A6572"/>
                </a:solidFill>
                <a:latin typeface="Aptos"/>
                <a:ea typeface="Aptos"/>
                <a:cs typeface="Aptos"/>
              </a:defRPr>
            </a:pPr>
            <a:r>
              <a:rPr sz="1875" b="0">
                <a:solidFill>
                  <a:srgbClr val="4A6572"/>
                </a:solidFill>
                <a:latin typeface="Aptos"/>
                <a:ea typeface="Aptos"/>
                <a:cs typeface="Aptos"/>
              </a:rPr>
              <a:t>Helix and Y2</a:t>
            </a:r>
          </a:p>
          <a:p xmlns:a="http://schemas.openxmlformats.org/drawingml/2006/main">
            <a:pPr algn="l">
              <a:buNone/>
              <a:defRPr sz="1875" b="0">
                <a:solidFill>
                  <a:srgbClr val="4A6572"/>
                </a:solidFill>
                <a:latin typeface="Aptos"/>
                <a:ea typeface="Aptos"/>
                <a:cs typeface="Aptos"/>
              </a:defRPr>
            </a:pPr>
            <a:r>
              <a:rPr sz="1875" b="0">
                <a:solidFill>
                  <a:srgbClr val="4A6572"/>
                </a:solidFill>
                <a:latin typeface="Aptos"/>
                <a:ea typeface="Aptos"/>
                <a:cs typeface="Aptos"/>
              </a:rPr>
              <a:t>Reversible, not Wednesday</a:t>
            </a:r>
          </a:p>
        </p:txBody>
      </p:sp>
      <p:cxnSp>
        <p:nvCxnSpPr>
          <p:cNvPr id="20" name="partner-flow-24">
            <a:extLst xmlns:a="http://schemas.openxmlformats.org/drawingml/2006/main">
              <a:ext uri="{FF2B5EF4-FFF2-40B4-BE49-F238E27FC236}">
                <a16:creationId xmlns:a16="http://schemas.microsoft.com/office/drawing/2014/main" id="{55BE9F48-850A-4719-BAD8-BB13475829BA}"/>
              </a:ext>
            </a:extLst>
          </p:cNvPr>
          <p:cNvCxnSpPr/>
          <p:nvPr/>
        </p:nvCxnSpPr>
        <p:spPr>
          <a:xfrm xmlns:a="http://schemas.openxmlformats.org/drawingml/2006/main" flipH="0" flipV="0">
            <a:off x="5715000" y="5048250"/>
            <a:ext cx="0" cy="714375"/>
          </a:xfrm>
          <a:prstGeom xmlns:a="http://schemas.openxmlformats.org/drawingml/2006/main" prst="straightConnector1">
            <a:avLst/>
          </a:prstGeom>
          <a:ln xmlns:a="http://schemas.openxmlformats.org/drawingml/2006/main" w="23813">
            <a:solidFill>
              <a:srgbClr val="157D80"/>
            </a:solidFill>
            <a:prstDash val="dash"/>
          </a:ln>
        </p:spPr>
      </p:cxnSp>
      <p:cxnSp>
        <p:nvCxnSpPr>
          <p:cNvPr id="21" name="partner-flow-25">
            <a:extLst xmlns:a="http://schemas.openxmlformats.org/drawingml/2006/main">
              <a:ext uri="{FF2B5EF4-FFF2-40B4-BE49-F238E27FC236}">
                <a16:creationId xmlns:a16="http://schemas.microsoft.com/office/drawing/2014/main" id="{4B82C371-FB07-4615-99C1-A8A06B45D679}"/>
              </a:ext>
            </a:extLst>
          </p:cNvPr>
          <p:cNvCxnSpPr/>
          <p:nvPr/>
        </p:nvCxnSpPr>
        <p:spPr>
          <a:xfrm xmlns:a="http://schemas.openxmlformats.org/drawingml/2006/main" flipH="0" flipV="0">
            <a:off x="5715000" y="5762625"/>
            <a:ext cx="6505575" cy="0"/>
          </a:xfrm>
          <a:prstGeom xmlns:a="http://schemas.openxmlformats.org/drawingml/2006/main" prst="straightConnector1">
            <a:avLst/>
          </a:prstGeom>
          <a:ln xmlns:a="http://schemas.openxmlformats.org/drawingml/2006/main" w="23813">
            <a:solidFill>
              <a:srgbClr val="157D80"/>
            </a:solidFill>
            <a:prstDash val="dash"/>
          </a:ln>
        </p:spPr>
      </p:cxnSp>
      <p:cxnSp>
        <p:nvCxnSpPr>
          <p:cNvPr id="22" name="partner-flow-26">
            <a:extLst xmlns:a="http://schemas.openxmlformats.org/drawingml/2006/main">
              <a:ext uri="{FF2B5EF4-FFF2-40B4-BE49-F238E27FC236}">
                <a16:creationId xmlns:a16="http://schemas.microsoft.com/office/drawing/2014/main" id="{AF833F3E-9D17-4EA9-86D6-DEBA212CEFC6}"/>
              </a:ext>
            </a:extLst>
          </p:cNvPr>
          <p:cNvCxnSpPr/>
          <p:nvPr/>
        </p:nvCxnSpPr>
        <p:spPr>
          <a:xfrm xmlns:a="http://schemas.openxmlformats.org/drawingml/2006/main" flipH="0" flipV="0">
            <a:off x="12220575" y="5762625"/>
            <a:ext cx="0" cy="571500"/>
          </a:xfrm>
          <a:prstGeom xmlns:a="http://schemas.openxmlformats.org/drawingml/2006/main" prst="straightConnector1">
            <a:avLst/>
          </a:prstGeom>
          <a:ln xmlns:a="http://schemas.openxmlformats.org/drawingml/2006/main" w="23813">
            <a:solidFill>
              <a:srgbClr val="157D80"/>
            </a:solidFill>
            <a:prstDash val="dash"/>
            <a:tailEnd type="triangle" w="med" len="med"/>
          </a:ln>
        </p:spPr>
      </p:cxnSp>
      <p:sp>
        <p:nvSpPr>
          <p:cNvPr id="23" name="partner-text-27">
            <a:extLst xmlns:a="http://schemas.openxmlformats.org/drawingml/2006/main">
              <a:ext uri="{FF2B5EF4-FFF2-40B4-BE49-F238E27FC236}">
                <a16:creationId xmlns:a16="http://schemas.microsoft.com/office/drawing/2014/main" id="{597B8127-3B37-4AED-BFCE-07B971A0F383}"/>
              </a:ext>
            </a:extLst>
          </p:cNvPr>
          <p:cNvSpPr>
            <a:spLocks xmlns:a="http://schemas.openxmlformats.org/drawingml/2006/main" noGrp="1"/>
          </p:cNvSpPr>
          <p:nvPr/>
        </p:nvSpPr>
        <p:spPr>
          <a:xfrm xmlns:a="http://schemas.openxmlformats.org/drawingml/2006/main">
            <a:off x="7200900" y="5172075"/>
            <a:ext cx="3905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800" b="0">
                <a:solidFill>
                  <a:srgbClr val="4A6572"/>
                </a:solidFill>
                <a:latin typeface="Aptos"/>
                <a:ea typeface="Aptos"/>
                <a:cs typeface="Aptos"/>
              </a:defRPr>
            </a:defPPr>
            <a:lvl1pPr algn="ctr">
              <a:buNone/>
              <a:defRPr sz="1800" b="0">
                <a:solidFill>
                  <a:srgbClr val="4A6572"/>
                </a:solidFill>
                <a:latin typeface="Aptos"/>
                <a:ea typeface="Aptos"/>
                <a:cs typeface="Aptos"/>
              </a:defRPr>
            </a:lvl1pPr>
            <a:lvl2pPr algn="ctr">
              <a:buNone/>
              <a:defRPr sz="1800" b="0">
                <a:solidFill>
                  <a:srgbClr val="4A6572"/>
                </a:solidFill>
                <a:latin typeface="Aptos"/>
                <a:ea typeface="Aptos"/>
                <a:cs typeface="Aptos"/>
              </a:defRPr>
            </a:lvl2pPr>
            <a:lvl3pPr algn="ctr">
              <a:buNone/>
              <a:defRPr sz="1800" b="0">
                <a:solidFill>
                  <a:srgbClr val="4A6572"/>
                </a:solidFill>
                <a:latin typeface="Aptos"/>
                <a:ea typeface="Aptos"/>
                <a:cs typeface="Aptos"/>
              </a:defRPr>
            </a:lvl3pPr>
            <a:lvl4pPr algn="ctr">
              <a:buNone/>
              <a:defRPr sz="1800" b="0">
                <a:solidFill>
                  <a:srgbClr val="4A6572"/>
                </a:solidFill>
                <a:latin typeface="Aptos"/>
                <a:ea typeface="Aptos"/>
                <a:cs typeface="Aptos"/>
              </a:defRPr>
            </a:lvl4pPr>
            <a:lvl5pPr algn="ctr">
              <a:buNone/>
              <a:defRPr sz="1800" b="0">
                <a:solidFill>
                  <a:srgbClr val="4A6572"/>
                </a:solidFill>
                <a:latin typeface="Aptos"/>
                <a:ea typeface="Aptos"/>
                <a:cs typeface="Aptos"/>
              </a:defRPr>
            </a:lvl5pPr>
            <a:lvl6pPr algn="ctr">
              <a:buNone/>
              <a:defRPr sz="1800" b="0">
                <a:solidFill>
                  <a:srgbClr val="4A6572"/>
                </a:solidFill>
                <a:latin typeface="Aptos"/>
                <a:ea typeface="Aptos"/>
                <a:cs typeface="Aptos"/>
              </a:defRPr>
            </a:lvl6pPr>
            <a:lvl7pPr algn="ctr">
              <a:buNone/>
              <a:defRPr sz="1800" b="0">
                <a:solidFill>
                  <a:srgbClr val="4A6572"/>
                </a:solidFill>
                <a:latin typeface="Aptos"/>
                <a:ea typeface="Aptos"/>
                <a:cs typeface="Aptos"/>
              </a:defRPr>
            </a:lvl7pPr>
            <a:lvl8pPr algn="ctr">
              <a:buNone/>
              <a:defRPr sz="1800" b="0">
                <a:solidFill>
                  <a:srgbClr val="4A6572"/>
                </a:solidFill>
                <a:latin typeface="Aptos"/>
                <a:ea typeface="Aptos"/>
                <a:cs typeface="Aptos"/>
              </a:defRPr>
            </a:lvl8pPr>
            <a:lvl9pPr algn="ctr">
              <a:buNone/>
              <a:defRPr sz="1800" b="0">
                <a:solidFill>
                  <a:srgbClr val="4A6572"/>
                </a:solidFill>
                <a:latin typeface="Aptos"/>
                <a:ea typeface="Aptos"/>
                <a:cs typeface="Aptos"/>
              </a:defRPr>
            </a:lvl9pPr>
          </a:lstStyle>
          <a:p xmlns:a="http://schemas.openxmlformats.org/drawingml/2006/main">
            <a:pPr algn="ctr">
              <a:buNone/>
              <a:defRPr sz="1800" b="0">
                <a:solidFill>
                  <a:srgbClr val="4A6572"/>
                </a:solidFill>
                <a:latin typeface="Aptos"/>
                <a:ea typeface="Aptos"/>
                <a:cs typeface="Aptos"/>
              </a:defRPr>
            </a:pPr>
            <a:r>
              <a:rPr sz="1800" b="0">
                <a:solidFill>
                  <a:srgbClr val="4A6572"/>
                </a:solidFill>
                <a:latin typeface="Aptos"/>
                <a:ea typeface="Aptos"/>
                <a:cs typeface="Aptos"/>
              </a:rPr>
              <a:t>Future adapter path</a:t>
            </a:r>
          </a:p>
          <a:p xmlns:a="http://schemas.openxmlformats.org/drawingml/2006/main">
            <a:pPr algn="ctr">
              <a:buNone/>
              <a:defRPr sz="1800" b="0">
                <a:solidFill>
                  <a:srgbClr val="4A6572"/>
                </a:solidFill>
                <a:latin typeface="Aptos"/>
                <a:ea typeface="Aptos"/>
                <a:cs typeface="Aptos"/>
              </a:defRPr>
            </a:pPr>
            <a:r>
              <a:rPr sz="1800" b="0">
                <a:solidFill>
                  <a:srgbClr val="4A6572"/>
                </a:solidFill>
                <a:latin typeface="Aptos"/>
                <a:ea typeface="Aptos"/>
                <a:cs typeface="Aptos"/>
              </a:rPr>
              <a:t>Not a demo dependency</a:t>
            </a:r>
          </a:p>
        </p:txBody>
      </p:sp>
      <p:sp>
        <p:nvSpPr>
          <p:cNvPr id="24" name="partner-text-28">
            <a:extLst xmlns:a="http://schemas.openxmlformats.org/drawingml/2006/main">
              <a:ext uri="{FF2B5EF4-FFF2-40B4-BE49-F238E27FC236}">
                <a16:creationId xmlns:a16="http://schemas.microsoft.com/office/drawing/2014/main" id="{75011ED0-C4B7-41DF-B653-DB10117B2406}"/>
              </a:ext>
            </a:extLst>
          </p:cNvPr>
          <p:cNvSpPr>
            <a:spLocks xmlns:a="http://schemas.openxmlformats.org/drawingml/2006/main" noGrp="1"/>
          </p:cNvSpPr>
          <p:nvPr/>
        </p:nvSpPr>
        <p:spPr>
          <a:xfrm xmlns:a="http://schemas.openxmlformats.org/drawingml/2006/main">
            <a:off x="4905375" y="6572250"/>
            <a:ext cx="4286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875" b="0">
                <a:solidFill>
                  <a:srgbClr val="4A6572"/>
                </a:solidFill>
                <a:latin typeface="Aptos"/>
                <a:ea typeface="Aptos"/>
                <a:cs typeface="Aptos"/>
              </a:defRPr>
            </a:defPPr>
            <a:lvl1pPr algn="ctr">
              <a:buNone/>
              <a:defRPr sz="1875" b="0">
                <a:solidFill>
                  <a:srgbClr val="4A6572"/>
                </a:solidFill>
                <a:latin typeface="Aptos"/>
                <a:ea typeface="Aptos"/>
                <a:cs typeface="Aptos"/>
              </a:defRPr>
            </a:lvl1pPr>
            <a:lvl2pPr algn="ctr">
              <a:buNone/>
              <a:defRPr sz="1875" b="0">
                <a:solidFill>
                  <a:srgbClr val="4A6572"/>
                </a:solidFill>
                <a:latin typeface="Aptos"/>
                <a:ea typeface="Aptos"/>
                <a:cs typeface="Aptos"/>
              </a:defRPr>
            </a:lvl2pPr>
            <a:lvl3pPr algn="ctr">
              <a:buNone/>
              <a:defRPr sz="1875" b="0">
                <a:solidFill>
                  <a:srgbClr val="4A6572"/>
                </a:solidFill>
                <a:latin typeface="Aptos"/>
                <a:ea typeface="Aptos"/>
                <a:cs typeface="Aptos"/>
              </a:defRPr>
            </a:lvl3pPr>
            <a:lvl4pPr algn="ctr">
              <a:buNone/>
              <a:defRPr sz="1875" b="0">
                <a:solidFill>
                  <a:srgbClr val="4A6572"/>
                </a:solidFill>
                <a:latin typeface="Aptos"/>
                <a:ea typeface="Aptos"/>
                <a:cs typeface="Aptos"/>
              </a:defRPr>
            </a:lvl4pPr>
            <a:lvl5pPr algn="ctr">
              <a:buNone/>
              <a:defRPr sz="1875" b="0">
                <a:solidFill>
                  <a:srgbClr val="4A6572"/>
                </a:solidFill>
                <a:latin typeface="Aptos"/>
                <a:ea typeface="Aptos"/>
                <a:cs typeface="Aptos"/>
              </a:defRPr>
            </a:lvl5pPr>
            <a:lvl6pPr algn="ctr">
              <a:buNone/>
              <a:defRPr sz="1875" b="0">
                <a:solidFill>
                  <a:srgbClr val="4A6572"/>
                </a:solidFill>
                <a:latin typeface="Aptos"/>
                <a:ea typeface="Aptos"/>
                <a:cs typeface="Aptos"/>
              </a:defRPr>
            </a:lvl6pPr>
            <a:lvl7pPr algn="ctr">
              <a:buNone/>
              <a:defRPr sz="1875" b="0">
                <a:solidFill>
                  <a:srgbClr val="4A6572"/>
                </a:solidFill>
                <a:latin typeface="Aptos"/>
                <a:ea typeface="Aptos"/>
                <a:cs typeface="Aptos"/>
              </a:defRPr>
            </a:lvl7pPr>
            <a:lvl8pPr algn="ctr">
              <a:buNone/>
              <a:defRPr sz="1875" b="0">
                <a:solidFill>
                  <a:srgbClr val="4A6572"/>
                </a:solidFill>
                <a:latin typeface="Aptos"/>
                <a:ea typeface="Aptos"/>
                <a:cs typeface="Aptos"/>
              </a:defRPr>
            </a:lvl8pPr>
            <a:lvl9pPr algn="ctr">
              <a:buNone/>
              <a:defRPr sz="1875" b="0">
                <a:solidFill>
                  <a:srgbClr val="4A6572"/>
                </a:solidFill>
                <a:latin typeface="Aptos"/>
                <a:ea typeface="Aptos"/>
                <a:cs typeface="Aptos"/>
              </a:defRPr>
            </a:lvl9pPr>
          </a:lstStyle>
          <a:p xmlns:a="http://schemas.openxmlformats.org/drawingml/2006/main">
            <a:pPr algn="ctr">
              <a:buNone/>
              <a:defRPr sz="1875" b="0">
                <a:solidFill>
                  <a:srgbClr val="4A6572"/>
                </a:solidFill>
                <a:latin typeface="Aptos"/>
                <a:ea typeface="Aptos"/>
                <a:cs typeface="Aptos"/>
              </a:defRPr>
            </a:pPr>
            <a:r>
              <a:rPr sz="1875" b="0">
                <a:solidFill>
                  <a:srgbClr val="4A6572"/>
                </a:solidFill>
                <a:latin typeface="Aptos"/>
                <a:ea typeface="Aptos"/>
                <a:cs typeface="Aptos"/>
              </a:rPr>
              <a:t>SQL integration is selected</a:t>
            </a:r>
          </a:p>
          <a:p xmlns:a="http://schemas.openxmlformats.org/drawingml/2006/main">
            <a:pPr algn="ctr">
              <a:buNone/>
              <a:defRPr sz="1875" b="0">
                <a:solidFill>
                  <a:srgbClr val="4A6572"/>
                </a:solidFill>
                <a:latin typeface="Aptos"/>
                <a:ea typeface="Aptos"/>
                <a:cs typeface="Aptos"/>
              </a:defRPr>
            </a:pPr>
            <a:r>
              <a:rPr sz="1875" b="0">
                <a:solidFill>
                  <a:srgbClr val="4A6572"/>
                </a:solidFill>
                <a:latin typeface="Aptos"/>
                <a:ea typeface="Aptos"/>
                <a:cs typeface="Aptos"/>
              </a:rPr>
              <a:t>Not claimed deployed</a:t>
            </a:r>
          </a:p>
        </p:txBody>
      </p:sp>
      <p:sp>
        <p:nvSpPr>
          <p:cNvPr id="25" name="partner-text-29">
            <a:extLst xmlns:a="http://schemas.openxmlformats.org/drawingml/2006/main">
              <a:ext uri="{FF2B5EF4-FFF2-40B4-BE49-F238E27FC236}">
                <a16:creationId xmlns:a16="http://schemas.microsoft.com/office/drawing/2014/main" id="{C2939154-352F-43C8-BBEC-DB3542370E00}"/>
              </a:ext>
            </a:extLst>
          </p:cNvPr>
          <p:cNvSpPr>
            <a:spLocks xmlns:a="http://schemas.openxmlformats.org/drawingml/2006/main" noGrp="1"/>
          </p:cNvSpPr>
          <p:nvPr/>
        </p:nvSpPr>
        <p:spPr>
          <a:xfrm xmlns:a="http://schemas.openxmlformats.org/drawingml/2006/main">
            <a:off x="9810750" y="7781925"/>
            <a:ext cx="4819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4A6572"/>
                </a:solidFill>
                <a:latin typeface="Aptos"/>
                <a:ea typeface="Aptos"/>
                <a:cs typeface="Aptos"/>
              </a:defRPr>
            </a:defPPr>
            <a:lvl1pPr algn="l">
              <a:buNone/>
              <a:defRPr sz="1725" b="0">
                <a:solidFill>
                  <a:srgbClr val="4A6572"/>
                </a:solidFill>
                <a:latin typeface="Aptos"/>
                <a:ea typeface="Aptos"/>
                <a:cs typeface="Aptos"/>
              </a:defRPr>
            </a:lvl1pPr>
            <a:lvl2pPr algn="l">
              <a:buNone/>
              <a:defRPr sz="1725" b="0">
                <a:solidFill>
                  <a:srgbClr val="4A6572"/>
                </a:solidFill>
                <a:latin typeface="Aptos"/>
                <a:ea typeface="Aptos"/>
                <a:cs typeface="Aptos"/>
              </a:defRPr>
            </a:lvl2pPr>
            <a:lvl3pPr algn="l">
              <a:buNone/>
              <a:defRPr sz="1725" b="0">
                <a:solidFill>
                  <a:srgbClr val="4A6572"/>
                </a:solidFill>
                <a:latin typeface="Aptos"/>
                <a:ea typeface="Aptos"/>
                <a:cs typeface="Aptos"/>
              </a:defRPr>
            </a:lvl3pPr>
            <a:lvl4pPr algn="l">
              <a:buNone/>
              <a:defRPr sz="1725" b="0">
                <a:solidFill>
                  <a:srgbClr val="4A6572"/>
                </a:solidFill>
                <a:latin typeface="Aptos"/>
                <a:ea typeface="Aptos"/>
                <a:cs typeface="Aptos"/>
              </a:defRPr>
            </a:lvl4pPr>
            <a:lvl5pPr algn="l">
              <a:buNone/>
              <a:defRPr sz="1725" b="0">
                <a:solidFill>
                  <a:srgbClr val="4A6572"/>
                </a:solidFill>
                <a:latin typeface="Aptos"/>
                <a:ea typeface="Aptos"/>
                <a:cs typeface="Aptos"/>
              </a:defRPr>
            </a:lvl5pPr>
            <a:lvl6pPr algn="l">
              <a:buNone/>
              <a:defRPr sz="1725" b="0">
                <a:solidFill>
                  <a:srgbClr val="4A6572"/>
                </a:solidFill>
                <a:latin typeface="Aptos"/>
                <a:ea typeface="Aptos"/>
                <a:cs typeface="Aptos"/>
              </a:defRPr>
            </a:lvl6pPr>
            <a:lvl7pPr algn="l">
              <a:buNone/>
              <a:defRPr sz="1725" b="0">
                <a:solidFill>
                  <a:srgbClr val="4A6572"/>
                </a:solidFill>
                <a:latin typeface="Aptos"/>
                <a:ea typeface="Aptos"/>
                <a:cs typeface="Aptos"/>
              </a:defRPr>
            </a:lvl7pPr>
            <a:lvl8pPr algn="l">
              <a:buNone/>
              <a:defRPr sz="1725" b="0">
                <a:solidFill>
                  <a:srgbClr val="4A6572"/>
                </a:solidFill>
                <a:latin typeface="Aptos"/>
                <a:ea typeface="Aptos"/>
                <a:cs typeface="Aptos"/>
              </a:defRPr>
            </a:lvl8pPr>
            <a:lvl9pPr algn="l">
              <a:buNone/>
              <a:defRPr sz="1725" b="0">
                <a:solidFill>
                  <a:srgbClr val="4A6572"/>
                </a:solidFill>
                <a:latin typeface="Aptos"/>
                <a:ea typeface="Aptos"/>
                <a:cs typeface="Aptos"/>
              </a:defRPr>
            </a:lvl9pPr>
          </a:lstStyle>
          <a:p xmlns:a="http://schemas.openxmlformats.org/drawingml/2006/main">
            <a:pPr algn="l">
              <a:buNone/>
              <a:defRPr sz="1725" b="0">
                <a:solidFill>
                  <a:srgbClr val="4A6572"/>
                </a:solidFill>
                <a:latin typeface="Aptos"/>
                <a:ea typeface="Aptos"/>
                <a:cs typeface="Aptos"/>
              </a:defRPr>
            </a:pPr>
            <a:r>
              <a:rPr sz="1725" b="0">
                <a:solidFill>
                  <a:srgbClr val="4A6572"/>
                </a:solidFill>
                <a:latin typeface="Aptos"/>
                <a:ea typeface="Aptos"/>
                <a:cs typeface="Aptos"/>
              </a:rPr>
              <a:t>Deferred from the critical path</a:t>
            </a:r>
          </a:p>
        </p:txBody>
      </p:sp>
    </p:spTree>
    <p:extLst>
      <p:ext uri="{BB962C8B-B14F-4D97-AF65-F5344CB8AC3E}">
        <p14:creationId xmlns:p14="http://schemas.microsoft.com/office/powerpoint/2010/main" val="2108005505"/>
      </p:ext>
    </p:extLst>
  </p:cSld>
</p:sld>
</file>

<file path=ppt/slides/slide7.xml><?xml version="1.0" encoding="utf-8"?>
<p:sld xmlns:p="http://schemas.openxmlformats.org/presentationml/2006/main">
  <p:cSld>
    <p:bg>
      <p:bgPr>
        <a:solidFill xmlns:a="http://schemas.openxmlformats.org/drawingml/2006/main">
          <a:srgbClr val="F6F5F0"/>
        </a:solidFill>
      </p:bgPr>
    </p:bg>
    <p:spTree>
      <p:nvGrpSpPr>
        <p:cNvPr id="1" name=""/>
        <p:cNvGrpSpPr/>
        <p:nvPr/>
      </p:nvGrpSpPr>
      <p:grpSpPr>
        <a:xfrm xmlns:a="http://schemas.openxmlformats.org/drawingml/2006/main"/>
      </p:grpSpPr>
      <p:sp>
        <p:nvSpPr>
          <p:cNvPr id="31" name="partner-text-30">
            <a:extLst xmlns:a="http://schemas.openxmlformats.org/drawingml/2006/main">
              <a:ext uri="{FF2B5EF4-FFF2-40B4-BE49-F238E27FC236}">
                <a16:creationId xmlns:a16="http://schemas.microsoft.com/office/drawing/2014/main" id="{D9F6F098-606C-4753-8F35-53882B59748D}"/>
              </a:ext>
            </a:extLst>
          </p:cNvPr>
          <p:cNvSpPr>
            <a:spLocks xmlns:a="http://schemas.openxmlformats.org/drawingml/2006/main" noGrp="1"/>
          </p:cNvSpPr>
          <p:nvPr/>
        </p:nvSpPr>
        <p:spPr>
          <a:xfrm xmlns:a="http://schemas.openxmlformats.org/drawingml/2006/main">
            <a:off x="609600" y="514350"/>
            <a:ext cx="14020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600" b="1">
                <a:solidFill>
                  <a:srgbClr val="132E38"/>
                </a:solidFill>
                <a:latin typeface="Aptos"/>
                <a:ea typeface="Aptos"/>
                <a:cs typeface="Aptos"/>
              </a:defRPr>
            </a:defPPr>
            <a:lvl1pPr algn="l">
              <a:buNone/>
              <a:defRPr sz="3600" b="1">
                <a:solidFill>
                  <a:srgbClr val="132E38"/>
                </a:solidFill>
                <a:latin typeface="Aptos"/>
                <a:ea typeface="Aptos"/>
                <a:cs typeface="Aptos"/>
              </a:defRPr>
            </a:lvl1pPr>
            <a:lvl2pPr algn="l">
              <a:buNone/>
              <a:defRPr sz="3600" b="1">
                <a:solidFill>
                  <a:srgbClr val="132E38"/>
                </a:solidFill>
                <a:latin typeface="Aptos"/>
                <a:ea typeface="Aptos"/>
                <a:cs typeface="Aptos"/>
              </a:defRPr>
            </a:lvl2pPr>
            <a:lvl3pPr algn="l">
              <a:buNone/>
              <a:defRPr sz="3600" b="1">
                <a:solidFill>
                  <a:srgbClr val="132E38"/>
                </a:solidFill>
                <a:latin typeface="Aptos"/>
                <a:ea typeface="Aptos"/>
                <a:cs typeface="Aptos"/>
              </a:defRPr>
            </a:lvl3pPr>
            <a:lvl4pPr algn="l">
              <a:buNone/>
              <a:defRPr sz="3600" b="1">
                <a:solidFill>
                  <a:srgbClr val="132E38"/>
                </a:solidFill>
                <a:latin typeface="Aptos"/>
                <a:ea typeface="Aptos"/>
                <a:cs typeface="Aptos"/>
              </a:defRPr>
            </a:lvl4pPr>
            <a:lvl5pPr algn="l">
              <a:buNone/>
              <a:defRPr sz="3600" b="1">
                <a:solidFill>
                  <a:srgbClr val="132E38"/>
                </a:solidFill>
                <a:latin typeface="Aptos"/>
                <a:ea typeface="Aptos"/>
                <a:cs typeface="Aptos"/>
              </a:defRPr>
            </a:lvl5pPr>
            <a:lvl6pPr algn="l">
              <a:buNone/>
              <a:defRPr sz="3600" b="1">
                <a:solidFill>
                  <a:srgbClr val="132E38"/>
                </a:solidFill>
                <a:latin typeface="Aptos"/>
                <a:ea typeface="Aptos"/>
                <a:cs typeface="Aptos"/>
              </a:defRPr>
            </a:lvl6pPr>
            <a:lvl7pPr algn="l">
              <a:buNone/>
              <a:defRPr sz="3600" b="1">
                <a:solidFill>
                  <a:srgbClr val="132E38"/>
                </a:solidFill>
                <a:latin typeface="Aptos"/>
                <a:ea typeface="Aptos"/>
                <a:cs typeface="Aptos"/>
              </a:defRPr>
            </a:lvl7pPr>
            <a:lvl8pPr algn="l">
              <a:buNone/>
              <a:defRPr sz="3600" b="1">
                <a:solidFill>
                  <a:srgbClr val="132E38"/>
                </a:solidFill>
                <a:latin typeface="Aptos"/>
                <a:ea typeface="Aptos"/>
                <a:cs typeface="Aptos"/>
              </a:defRPr>
            </a:lvl8pPr>
            <a:lvl9pPr algn="l">
              <a:buNone/>
              <a:defRPr sz="3600" b="1">
                <a:solidFill>
                  <a:srgbClr val="132E38"/>
                </a:solidFill>
                <a:latin typeface="Aptos"/>
                <a:ea typeface="Aptos"/>
                <a:cs typeface="Aptos"/>
              </a:defRPr>
            </a:lvl9pPr>
          </a:lstStyle>
          <a:p xmlns:a="http://schemas.openxmlformats.org/drawingml/2006/main">
            <a:pPr algn="l">
              <a:buNone/>
              <a:defRPr sz="3600" b="1">
                <a:solidFill>
                  <a:srgbClr val="132E38"/>
                </a:solidFill>
                <a:latin typeface="Aptos"/>
                <a:ea typeface="Aptos"/>
                <a:cs typeface="Aptos"/>
              </a:defRPr>
            </a:pPr>
            <a:r>
              <a:rPr sz="3600" b="1">
                <a:solidFill>
                  <a:srgbClr val="132E38"/>
                </a:solidFill>
                <a:latin typeface="Aptos"/>
                <a:ea typeface="Aptos"/>
                <a:cs typeface="Aptos"/>
              </a:rPr>
              <a:t>PostgreSQL knowledge and research</a:t>
            </a:r>
          </a:p>
        </p:txBody>
      </p:sp>
      <p:sp>
        <p:nvSpPr>
          <p:cNvPr id="2" name="partner-text-31">
            <a:extLst xmlns:a="http://schemas.openxmlformats.org/drawingml/2006/main">
              <a:ext uri="{FF2B5EF4-FFF2-40B4-BE49-F238E27FC236}">
                <a16:creationId xmlns:a16="http://schemas.microsoft.com/office/drawing/2014/main" id="{3C2D60C0-D3F6-4417-BBFD-1D96437A9D33}"/>
              </a:ext>
            </a:extLst>
          </p:cNvPr>
          <p:cNvSpPr>
            <a:spLocks xmlns:a="http://schemas.openxmlformats.org/drawingml/2006/main" noGrp="1"/>
          </p:cNvSpPr>
          <p:nvPr/>
        </p:nvSpPr>
        <p:spPr>
          <a:xfrm xmlns:a="http://schemas.openxmlformats.org/drawingml/2006/main">
            <a:off x="14154150" y="8020050"/>
            <a:ext cx="476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500" b="1">
                <a:solidFill>
                  <a:srgbClr val="157D80"/>
                </a:solidFill>
                <a:latin typeface="Aptos"/>
                <a:ea typeface="Aptos"/>
                <a:cs typeface="Aptos"/>
              </a:defRPr>
            </a:defPPr>
            <a:lvl1pPr algn="r">
              <a:buNone/>
              <a:defRPr sz="1500" b="1">
                <a:solidFill>
                  <a:srgbClr val="157D80"/>
                </a:solidFill>
                <a:latin typeface="Aptos"/>
                <a:ea typeface="Aptos"/>
                <a:cs typeface="Aptos"/>
              </a:defRPr>
            </a:lvl1pPr>
            <a:lvl2pPr algn="r">
              <a:buNone/>
              <a:defRPr sz="1500" b="1">
                <a:solidFill>
                  <a:srgbClr val="157D80"/>
                </a:solidFill>
                <a:latin typeface="Aptos"/>
                <a:ea typeface="Aptos"/>
                <a:cs typeface="Aptos"/>
              </a:defRPr>
            </a:lvl2pPr>
            <a:lvl3pPr algn="r">
              <a:buNone/>
              <a:defRPr sz="1500" b="1">
                <a:solidFill>
                  <a:srgbClr val="157D80"/>
                </a:solidFill>
                <a:latin typeface="Aptos"/>
                <a:ea typeface="Aptos"/>
                <a:cs typeface="Aptos"/>
              </a:defRPr>
            </a:lvl3pPr>
            <a:lvl4pPr algn="r">
              <a:buNone/>
              <a:defRPr sz="1500" b="1">
                <a:solidFill>
                  <a:srgbClr val="157D80"/>
                </a:solidFill>
                <a:latin typeface="Aptos"/>
                <a:ea typeface="Aptos"/>
                <a:cs typeface="Aptos"/>
              </a:defRPr>
            </a:lvl4pPr>
            <a:lvl5pPr algn="r">
              <a:buNone/>
              <a:defRPr sz="1500" b="1">
                <a:solidFill>
                  <a:srgbClr val="157D80"/>
                </a:solidFill>
                <a:latin typeface="Aptos"/>
                <a:ea typeface="Aptos"/>
                <a:cs typeface="Aptos"/>
              </a:defRPr>
            </a:lvl5pPr>
            <a:lvl6pPr algn="r">
              <a:buNone/>
              <a:defRPr sz="1500" b="1">
                <a:solidFill>
                  <a:srgbClr val="157D80"/>
                </a:solidFill>
                <a:latin typeface="Aptos"/>
                <a:ea typeface="Aptos"/>
                <a:cs typeface="Aptos"/>
              </a:defRPr>
            </a:lvl6pPr>
            <a:lvl7pPr algn="r">
              <a:buNone/>
              <a:defRPr sz="1500" b="1">
                <a:solidFill>
                  <a:srgbClr val="157D80"/>
                </a:solidFill>
                <a:latin typeface="Aptos"/>
                <a:ea typeface="Aptos"/>
                <a:cs typeface="Aptos"/>
              </a:defRPr>
            </a:lvl7pPr>
            <a:lvl8pPr algn="r">
              <a:buNone/>
              <a:defRPr sz="1500" b="1">
                <a:solidFill>
                  <a:srgbClr val="157D80"/>
                </a:solidFill>
                <a:latin typeface="Aptos"/>
                <a:ea typeface="Aptos"/>
                <a:cs typeface="Aptos"/>
              </a:defRPr>
            </a:lvl8pPr>
            <a:lvl9pPr algn="r">
              <a:buNone/>
              <a:defRPr sz="1500" b="1">
                <a:solidFill>
                  <a:srgbClr val="157D80"/>
                </a:solidFill>
                <a:latin typeface="Aptos"/>
                <a:ea typeface="Aptos"/>
                <a:cs typeface="Aptos"/>
              </a:defRPr>
            </a:lvl9pPr>
          </a:lstStyle>
          <a:p xmlns:a="http://schemas.openxmlformats.org/drawingml/2006/main">
            <a:pPr algn="r">
              <a:buNone/>
              <a:defRPr sz="1500" b="1">
                <a:solidFill>
                  <a:srgbClr val="157D80"/>
                </a:solidFill>
                <a:latin typeface="Aptos"/>
                <a:ea typeface="Aptos"/>
                <a:cs typeface="Aptos"/>
              </a:defRPr>
            </a:pPr>
            <a:r>
              <a:rPr sz="1500" b="1">
                <a:solidFill>
                  <a:srgbClr val="157D80"/>
                </a:solidFill>
                <a:latin typeface="Aptos"/>
                <a:ea typeface="Aptos"/>
                <a:cs typeface="Aptos"/>
              </a:rPr>
              <a:t>7</a:t>
            </a:r>
          </a:p>
        </p:txBody>
      </p:sp>
      <p:sp>
        <p:nvSpPr>
          <p:cNvPr id="3" name="partner-text-32">
            <a:extLst xmlns:a="http://schemas.openxmlformats.org/drawingml/2006/main">
              <a:ext uri="{FF2B5EF4-FFF2-40B4-BE49-F238E27FC236}">
                <a16:creationId xmlns:a16="http://schemas.microsoft.com/office/drawing/2014/main" id="{236CDD3D-5A11-42C1-B333-FC684E731BD1}"/>
              </a:ext>
            </a:extLst>
          </p:cNvPr>
          <p:cNvSpPr>
            <a:spLocks xmlns:a="http://schemas.openxmlformats.org/drawingml/2006/main" noGrp="1"/>
          </p:cNvSpPr>
          <p:nvPr/>
        </p:nvSpPr>
        <p:spPr>
          <a:xfrm xmlns:a="http://schemas.openxmlformats.org/drawingml/2006/main">
            <a:off x="609600" y="1381125"/>
            <a:ext cx="140208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4A6572"/>
                </a:solidFill>
                <a:latin typeface="Aptos"/>
                <a:ea typeface="Aptos"/>
                <a:cs typeface="Aptos"/>
              </a:defRPr>
            </a:defPPr>
            <a:lvl1pPr algn="l">
              <a:buNone/>
              <a:defRPr sz="2025" b="0">
                <a:solidFill>
                  <a:srgbClr val="4A6572"/>
                </a:solidFill>
                <a:latin typeface="Aptos"/>
                <a:ea typeface="Aptos"/>
                <a:cs typeface="Aptos"/>
              </a:defRPr>
            </a:lvl1pPr>
            <a:lvl2pPr algn="l">
              <a:buNone/>
              <a:defRPr sz="2025" b="0">
                <a:solidFill>
                  <a:srgbClr val="4A6572"/>
                </a:solidFill>
                <a:latin typeface="Aptos"/>
                <a:ea typeface="Aptos"/>
                <a:cs typeface="Aptos"/>
              </a:defRPr>
            </a:lvl2pPr>
            <a:lvl3pPr algn="l">
              <a:buNone/>
              <a:defRPr sz="2025" b="0">
                <a:solidFill>
                  <a:srgbClr val="4A6572"/>
                </a:solidFill>
                <a:latin typeface="Aptos"/>
                <a:ea typeface="Aptos"/>
                <a:cs typeface="Aptos"/>
              </a:defRPr>
            </a:lvl3pPr>
            <a:lvl4pPr algn="l">
              <a:buNone/>
              <a:defRPr sz="2025" b="0">
                <a:solidFill>
                  <a:srgbClr val="4A6572"/>
                </a:solidFill>
                <a:latin typeface="Aptos"/>
                <a:ea typeface="Aptos"/>
                <a:cs typeface="Aptos"/>
              </a:defRPr>
            </a:lvl4pPr>
            <a:lvl5pPr algn="l">
              <a:buNone/>
              <a:defRPr sz="2025" b="0">
                <a:solidFill>
                  <a:srgbClr val="4A6572"/>
                </a:solidFill>
                <a:latin typeface="Aptos"/>
                <a:ea typeface="Aptos"/>
                <a:cs typeface="Aptos"/>
              </a:defRPr>
            </a:lvl5pPr>
            <a:lvl6pPr algn="l">
              <a:buNone/>
              <a:defRPr sz="2025" b="0">
                <a:solidFill>
                  <a:srgbClr val="4A6572"/>
                </a:solidFill>
                <a:latin typeface="Aptos"/>
                <a:ea typeface="Aptos"/>
                <a:cs typeface="Aptos"/>
              </a:defRPr>
            </a:lvl6pPr>
            <a:lvl7pPr algn="l">
              <a:buNone/>
              <a:defRPr sz="2025" b="0">
                <a:solidFill>
                  <a:srgbClr val="4A6572"/>
                </a:solidFill>
                <a:latin typeface="Aptos"/>
                <a:ea typeface="Aptos"/>
                <a:cs typeface="Aptos"/>
              </a:defRPr>
            </a:lvl7pPr>
            <a:lvl8pPr algn="l">
              <a:buNone/>
              <a:defRPr sz="2025" b="0">
                <a:solidFill>
                  <a:srgbClr val="4A6572"/>
                </a:solidFill>
                <a:latin typeface="Aptos"/>
                <a:ea typeface="Aptos"/>
                <a:cs typeface="Aptos"/>
              </a:defRPr>
            </a:lvl8pPr>
            <a:lvl9pPr algn="l">
              <a:buNone/>
              <a:defRPr sz="2025" b="0">
                <a:solidFill>
                  <a:srgbClr val="4A6572"/>
                </a:solidFill>
                <a:latin typeface="Aptos"/>
                <a:ea typeface="Aptos"/>
                <a:cs typeface="Aptos"/>
              </a:defRPr>
            </a:lvl9pPr>
          </a:lstStyle>
          <a:p xmlns:a="http://schemas.openxmlformats.org/drawingml/2006/main">
            <a:pPr algn="l">
              <a:buNone/>
              <a:defRPr sz="2025" b="0">
                <a:solidFill>
                  <a:srgbClr val="4A6572"/>
                </a:solidFill>
                <a:latin typeface="Aptos"/>
                <a:ea typeface="Aptos"/>
                <a:cs typeface="Aptos"/>
              </a:defRPr>
            </a:pPr>
            <a:r>
              <a:rPr sz="2025" b="0">
                <a:solidFill>
                  <a:srgbClr val="4A6572"/>
                </a:solidFill>
                <a:latin typeface="Aptos"/>
                <a:ea typeface="Aptos"/>
                <a:cs typeface="Aptos"/>
              </a:rPr>
              <a:t>Wednesday SQL path, live binding to qualify</a:t>
            </a:r>
          </a:p>
        </p:txBody>
      </p:sp>
      <p:sp>
        <p:nvSpPr>
          <p:cNvPr id="4" name="partner-node-33">
            <a:extLst xmlns:a="http://schemas.openxmlformats.org/drawingml/2006/main">
              <a:ext uri="{FF2B5EF4-FFF2-40B4-BE49-F238E27FC236}">
                <a16:creationId xmlns:a16="http://schemas.microsoft.com/office/drawing/2014/main" id="{9A2E6CB0-9202-4C48-BBE8-BE2D900D5049}"/>
              </a:ext>
            </a:extLst>
          </p:cNvPr>
          <p:cNvSpPr>
            <a:spLocks xmlns:a="http://schemas.openxmlformats.org/drawingml/2006/main" noGrp="1"/>
          </p:cNvSpPr>
          <p:nvPr/>
        </p:nvSpPr>
        <p:spPr>
          <a:xfrm xmlns:a="http://schemas.openxmlformats.org/drawingml/2006/main">
            <a:off x="609600" y="2714625"/>
            <a:ext cx="3276600" cy="1619250"/>
          </a:xfrm>
          <a:prstGeom xmlns:a="http://schemas.openxmlformats.org/drawingml/2006/main" prst="rect">
            <a:avLst/>
          </a:prstGeom>
          <a:solidFill xmlns:a="http://schemas.openxmlformats.org/drawingml/2006/main">
            <a:srgbClr val="E7F1EE"/>
          </a:solidFill>
          <a:ln xmlns:a="http://schemas.openxmlformats.org/drawingml/2006/main" w="17145">
            <a:solidFill>
              <a:srgbClr val="157D80"/>
            </a:solidFill>
            <a:prstDash val="solid"/>
          </a:ln>
        </p:spPr>
      </p:sp>
      <p:sp>
        <p:nvSpPr>
          <p:cNvPr id="5" name="partner-text-34">
            <a:extLst xmlns:a="http://schemas.openxmlformats.org/drawingml/2006/main">
              <a:ext uri="{FF2B5EF4-FFF2-40B4-BE49-F238E27FC236}">
                <a16:creationId xmlns:a16="http://schemas.microsoft.com/office/drawing/2014/main" id="{49CF5225-6E8C-464F-80B5-D2620C4047FA}"/>
              </a:ext>
            </a:extLst>
          </p:cNvPr>
          <p:cNvSpPr>
            <a:spLocks xmlns:a="http://schemas.openxmlformats.org/drawingml/2006/main" noGrp="1"/>
          </p:cNvSpPr>
          <p:nvPr/>
        </p:nvSpPr>
        <p:spPr>
          <a:xfrm xmlns:a="http://schemas.openxmlformats.org/drawingml/2006/main">
            <a:off x="800100" y="2876550"/>
            <a:ext cx="2895600" cy="36347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157D80"/>
                </a:solidFill>
                <a:latin typeface="Aptos"/>
                <a:ea typeface="Aptos"/>
                <a:cs typeface="Aptos"/>
              </a:defRPr>
            </a:defPPr>
            <a:lvl1pPr algn="l">
              <a:buNone/>
              <a:defRPr sz="2100" b="1">
                <a:solidFill>
                  <a:srgbClr val="157D80"/>
                </a:solidFill>
                <a:latin typeface="Aptos"/>
                <a:ea typeface="Aptos"/>
                <a:cs typeface="Aptos"/>
              </a:defRPr>
            </a:lvl1pPr>
            <a:lvl2pPr algn="l">
              <a:buNone/>
              <a:defRPr sz="2100" b="1">
                <a:solidFill>
                  <a:srgbClr val="157D80"/>
                </a:solidFill>
                <a:latin typeface="Aptos"/>
                <a:ea typeface="Aptos"/>
                <a:cs typeface="Aptos"/>
              </a:defRPr>
            </a:lvl2pPr>
            <a:lvl3pPr algn="l">
              <a:buNone/>
              <a:defRPr sz="2100" b="1">
                <a:solidFill>
                  <a:srgbClr val="157D80"/>
                </a:solidFill>
                <a:latin typeface="Aptos"/>
                <a:ea typeface="Aptos"/>
                <a:cs typeface="Aptos"/>
              </a:defRPr>
            </a:lvl3pPr>
            <a:lvl4pPr algn="l">
              <a:buNone/>
              <a:defRPr sz="2100" b="1">
                <a:solidFill>
                  <a:srgbClr val="157D80"/>
                </a:solidFill>
                <a:latin typeface="Aptos"/>
                <a:ea typeface="Aptos"/>
                <a:cs typeface="Aptos"/>
              </a:defRPr>
            </a:lvl4pPr>
            <a:lvl5pPr algn="l">
              <a:buNone/>
              <a:defRPr sz="2100" b="1">
                <a:solidFill>
                  <a:srgbClr val="157D80"/>
                </a:solidFill>
                <a:latin typeface="Aptos"/>
                <a:ea typeface="Aptos"/>
                <a:cs typeface="Aptos"/>
              </a:defRPr>
            </a:lvl5pPr>
            <a:lvl6pPr algn="l">
              <a:buNone/>
              <a:defRPr sz="2100" b="1">
                <a:solidFill>
                  <a:srgbClr val="157D80"/>
                </a:solidFill>
                <a:latin typeface="Aptos"/>
                <a:ea typeface="Aptos"/>
                <a:cs typeface="Aptos"/>
              </a:defRPr>
            </a:lvl6pPr>
            <a:lvl7pPr algn="l">
              <a:buNone/>
              <a:defRPr sz="2100" b="1">
                <a:solidFill>
                  <a:srgbClr val="157D80"/>
                </a:solidFill>
                <a:latin typeface="Aptos"/>
                <a:ea typeface="Aptos"/>
                <a:cs typeface="Aptos"/>
              </a:defRPr>
            </a:lvl7pPr>
            <a:lvl8pPr algn="l">
              <a:buNone/>
              <a:defRPr sz="2100" b="1">
                <a:solidFill>
                  <a:srgbClr val="157D80"/>
                </a:solidFill>
                <a:latin typeface="Aptos"/>
                <a:ea typeface="Aptos"/>
                <a:cs typeface="Aptos"/>
              </a:defRPr>
            </a:lvl8pPr>
            <a:lvl9pPr algn="l">
              <a:buNone/>
              <a:defRPr sz="2100" b="1">
                <a:solidFill>
                  <a:srgbClr val="157D80"/>
                </a:solidFill>
                <a:latin typeface="Aptos"/>
                <a:ea typeface="Aptos"/>
                <a:cs typeface="Aptos"/>
              </a:defRPr>
            </a:lvl9pPr>
          </a:lstStyle>
          <a:p xmlns:a="http://schemas.openxmlformats.org/drawingml/2006/main">
            <a:pPr algn="l">
              <a:buNone/>
              <a:defRPr sz="2100" b="1">
                <a:solidFill>
                  <a:srgbClr val="157D80"/>
                </a:solidFill>
                <a:latin typeface="Aptos"/>
                <a:ea typeface="Aptos"/>
                <a:cs typeface="Aptos"/>
              </a:defRPr>
            </a:pPr>
            <a:r>
              <a:rPr sz="2100" b="1">
                <a:solidFill>
                  <a:srgbClr val="157D80"/>
                </a:solidFill>
                <a:latin typeface="Aptos"/>
                <a:ea typeface="Aptos"/>
                <a:cs typeface="Aptos"/>
              </a:rPr>
              <a:t>Query saved context</a:t>
            </a:r>
          </a:p>
        </p:txBody>
      </p:sp>
      <p:sp>
        <p:nvSpPr>
          <p:cNvPr id="6" name="partner-text-35">
            <a:extLst xmlns:a="http://schemas.openxmlformats.org/drawingml/2006/main">
              <a:ext uri="{FF2B5EF4-FFF2-40B4-BE49-F238E27FC236}">
                <a16:creationId xmlns:a16="http://schemas.microsoft.com/office/drawing/2014/main" id="{70DCBAF5-39BD-4A28-9819-D6963985ABB1}"/>
              </a:ext>
            </a:extLst>
          </p:cNvPr>
          <p:cNvSpPr>
            <a:spLocks xmlns:a="http://schemas.openxmlformats.org/drawingml/2006/main" noGrp="1"/>
          </p:cNvSpPr>
          <p:nvPr/>
        </p:nvSpPr>
        <p:spPr>
          <a:xfrm xmlns:a="http://schemas.openxmlformats.org/drawingml/2006/main">
            <a:off x="800100" y="3249549"/>
            <a:ext cx="2895600" cy="84943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4A6572"/>
                </a:solidFill>
                <a:latin typeface="Aptos"/>
                <a:ea typeface="Aptos"/>
                <a:cs typeface="Aptos"/>
              </a:defRPr>
            </a:defPPr>
            <a:lvl1pPr algn="l">
              <a:buNone/>
              <a:defRPr sz="1725" b="0">
                <a:solidFill>
                  <a:srgbClr val="4A6572"/>
                </a:solidFill>
                <a:latin typeface="Aptos"/>
                <a:ea typeface="Aptos"/>
                <a:cs typeface="Aptos"/>
              </a:defRPr>
            </a:lvl1pPr>
            <a:lvl2pPr algn="l">
              <a:buNone/>
              <a:defRPr sz="1725" b="0">
                <a:solidFill>
                  <a:srgbClr val="4A6572"/>
                </a:solidFill>
                <a:latin typeface="Aptos"/>
                <a:ea typeface="Aptos"/>
                <a:cs typeface="Aptos"/>
              </a:defRPr>
            </a:lvl2pPr>
            <a:lvl3pPr algn="l">
              <a:buNone/>
              <a:defRPr sz="1725" b="0">
                <a:solidFill>
                  <a:srgbClr val="4A6572"/>
                </a:solidFill>
                <a:latin typeface="Aptos"/>
                <a:ea typeface="Aptos"/>
                <a:cs typeface="Aptos"/>
              </a:defRPr>
            </a:lvl3pPr>
            <a:lvl4pPr algn="l">
              <a:buNone/>
              <a:defRPr sz="1725" b="0">
                <a:solidFill>
                  <a:srgbClr val="4A6572"/>
                </a:solidFill>
                <a:latin typeface="Aptos"/>
                <a:ea typeface="Aptos"/>
                <a:cs typeface="Aptos"/>
              </a:defRPr>
            </a:lvl4pPr>
            <a:lvl5pPr algn="l">
              <a:buNone/>
              <a:defRPr sz="1725" b="0">
                <a:solidFill>
                  <a:srgbClr val="4A6572"/>
                </a:solidFill>
                <a:latin typeface="Aptos"/>
                <a:ea typeface="Aptos"/>
                <a:cs typeface="Aptos"/>
              </a:defRPr>
            </a:lvl5pPr>
            <a:lvl6pPr algn="l">
              <a:buNone/>
              <a:defRPr sz="1725" b="0">
                <a:solidFill>
                  <a:srgbClr val="4A6572"/>
                </a:solidFill>
                <a:latin typeface="Aptos"/>
                <a:ea typeface="Aptos"/>
                <a:cs typeface="Aptos"/>
              </a:defRPr>
            </a:lvl6pPr>
            <a:lvl7pPr algn="l">
              <a:buNone/>
              <a:defRPr sz="1725" b="0">
                <a:solidFill>
                  <a:srgbClr val="4A6572"/>
                </a:solidFill>
                <a:latin typeface="Aptos"/>
                <a:ea typeface="Aptos"/>
                <a:cs typeface="Aptos"/>
              </a:defRPr>
            </a:lvl7pPr>
            <a:lvl8pPr algn="l">
              <a:buNone/>
              <a:defRPr sz="1725" b="0">
                <a:solidFill>
                  <a:srgbClr val="4A6572"/>
                </a:solidFill>
                <a:latin typeface="Aptos"/>
                <a:ea typeface="Aptos"/>
                <a:cs typeface="Aptos"/>
              </a:defRPr>
            </a:lvl8pPr>
            <a:lvl9pPr algn="l">
              <a:buNone/>
              <a:defRPr sz="1725" b="0">
                <a:solidFill>
                  <a:srgbClr val="4A6572"/>
                </a:solidFill>
                <a:latin typeface="Aptos"/>
                <a:ea typeface="Aptos"/>
                <a:cs typeface="Aptos"/>
              </a:defRPr>
            </a:lvl9pPr>
          </a:lstStyle>
          <a:p xmlns:a="http://schemas.openxmlformats.org/drawingml/2006/main">
            <a:pPr algn="l">
              <a:buNone/>
              <a:defRPr sz="1725" b="0">
                <a:solidFill>
                  <a:srgbClr val="4A6572"/>
                </a:solidFill>
                <a:latin typeface="Aptos"/>
                <a:ea typeface="Aptos"/>
                <a:cs typeface="Aptos"/>
              </a:defRPr>
            </a:pPr>
            <a:r>
              <a:rPr sz="1725" b="0">
                <a:solidFill>
                  <a:srgbClr val="4A6572"/>
                </a:solidFill>
                <a:latin typeface="Aptos"/>
                <a:ea typeface="Aptos"/>
                <a:cs typeface="Aptos"/>
              </a:rPr>
              <a:t>Authorized SQL evidence</a:t>
            </a:r>
          </a:p>
          <a:p xmlns:a="http://schemas.openxmlformats.org/drawingml/2006/main">
            <a:pPr algn="l">
              <a:buNone/>
              <a:defRPr sz="1725" b="0">
                <a:solidFill>
                  <a:srgbClr val="4A6572"/>
                </a:solidFill>
                <a:latin typeface="Aptos"/>
                <a:ea typeface="Aptos"/>
                <a:cs typeface="Aptos"/>
              </a:defRPr>
            </a:pPr>
            <a:r>
              <a:rPr sz="1725" b="0">
                <a:solidFill>
                  <a:srgbClr val="4A6572"/>
                </a:solidFill>
                <a:latin typeface="Aptos"/>
                <a:ea typeface="Aptos"/>
                <a:cs typeface="Aptos"/>
              </a:rPr>
              <a:t>Current source and access</a:t>
            </a:r>
          </a:p>
          <a:p xmlns:a="http://schemas.openxmlformats.org/drawingml/2006/main">
            <a:pPr algn="l">
              <a:buNone/>
              <a:defRPr sz="1725" b="0">
                <a:solidFill>
                  <a:srgbClr val="4A6572"/>
                </a:solidFill>
                <a:latin typeface="Aptos"/>
                <a:ea typeface="Aptos"/>
                <a:cs typeface="Aptos"/>
              </a:defRPr>
            </a:pPr>
            <a:r>
              <a:rPr sz="1725" b="0">
                <a:solidFill>
                  <a:srgbClr val="4A6572"/>
                </a:solidFill>
                <a:latin typeface="Aptos"/>
                <a:ea typeface="Aptos"/>
                <a:cs typeface="Aptos"/>
              </a:rPr>
              <a:t>Bounded retrieval</a:t>
            </a:r>
          </a:p>
        </p:txBody>
      </p:sp>
      <p:sp>
        <p:nvSpPr>
          <p:cNvPr id="7" name="partner-node-36">
            <a:extLst xmlns:a="http://schemas.openxmlformats.org/drawingml/2006/main">
              <a:ext uri="{FF2B5EF4-FFF2-40B4-BE49-F238E27FC236}">
                <a16:creationId xmlns:a16="http://schemas.microsoft.com/office/drawing/2014/main" id="{7EEA0802-5C4F-4EEF-A5C5-DFFC1E0EB808}"/>
              </a:ext>
            </a:extLst>
          </p:cNvPr>
          <p:cNvSpPr>
            <a:spLocks xmlns:a="http://schemas.openxmlformats.org/drawingml/2006/main" noGrp="1"/>
          </p:cNvSpPr>
          <p:nvPr/>
        </p:nvSpPr>
        <p:spPr>
          <a:xfrm xmlns:a="http://schemas.openxmlformats.org/drawingml/2006/main">
            <a:off x="4191000" y="2714625"/>
            <a:ext cx="3276600" cy="1619250"/>
          </a:xfrm>
          <a:prstGeom xmlns:a="http://schemas.openxmlformats.org/drawingml/2006/main" prst="rect">
            <a:avLst/>
          </a:prstGeom>
          <a:solidFill xmlns:a="http://schemas.openxmlformats.org/drawingml/2006/main">
            <a:srgbClr val="FFFFFF"/>
          </a:solidFill>
          <a:ln xmlns:a="http://schemas.openxmlformats.org/drawingml/2006/main" w="17145">
            <a:solidFill>
              <a:srgbClr val="B8CACC"/>
            </a:solidFill>
            <a:prstDash val="solid"/>
          </a:ln>
        </p:spPr>
      </p:sp>
      <p:sp>
        <p:nvSpPr>
          <p:cNvPr id="8" name="partner-text-37">
            <a:extLst xmlns:a="http://schemas.openxmlformats.org/drawingml/2006/main">
              <a:ext uri="{FF2B5EF4-FFF2-40B4-BE49-F238E27FC236}">
                <a16:creationId xmlns:a16="http://schemas.microsoft.com/office/drawing/2014/main" id="{E577B525-C5A8-4FCD-930C-B7E12A8A6EF2}"/>
              </a:ext>
            </a:extLst>
          </p:cNvPr>
          <p:cNvSpPr>
            <a:spLocks xmlns:a="http://schemas.openxmlformats.org/drawingml/2006/main" noGrp="1"/>
          </p:cNvSpPr>
          <p:nvPr/>
        </p:nvSpPr>
        <p:spPr>
          <a:xfrm xmlns:a="http://schemas.openxmlformats.org/drawingml/2006/main">
            <a:off x="4381500" y="2876550"/>
            <a:ext cx="2895600" cy="36347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132E38"/>
                </a:solidFill>
                <a:latin typeface="Aptos"/>
                <a:ea typeface="Aptos"/>
                <a:cs typeface="Aptos"/>
              </a:defRPr>
            </a:defPPr>
            <a:lvl1pPr algn="l">
              <a:buNone/>
              <a:defRPr sz="2100" b="1">
                <a:solidFill>
                  <a:srgbClr val="132E38"/>
                </a:solidFill>
                <a:latin typeface="Aptos"/>
                <a:ea typeface="Aptos"/>
                <a:cs typeface="Aptos"/>
              </a:defRPr>
            </a:lvl1pPr>
            <a:lvl2pPr algn="l">
              <a:buNone/>
              <a:defRPr sz="2100" b="1">
                <a:solidFill>
                  <a:srgbClr val="132E38"/>
                </a:solidFill>
                <a:latin typeface="Aptos"/>
                <a:ea typeface="Aptos"/>
                <a:cs typeface="Aptos"/>
              </a:defRPr>
            </a:lvl2pPr>
            <a:lvl3pPr algn="l">
              <a:buNone/>
              <a:defRPr sz="2100" b="1">
                <a:solidFill>
                  <a:srgbClr val="132E38"/>
                </a:solidFill>
                <a:latin typeface="Aptos"/>
                <a:ea typeface="Aptos"/>
                <a:cs typeface="Aptos"/>
              </a:defRPr>
            </a:lvl3pPr>
            <a:lvl4pPr algn="l">
              <a:buNone/>
              <a:defRPr sz="2100" b="1">
                <a:solidFill>
                  <a:srgbClr val="132E38"/>
                </a:solidFill>
                <a:latin typeface="Aptos"/>
                <a:ea typeface="Aptos"/>
                <a:cs typeface="Aptos"/>
              </a:defRPr>
            </a:lvl4pPr>
            <a:lvl5pPr algn="l">
              <a:buNone/>
              <a:defRPr sz="2100" b="1">
                <a:solidFill>
                  <a:srgbClr val="132E38"/>
                </a:solidFill>
                <a:latin typeface="Aptos"/>
                <a:ea typeface="Aptos"/>
                <a:cs typeface="Aptos"/>
              </a:defRPr>
            </a:lvl5pPr>
            <a:lvl6pPr algn="l">
              <a:buNone/>
              <a:defRPr sz="2100" b="1">
                <a:solidFill>
                  <a:srgbClr val="132E38"/>
                </a:solidFill>
                <a:latin typeface="Aptos"/>
                <a:ea typeface="Aptos"/>
                <a:cs typeface="Aptos"/>
              </a:defRPr>
            </a:lvl6pPr>
            <a:lvl7pPr algn="l">
              <a:buNone/>
              <a:defRPr sz="2100" b="1">
                <a:solidFill>
                  <a:srgbClr val="132E38"/>
                </a:solidFill>
                <a:latin typeface="Aptos"/>
                <a:ea typeface="Aptos"/>
                <a:cs typeface="Aptos"/>
              </a:defRPr>
            </a:lvl7pPr>
            <a:lvl8pPr algn="l">
              <a:buNone/>
              <a:defRPr sz="2100" b="1">
                <a:solidFill>
                  <a:srgbClr val="132E38"/>
                </a:solidFill>
                <a:latin typeface="Aptos"/>
                <a:ea typeface="Aptos"/>
                <a:cs typeface="Aptos"/>
              </a:defRPr>
            </a:lvl8pPr>
            <a:lvl9pPr algn="l">
              <a:buNone/>
              <a:defRPr sz="2100" b="1">
                <a:solidFill>
                  <a:srgbClr val="132E38"/>
                </a:solidFill>
                <a:latin typeface="Aptos"/>
                <a:ea typeface="Aptos"/>
                <a:cs typeface="Aptos"/>
              </a:defRPr>
            </a:lvl9pPr>
          </a:lstStyle>
          <a:p xmlns:a="http://schemas.openxmlformats.org/drawingml/2006/main">
            <a:pPr algn="l">
              <a:buNone/>
              <a:defRPr sz="2100" b="1">
                <a:solidFill>
                  <a:srgbClr val="132E38"/>
                </a:solidFill>
                <a:latin typeface="Aptos"/>
                <a:ea typeface="Aptos"/>
                <a:cs typeface="Aptos"/>
              </a:defRPr>
            </a:pPr>
            <a:r>
              <a:rPr sz="2100" b="1">
                <a:solidFill>
                  <a:srgbClr val="132E38"/>
                </a:solidFill>
                <a:latin typeface="Aptos"/>
                <a:ea typeface="Aptos"/>
                <a:cs typeface="Aptos"/>
              </a:rPr>
              <a:t>Research if needed</a:t>
            </a:r>
          </a:p>
        </p:txBody>
      </p:sp>
      <p:sp>
        <p:nvSpPr>
          <p:cNvPr id="9" name="partner-text-38">
            <a:extLst xmlns:a="http://schemas.openxmlformats.org/drawingml/2006/main">
              <a:ext uri="{FF2B5EF4-FFF2-40B4-BE49-F238E27FC236}">
                <a16:creationId xmlns:a16="http://schemas.microsoft.com/office/drawing/2014/main" id="{44B9CCB7-3C35-49B1-8343-092B948E5F01}"/>
              </a:ext>
            </a:extLst>
          </p:cNvPr>
          <p:cNvSpPr>
            <a:spLocks xmlns:a="http://schemas.openxmlformats.org/drawingml/2006/main" noGrp="1"/>
          </p:cNvSpPr>
          <p:nvPr/>
        </p:nvSpPr>
        <p:spPr>
          <a:xfrm xmlns:a="http://schemas.openxmlformats.org/drawingml/2006/main">
            <a:off x="4381500" y="3249549"/>
            <a:ext cx="2895600" cy="88430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4A6572"/>
                </a:solidFill>
                <a:latin typeface="Aptos"/>
                <a:ea typeface="Aptos"/>
                <a:cs typeface="Aptos"/>
              </a:defRPr>
            </a:defPPr>
            <a:lvl1pPr algn="l">
              <a:buNone/>
              <a:defRPr sz="1800" b="0">
                <a:solidFill>
                  <a:srgbClr val="4A6572"/>
                </a:solidFill>
                <a:latin typeface="Aptos"/>
                <a:ea typeface="Aptos"/>
                <a:cs typeface="Aptos"/>
              </a:defRPr>
            </a:lvl1pPr>
            <a:lvl2pPr algn="l">
              <a:buNone/>
              <a:defRPr sz="1800" b="0">
                <a:solidFill>
                  <a:srgbClr val="4A6572"/>
                </a:solidFill>
                <a:latin typeface="Aptos"/>
                <a:ea typeface="Aptos"/>
                <a:cs typeface="Aptos"/>
              </a:defRPr>
            </a:lvl2pPr>
            <a:lvl3pPr algn="l">
              <a:buNone/>
              <a:defRPr sz="1800" b="0">
                <a:solidFill>
                  <a:srgbClr val="4A6572"/>
                </a:solidFill>
                <a:latin typeface="Aptos"/>
                <a:ea typeface="Aptos"/>
                <a:cs typeface="Aptos"/>
              </a:defRPr>
            </a:lvl3pPr>
            <a:lvl4pPr algn="l">
              <a:buNone/>
              <a:defRPr sz="1800" b="0">
                <a:solidFill>
                  <a:srgbClr val="4A6572"/>
                </a:solidFill>
                <a:latin typeface="Aptos"/>
                <a:ea typeface="Aptos"/>
                <a:cs typeface="Aptos"/>
              </a:defRPr>
            </a:lvl4pPr>
            <a:lvl5pPr algn="l">
              <a:buNone/>
              <a:defRPr sz="1800" b="0">
                <a:solidFill>
                  <a:srgbClr val="4A6572"/>
                </a:solidFill>
                <a:latin typeface="Aptos"/>
                <a:ea typeface="Aptos"/>
                <a:cs typeface="Aptos"/>
              </a:defRPr>
            </a:lvl5pPr>
            <a:lvl6pPr algn="l">
              <a:buNone/>
              <a:defRPr sz="1800" b="0">
                <a:solidFill>
                  <a:srgbClr val="4A6572"/>
                </a:solidFill>
                <a:latin typeface="Aptos"/>
                <a:ea typeface="Aptos"/>
                <a:cs typeface="Aptos"/>
              </a:defRPr>
            </a:lvl6pPr>
            <a:lvl7pPr algn="l">
              <a:buNone/>
              <a:defRPr sz="1800" b="0">
                <a:solidFill>
                  <a:srgbClr val="4A6572"/>
                </a:solidFill>
                <a:latin typeface="Aptos"/>
                <a:ea typeface="Aptos"/>
                <a:cs typeface="Aptos"/>
              </a:defRPr>
            </a:lvl7pPr>
            <a:lvl8pPr algn="l">
              <a:buNone/>
              <a:defRPr sz="1800" b="0">
                <a:solidFill>
                  <a:srgbClr val="4A6572"/>
                </a:solidFill>
                <a:latin typeface="Aptos"/>
                <a:ea typeface="Aptos"/>
                <a:cs typeface="Aptos"/>
              </a:defRPr>
            </a:lvl8pPr>
            <a:lvl9pPr algn="l">
              <a:buNone/>
              <a:defRPr sz="1800" b="0">
                <a:solidFill>
                  <a:srgbClr val="4A6572"/>
                </a:solidFill>
                <a:latin typeface="Aptos"/>
                <a:ea typeface="Aptos"/>
                <a:cs typeface="Aptos"/>
              </a:defRPr>
            </a:lvl9pPr>
          </a:lstStyle>
          <a:p xmlns:a="http://schemas.openxmlformats.org/drawingml/2006/main">
            <a:pPr algn="l">
              <a:buNone/>
              <a:defRPr sz="1800" b="0">
                <a:solidFill>
                  <a:srgbClr val="4A6572"/>
                </a:solidFill>
                <a:latin typeface="Aptos"/>
                <a:ea typeface="Aptos"/>
                <a:cs typeface="Aptos"/>
              </a:defRPr>
            </a:pPr>
            <a:r>
              <a:rPr sz="1800" b="0">
                <a:solidFill>
                  <a:srgbClr val="4A6572"/>
                </a:solidFill>
                <a:latin typeface="Aptos"/>
                <a:ea typeface="Aptos"/>
                <a:cs typeface="Aptos"/>
              </a:rPr>
              <a:t>Missing or stale evidence</a:t>
            </a:r>
          </a:p>
          <a:p xmlns:a="http://schemas.openxmlformats.org/drawingml/2006/main">
            <a:pPr algn="l">
              <a:buNone/>
              <a:defRPr sz="1800" b="0">
                <a:solidFill>
                  <a:srgbClr val="4A6572"/>
                </a:solidFill>
                <a:latin typeface="Aptos"/>
                <a:ea typeface="Aptos"/>
                <a:cs typeface="Aptos"/>
              </a:defRPr>
            </a:pPr>
            <a:r>
              <a:rPr sz="1800" b="0">
                <a:solidFill>
                  <a:srgbClr val="4A6572"/>
                </a:solidFill>
                <a:latin typeface="Aptos"/>
                <a:ea typeface="Aptos"/>
                <a:cs typeface="Aptos"/>
              </a:rPr>
              <a:t>Useful discoveries even</a:t>
            </a:r>
          </a:p>
          <a:p xmlns:a="http://schemas.openxmlformats.org/drawingml/2006/main">
            <a:pPr algn="l">
              <a:buNone/>
              <a:defRPr sz="1800" b="0">
                <a:solidFill>
                  <a:srgbClr val="4A6572"/>
                </a:solidFill>
                <a:latin typeface="Aptos"/>
                <a:ea typeface="Aptos"/>
                <a:cs typeface="Aptos"/>
              </a:defRPr>
            </a:pPr>
            <a:r>
              <a:rPr sz="1800" b="0">
                <a:solidFill>
                  <a:srgbClr val="4A6572"/>
                </a:solidFill>
                <a:latin typeface="Aptos"/>
                <a:ea typeface="Aptos"/>
                <a:cs typeface="Aptos"/>
              </a:rPr>
              <a:t>when a grant is rejected</a:t>
            </a:r>
          </a:p>
        </p:txBody>
      </p:sp>
      <p:sp>
        <p:nvSpPr>
          <p:cNvPr id="10" name="partner-node-39">
            <a:extLst xmlns:a="http://schemas.openxmlformats.org/drawingml/2006/main">
              <a:ext uri="{FF2B5EF4-FFF2-40B4-BE49-F238E27FC236}">
                <a16:creationId xmlns:a16="http://schemas.microsoft.com/office/drawing/2014/main" id="{D429AD53-CC8C-45D3-B23A-C737E7F7E7F1}"/>
              </a:ext>
            </a:extLst>
          </p:cNvPr>
          <p:cNvSpPr>
            <a:spLocks xmlns:a="http://schemas.openxmlformats.org/drawingml/2006/main" noGrp="1"/>
          </p:cNvSpPr>
          <p:nvPr/>
        </p:nvSpPr>
        <p:spPr>
          <a:xfrm xmlns:a="http://schemas.openxmlformats.org/drawingml/2006/main">
            <a:off x="7772400" y="2714625"/>
            <a:ext cx="3276600" cy="1619250"/>
          </a:xfrm>
          <a:prstGeom xmlns:a="http://schemas.openxmlformats.org/drawingml/2006/main" prst="rect">
            <a:avLst/>
          </a:prstGeom>
          <a:solidFill xmlns:a="http://schemas.openxmlformats.org/drawingml/2006/main">
            <a:srgbClr val="FFFFFF"/>
          </a:solidFill>
          <a:ln xmlns:a="http://schemas.openxmlformats.org/drawingml/2006/main" w="17145">
            <a:solidFill>
              <a:srgbClr val="B8CACC"/>
            </a:solidFill>
            <a:prstDash val="solid"/>
          </a:ln>
        </p:spPr>
      </p:sp>
      <p:sp>
        <p:nvSpPr>
          <p:cNvPr id="11" name="partner-text-40">
            <a:extLst xmlns:a="http://schemas.openxmlformats.org/drawingml/2006/main">
              <a:ext uri="{FF2B5EF4-FFF2-40B4-BE49-F238E27FC236}">
                <a16:creationId xmlns:a16="http://schemas.microsoft.com/office/drawing/2014/main" id="{1D3BA00C-2FEA-4227-B497-BB9471D7ADA0}"/>
              </a:ext>
            </a:extLst>
          </p:cNvPr>
          <p:cNvSpPr>
            <a:spLocks xmlns:a="http://schemas.openxmlformats.org/drawingml/2006/main" noGrp="1"/>
          </p:cNvSpPr>
          <p:nvPr/>
        </p:nvSpPr>
        <p:spPr>
          <a:xfrm xmlns:a="http://schemas.openxmlformats.org/drawingml/2006/main">
            <a:off x="7962900" y="2876550"/>
            <a:ext cx="2895600" cy="36347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132E38"/>
                </a:solidFill>
                <a:latin typeface="Aptos"/>
                <a:ea typeface="Aptos"/>
                <a:cs typeface="Aptos"/>
              </a:defRPr>
            </a:defPPr>
            <a:lvl1pPr algn="l">
              <a:buNone/>
              <a:defRPr sz="2100" b="1">
                <a:solidFill>
                  <a:srgbClr val="132E38"/>
                </a:solidFill>
                <a:latin typeface="Aptos"/>
                <a:ea typeface="Aptos"/>
                <a:cs typeface="Aptos"/>
              </a:defRPr>
            </a:lvl1pPr>
            <a:lvl2pPr algn="l">
              <a:buNone/>
              <a:defRPr sz="2100" b="1">
                <a:solidFill>
                  <a:srgbClr val="132E38"/>
                </a:solidFill>
                <a:latin typeface="Aptos"/>
                <a:ea typeface="Aptos"/>
                <a:cs typeface="Aptos"/>
              </a:defRPr>
            </a:lvl2pPr>
            <a:lvl3pPr algn="l">
              <a:buNone/>
              <a:defRPr sz="2100" b="1">
                <a:solidFill>
                  <a:srgbClr val="132E38"/>
                </a:solidFill>
                <a:latin typeface="Aptos"/>
                <a:ea typeface="Aptos"/>
                <a:cs typeface="Aptos"/>
              </a:defRPr>
            </a:lvl3pPr>
            <a:lvl4pPr algn="l">
              <a:buNone/>
              <a:defRPr sz="2100" b="1">
                <a:solidFill>
                  <a:srgbClr val="132E38"/>
                </a:solidFill>
                <a:latin typeface="Aptos"/>
                <a:ea typeface="Aptos"/>
                <a:cs typeface="Aptos"/>
              </a:defRPr>
            </a:lvl4pPr>
            <a:lvl5pPr algn="l">
              <a:buNone/>
              <a:defRPr sz="2100" b="1">
                <a:solidFill>
                  <a:srgbClr val="132E38"/>
                </a:solidFill>
                <a:latin typeface="Aptos"/>
                <a:ea typeface="Aptos"/>
                <a:cs typeface="Aptos"/>
              </a:defRPr>
            </a:lvl5pPr>
            <a:lvl6pPr algn="l">
              <a:buNone/>
              <a:defRPr sz="2100" b="1">
                <a:solidFill>
                  <a:srgbClr val="132E38"/>
                </a:solidFill>
                <a:latin typeface="Aptos"/>
                <a:ea typeface="Aptos"/>
                <a:cs typeface="Aptos"/>
              </a:defRPr>
            </a:lvl6pPr>
            <a:lvl7pPr algn="l">
              <a:buNone/>
              <a:defRPr sz="2100" b="1">
                <a:solidFill>
                  <a:srgbClr val="132E38"/>
                </a:solidFill>
                <a:latin typeface="Aptos"/>
                <a:ea typeface="Aptos"/>
                <a:cs typeface="Aptos"/>
              </a:defRPr>
            </a:lvl7pPr>
            <a:lvl8pPr algn="l">
              <a:buNone/>
              <a:defRPr sz="2100" b="1">
                <a:solidFill>
                  <a:srgbClr val="132E38"/>
                </a:solidFill>
                <a:latin typeface="Aptos"/>
                <a:ea typeface="Aptos"/>
                <a:cs typeface="Aptos"/>
              </a:defRPr>
            </a:lvl8pPr>
            <a:lvl9pPr algn="l">
              <a:buNone/>
              <a:defRPr sz="2100" b="1">
                <a:solidFill>
                  <a:srgbClr val="132E38"/>
                </a:solidFill>
                <a:latin typeface="Aptos"/>
                <a:ea typeface="Aptos"/>
                <a:cs typeface="Aptos"/>
              </a:defRPr>
            </a:lvl9pPr>
          </a:lstStyle>
          <a:p xmlns:a="http://schemas.openxmlformats.org/drawingml/2006/main">
            <a:pPr algn="l">
              <a:buNone/>
              <a:defRPr sz="2100" b="1">
                <a:solidFill>
                  <a:srgbClr val="132E38"/>
                </a:solidFill>
                <a:latin typeface="Aptos"/>
                <a:ea typeface="Aptos"/>
                <a:cs typeface="Aptos"/>
              </a:defRPr>
            </a:pPr>
            <a:r>
              <a:rPr sz="2100" b="1">
                <a:solidFill>
                  <a:srgbClr val="132E38"/>
                </a:solidFill>
                <a:latin typeface="Aptos"/>
                <a:ea typeface="Aptos"/>
                <a:cs typeface="Aptos"/>
              </a:rPr>
              <a:t>Commit findings</a:t>
            </a:r>
          </a:p>
        </p:txBody>
      </p:sp>
      <p:sp>
        <p:nvSpPr>
          <p:cNvPr id="12" name="partner-text-41">
            <a:extLst xmlns:a="http://schemas.openxmlformats.org/drawingml/2006/main">
              <a:ext uri="{FF2B5EF4-FFF2-40B4-BE49-F238E27FC236}">
                <a16:creationId xmlns:a16="http://schemas.microsoft.com/office/drawing/2014/main" id="{199F4A86-0AB5-4AFC-9256-DA9CB7E27484}"/>
              </a:ext>
            </a:extLst>
          </p:cNvPr>
          <p:cNvSpPr>
            <a:spLocks xmlns:a="http://schemas.openxmlformats.org/drawingml/2006/main" noGrp="1"/>
          </p:cNvSpPr>
          <p:nvPr/>
        </p:nvSpPr>
        <p:spPr>
          <a:xfrm xmlns:a="http://schemas.openxmlformats.org/drawingml/2006/main">
            <a:off x="7962900" y="3249549"/>
            <a:ext cx="2895600" cy="88430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4A6572"/>
                </a:solidFill>
                <a:latin typeface="Aptos"/>
                <a:ea typeface="Aptos"/>
                <a:cs typeface="Aptos"/>
              </a:defRPr>
            </a:defPPr>
            <a:lvl1pPr algn="l">
              <a:buNone/>
              <a:defRPr sz="1800" b="0">
                <a:solidFill>
                  <a:srgbClr val="4A6572"/>
                </a:solidFill>
                <a:latin typeface="Aptos"/>
                <a:ea typeface="Aptos"/>
                <a:cs typeface="Aptos"/>
              </a:defRPr>
            </a:lvl1pPr>
            <a:lvl2pPr algn="l">
              <a:buNone/>
              <a:defRPr sz="1800" b="0">
                <a:solidFill>
                  <a:srgbClr val="4A6572"/>
                </a:solidFill>
                <a:latin typeface="Aptos"/>
                <a:ea typeface="Aptos"/>
                <a:cs typeface="Aptos"/>
              </a:defRPr>
            </a:lvl2pPr>
            <a:lvl3pPr algn="l">
              <a:buNone/>
              <a:defRPr sz="1800" b="0">
                <a:solidFill>
                  <a:srgbClr val="4A6572"/>
                </a:solidFill>
                <a:latin typeface="Aptos"/>
                <a:ea typeface="Aptos"/>
                <a:cs typeface="Aptos"/>
              </a:defRPr>
            </a:lvl3pPr>
            <a:lvl4pPr algn="l">
              <a:buNone/>
              <a:defRPr sz="1800" b="0">
                <a:solidFill>
                  <a:srgbClr val="4A6572"/>
                </a:solidFill>
                <a:latin typeface="Aptos"/>
                <a:ea typeface="Aptos"/>
                <a:cs typeface="Aptos"/>
              </a:defRPr>
            </a:lvl4pPr>
            <a:lvl5pPr algn="l">
              <a:buNone/>
              <a:defRPr sz="1800" b="0">
                <a:solidFill>
                  <a:srgbClr val="4A6572"/>
                </a:solidFill>
                <a:latin typeface="Aptos"/>
                <a:ea typeface="Aptos"/>
                <a:cs typeface="Aptos"/>
              </a:defRPr>
            </a:lvl5pPr>
            <a:lvl6pPr algn="l">
              <a:buNone/>
              <a:defRPr sz="1800" b="0">
                <a:solidFill>
                  <a:srgbClr val="4A6572"/>
                </a:solidFill>
                <a:latin typeface="Aptos"/>
                <a:ea typeface="Aptos"/>
                <a:cs typeface="Aptos"/>
              </a:defRPr>
            </a:lvl6pPr>
            <a:lvl7pPr algn="l">
              <a:buNone/>
              <a:defRPr sz="1800" b="0">
                <a:solidFill>
                  <a:srgbClr val="4A6572"/>
                </a:solidFill>
                <a:latin typeface="Aptos"/>
                <a:ea typeface="Aptos"/>
                <a:cs typeface="Aptos"/>
              </a:defRPr>
            </a:lvl7pPr>
            <a:lvl8pPr algn="l">
              <a:buNone/>
              <a:defRPr sz="1800" b="0">
                <a:solidFill>
                  <a:srgbClr val="4A6572"/>
                </a:solidFill>
                <a:latin typeface="Aptos"/>
                <a:ea typeface="Aptos"/>
                <a:cs typeface="Aptos"/>
              </a:defRPr>
            </a:lvl8pPr>
            <a:lvl9pPr algn="l">
              <a:buNone/>
              <a:defRPr sz="1800" b="0">
                <a:solidFill>
                  <a:srgbClr val="4A6572"/>
                </a:solidFill>
                <a:latin typeface="Aptos"/>
                <a:ea typeface="Aptos"/>
                <a:cs typeface="Aptos"/>
              </a:defRPr>
            </a:lvl9pPr>
          </a:lstStyle>
          <a:p xmlns:a="http://schemas.openxmlformats.org/drawingml/2006/main">
            <a:pPr algn="l">
              <a:buNone/>
              <a:defRPr sz="1800" b="0">
                <a:solidFill>
                  <a:srgbClr val="4A6572"/>
                </a:solidFill>
                <a:latin typeface="Aptos"/>
                <a:ea typeface="Aptos"/>
                <a:cs typeface="Aptos"/>
              </a:defRPr>
            </a:pPr>
            <a:r>
              <a:rPr sz="1800" b="0">
                <a:solidFill>
                  <a:srgbClr val="4A6572"/>
                </a:solidFill>
                <a:latin typeface="Aptos"/>
                <a:ea typeface="Aptos"/>
                <a:cs typeface="Aptos"/>
              </a:rPr>
              <a:t>Useful SQL writeback</a:t>
            </a:r>
          </a:p>
          <a:p xmlns:a="http://schemas.openxmlformats.org/drawingml/2006/main">
            <a:pPr algn="l">
              <a:buNone/>
              <a:defRPr sz="1800" b="0">
                <a:solidFill>
                  <a:srgbClr val="4A6572"/>
                </a:solidFill>
                <a:latin typeface="Aptos"/>
                <a:ea typeface="Aptos"/>
                <a:cs typeface="Aptos"/>
              </a:defRPr>
            </a:pPr>
            <a:r>
              <a:rPr sz="1800" b="0">
                <a:solidFill>
                  <a:srgbClr val="4A6572"/>
                </a:solidFill>
                <a:latin typeface="Aptos"/>
                <a:ea typeface="Aptos"/>
                <a:cs typeface="Aptos"/>
              </a:rPr>
              <a:t>Revision and history</a:t>
            </a:r>
          </a:p>
          <a:p xmlns:a="http://schemas.openxmlformats.org/drawingml/2006/main">
            <a:pPr algn="l">
              <a:buNone/>
              <a:defRPr sz="1800" b="0">
                <a:solidFill>
                  <a:srgbClr val="4A6572"/>
                </a:solidFill>
                <a:latin typeface="Aptos"/>
                <a:ea typeface="Aptos"/>
                <a:cs typeface="Aptos"/>
              </a:defRPr>
            </a:pPr>
            <a:r>
              <a:rPr sz="1800" b="0">
                <a:solidFill>
                  <a:srgbClr val="4A6572"/>
                </a:solidFill>
                <a:latin typeface="Aptos"/>
                <a:ea typeface="Aptos"/>
                <a:cs typeface="Aptos"/>
              </a:rPr>
              <a:t>Replay-safe tools</a:t>
            </a:r>
          </a:p>
        </p:txBody>
      </p:sp>
      <p:sp>
        <p:nvSpPr>
          <p:cNvPr id="13" name="partner-node-42">
            <a:extLst xmlns:a="http://schemas.openxmlformats.org/drawingml/2006/main">
              <a:ext uri="{FF2B5EF4-FFF2-40B4-BE49-F238E27FC236}">
                <a16:creationId xmlns:a16="http://schemas.microsoft.com/office/drawing/2014/main" id="{725762E5-9C2F-46E4-9E2C-11BC4A5B8BA5}"/>
              </a:ext>
            </a:extLst>
          </p:cNvPr>
          <p:cNvSpPr>
            <a:spLocks xmlns:a="http://schemas.openxmlformats.org/drawingml/2006/main" noGrp="1"/>
          </p:cNvSpPr>
          <p:nvPr/>
        </p:nvSpPr>
        <p:spPr>
          <a:xfrm xmlns:a="http://schemas.openxmlformats.org/drawingml/2006/main">
            <a:off x="11353800" y="2714625"/>
            <a:ext cx="3276600" cy="1619250"/>
          </a:xfrm>
          <a:prstGeom xmlns:a="http://schemas.openxmlformats.org/drawingml/2006/main" prst="rect">
            <a:avLst/>
          </a:prstGeom>
          <a:solidFill xmlns:a="http://schemas.openxmlformats.org/drawingml/2006/main">
            <a:srgbClr val="FFFFFF"/>
          </a:solidFill>
          <a:ln xmlns:a="http://schemas.openxmlformats.org/drawingml/2006/main" w="17145">
            <a:solidFill>
              <a:srgbClr val="B8CACC"/>
            </a:solidFill>
            <a:prstDash val="solid"/>
          </a:ln>
        </p:spPr>
      </p:sp>
      <p:sp>
        <p:nvSpPr>
          <p:cNvPr id="14" name="partner-text-43">
            <a:extLst xmlns:a="http://schemas.openxmlformats.org/drawingml/2006/main">
              <a:ext uri="{FF2B5EF4-FFF2-40B4-BE49-F238E27FC236}">
                <a16:creationId xmlns:a16="http://schemas.microsoft.com/office/drawing/2014/main" id="{FA83D5FD-D167-4295-B601-2EF89F1459D6}"/>
              </a:ext>
            </a:extLst>
          </p:cNvPr>
          <p:cNvSpPr>
            <a:spLocks xmlns:a="http://schemas.openxmlformats.org/drawingml/2006/main" noGrp="1"/>
          </p:cNvSpPr>
          <p:nvPr/>
        </p:nvSpPr>
        <p:spPr>
          <a:xfrm xmlns:a="http://schemas.openxmlformats.org/drawingml/2006/main">
            <a:off x="11544300" y="2876550"/>
            <a:ext cx="2895600" cy="36347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132E38"/>
                </a:solidFill>
                <a:latin typeface="Aptos"/>
                <a:ea typeface="Aptos"/>
                <a:cs typeface="Aptos"/>
              </a:defRPr>
            </a:defPPr>
            <a:lvl1pPr algn="l">
              <a:buNone/>
              <a:defRPr sz="2100" b="1">
                <a:solidFill>
                  <a:srgbClr val="132E38"/>
                </a:solidFill>
                <a:latin typeface="Aptos"/>
                <a:ea typeface="Aptos"/>
                <a:cs typeface="Aptos"/>
              </a:defRPr>
            </a:lvl1pPr>
            <a:lvl2pPr algn="l">
              <a:buNone/>
              <a:defRPr sz="2100" b="1">
                <a:solidFill>
                  <a:srgbClr val="132E38"/>
                </a:solidFill>
                <a:latin typeface="Aptos"/>
                <a:ea typeface="Aptos"/>
                <a:cs typeface="Aptos"/>
              </a:defRPr>
            </a:lvl2pPr>
            <a:lvl3pPr algn="l">
              <a:buNone/>
              <a:defRPr sz="2100" b="1">
                <a:solidFill>
                  <a:srgbClr val="132E38"/>
                </a:solidFill>
                <a:latin typeface="Aptos"/>
                <a:ea typeface="Aptos"/>
                <a:cs typeface="Aptos"/>
              </a:defRPr>
            </a:lvl3pPr>
            <a:lvl4pPr algn="l">
              <a:buNone/>
              <a:defRPr sz="2100" b="1">
                <a:solidFill>
                  <a:srgbClr val="132E38"/>
                </a:solidFill>
                <a:latin typeface="Aptos"/>
                <a:ea typeface="Aptos"/>
                <a:cs typeface="Aptos"/>
              </a:defRPr>
            </a:lvl4pPr>
            <a:lvl5pPr algn="l">
              <a:buNone/>
              <a:defRPr sz="2100" b="1">
                <a:solidFill>
                  <a:srgbClr val="132E38"/>
                </a:solidFill>
                <a:latin typeface="Aptos"/>
                <a:ea typeface="Aptos"/>
                <a:cs typeface="Aptos"/>
              </a:defRPr>
            </a:lvl5pPr>
            <a:lvl6pPr algn="l">
              <a:buNone/>
              <a:defRPr sz="2100" b="1">
                <a:solidFill>
                  <a:srgbClr val="132E38"/>
                </a:solidFill>
                <a:latin typeface="Aptos"/>
                <a:ea typeface="Aptos"/>
                <a:cs typeface="Aptos"/>
              </a:defRPr>
            </a:lvl6pPr>
            <a:lvl7pPr algn="l">
              <a:buNone/>
              <a:defRPr sz="2100" b="1">
                <a:solidFill>
                  <a:srgbClr val="132E38"/>
                </a:solidFill>
                <a:latin typeface="Aptos"/>
                <a:ea typeface="Aptos"/>
                <a:cs typeface="Aptos"/>
              </a:defRPr>
            </a:lvl7pPr>
            <a:lvl8pPr algn="l">
              <a:buNone/>
              <a:defRPr sz="2100" b="1">
                <a:solidFill>
                  <a:srgbClr val="132E38"/>
                </a:solidFill>
                <a:latin typeface="Aptos"/>
                <a:ea typeface="Aptos"/>
                <a:cs typeface="Aptos"/>
              </a:defRPr>
            </a:lvl8pPr>
            <a:lvl9pPr algn="l">
              <a:buNone/>
              <a:defRPr sz="2100" b="1">
                <a:solidFill>
                  <a:srgbClr val="132E38"/>
                </a:solidFill>
                <a:latin typeface="Aptos"/>
                <a:ea typeface="Aptos"/>
                <a:cs typeface="Aptos"/>
              </a:defRPr>
            </a:lvl9pPr>
          </a:lstStyle>
          <a:p xmlns:a="http://schemas.openxmlformats.org/drawingml/2006/main">
            <a:pPr algn="l">
              <a:buNone/>
              <a:defRPr sz="2100" b="1">
                <a:solidFill>
                  <a:srgbClr val="132E38"/>
                </a:solidFill>
                <a:latin typeface="Aptos"/>
                <a:ea typeface="Aptos"/>
                <a:cs typeface="Aptos"/>
              </a:defRPr>
            </a:pPr>
            <a:r>
              <a:rPr sz="2100" b="1">
                <a:solidFill>
                  <a:srgbClr val="132E38"/>
                </a:solidFill>
                <a:latin typeface="Aptos"/>
                <a:ea typeface="Aptos"/>
                <a:cs typeface="Aptos"/>
              </a:rPr>
              <a:t>Reuse next run</a:t>
            </a:r>
          </a:p>
        </p:txBody>
      </p:sp>
      <p:sp>
        <p:nvSpPr>
          <p:cNvPr id="15" name="partner-text-44">
            <a:extLst xmlns:a="http://schemas.openxmlformats.org/drawingml/2006/main">
              <a:ext uri="{FF2B5EF4-FFF2-40B4-BE49-F238E27FC236}">
                <a16:creationId xmlns:a16="http://schemas.microsoft.com/office/drawing/2014/main" id="{B3C6C51B-A494-4A97-B1DA-4149A0C66C01}"/>
              </a:ext>
            </a:extLst>
          </p:cNvPr>
          <p:cNvSpPr>
            <a:spLocks xmlns:a="http://schemas.openxmlformats.org/drawingml/2006/main" noGrp="1"/>
          </p:cNvSpPr>
          <p:nvPr/>
        </p:nvSpPr>
        <p:spPr>
          <a:xfrm xmlns:a="http://schemas.openxmlformats.org/drawingml/2006/main">
            <a:off x="11544300" y="3249549"/>
            <a:ext cx="2895600" cy="88430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4A6572"/>
                </a:solidFill>
                <a:latin typeface="Aptos"/>
                <a:ea typeface="Aptos"/>
                <a:cs typeface="Aptos"/>
              </a:defRPr>
            </a:defPPr>
            <a:lvl1pPr algn="l">
              <a:buNone/>
              <a:defRPr sz="1800" b="0">
                <a:solidFill>
                  <a:srgbClr val="4A6572"/>
                </a:solidFill>
                <a:latin typeface="Aptos"/>
                <a:ea typeface="Aptos"/>
                <a:cs typeface="Aptos"/>
              </a:defRPr>
            </a:lvl1pPr>
            <a:lvl2pPr algn="l">
              <a:buNone/>
              <a:defRPr sz="1800" b="0">
                <a:solidFill>
                  <a:srgbClr val="4A6572"/>
                </a:solidFill>
                <a:latin typeface="Aptos"/>
                <a:ea typeface="Aptos"/>
                <a:cs typeface="Aptos"/>
              </a:defRPr>
            </a:lvl2pPr>
            <a:lvl3pPr algn="l">
              <a:buNone/>
              <a:defRPr sz="1800" b="0">
                <a:solidFill>
                  <a:srgbClr val="4A6572"/>
                </a:solidFill>
                <a:latin typeface="Aptos"/>
                <a:ea typeface="Aptos"/>
                <a:cs typeface="Aptos"/>
              </a:defRPr>
            </a:lvl3pPr>
            <a:lvl4pPr algn="l">
              <a:buNone/>
              <a:defRPr sz="1800" b="0">
                <a:solidFill>
                  <a:srgbClr val="4A6572"/>
                </a:solidFill>
                <a:latin typeface="Aptos"/>
                <a:ea typeface="Aptos"/>
                <a:cs typeface="Aptos"/>
              </a:defRPr>
            </a:lvl4pPr>
            <a:lvl5pPr algn="l">
              <a:buNone/>
              <a:defRPr sz="1800" b="0">
                <a:solidFill>
                  <a:srgbClr val="4A6572"/>
                </a:solidFill>
                <a:latin typeface="Aptos"/>
                <a:ea typeface="Aptos"/>
                <a:cs typeface="Aptos"/>
              </a:defRPr>
            </a:lvl5pPr>
            <a:lvl6pPr algn="l">
              <a:buNone/>
              <a:defRPr sz="1800" b="0">
                <a:solidFill>
                  <a:srgbClr val="4A6572"/>
                </a:solidFill>
                <a:latin typeface="Aptos"/>
                <a:ea typeface="Aptos"/>
                <a:cs typeface="Aptos"/>
              </a:defRPr>
            </a:lvl6pPr>
            <a:lvl7pPr algn="l">
              <a:buNone/>
              <a:defRPr sz="1800" b="0">
                <a:solidFill>
                  <a:srgbClr val="4A6572"/>
                </a:solidFill>
                <a:latin typeface="Aptos"/>
                <a:ea typeface="Aptos"/>
                <a:cs typeface="Aptos"/>
              </a:defRPr>
            </a:lvl7pPr>
            <a:lvl8pPr algn="l">
              <a:buNone/>
              <a:defRPr sz="1800" b="0">
                <a:solidFill>
                  <a:srgbClr val="4A6572"/>
                </a:solidFill>
                <a:latin typeface="Aptos"/>
                <a:ea typeface="Aptos"/>
                <a:cs typeface="Aptos"/>
              </a:defRPr>
            </a:lvl8pPr>
            <a:lvl9pPr algn="l">
              <a:buNone/>
              <a:defRPr sz="1800" b="0">
                <a:solidFill>
                  <a:srgbClr val="4A6572"/>
                </a:solidFill>
                <a:latin typeface="Aptos"/>
                <a:ea typeface="Aptos"/>
                <a:cs typeface="Aptos"/>
              </a:defRPr>
            </a:lvl9pPr>
          </a:lstStyle>
          <a:p xmlns:a="http://schemas.openxmlformats.org/drawingml/2006/main">
            <a:pPr algn="l">
              <a:buNone/>
              <a:defRPr sz="1800" b="0">
                <a:solidFill>
                  <a:srgbClr val="4A6572"/>
                </a:solidFill>
                <a:latin typeface="Aptos"/>
                <a:ea typeface="Aptos"/>
                <a:cs typeface="Aptos"/>
              </a:defRPr>
            </a:pPr>
            <a:r>
              <a:rPr sz="1800" b="0">
                <a:solidFill>
                  <a:srgbClr val="4A6572"/>
                </a:solidFill>
                <a:latin typeface="Aptos"/>
                <a:ea typeface="Aptos"/>
                <a:cs typeface="Aptos"/>
              </a:rPr>
              <a:t>Saved evidence next run</a:t>
            </a:r>
          </a:p>
          <a:p xmlns:a="http://schemas.openxmlformats.org/drawingml/2006/main">
            <a:pPr algn="l">
              <a:buNone/>
              <a:defRPr sz="1800" b="0">
                <a:solidFill>
                  <a:srgbClr val="4A6572"/>
                </a:solidFill>
                <a:latin typeface="Aptos"/>
                <a:ea typeface="Aptos"/>
                <a:cs typeface="Aptos"/>
              </a:defRPr>
            </a:pPr>
            <a:r>
              <a:rPr sz="1800" b="0">
                <a:solidFill>
                  <a:srgbClr val="4A6572"/>
                </a:solidFill>
                <a:latin typeface="Aptos"/>
                <a:ea typeface="Aptos"/>
                <a:cs typeface="Aptos"/>
              </a:rPr>
              <a:t>Correction and replay</a:t>
            </a:r>
          </a:p>
          <a:p xmlns:a="http://schemas.openxmlformats.org/drawingml/2006/main">
            <a:pPr algn="l">
              <a:buNone/>
              <a:defRPr sz="1800" b="0">
                <a:solidFill>
                  <a:srgbClr val="4A6572"/>
                </a:solidFill>
                <a:latin typeface="Aptos"/>
                <a:ea typeface="Aptos"/>
                <a:cs typeface="Aptos"/>
              </a:defRPr>
            </a:pPr>
            <a:r>
              <a:rPr sz="1800" b="0">
                <a:solidFill>
                  <a:srgbClr val="4A6572"/>
                </a:solidFill>
                <a:latin typeface="Aptos"/>
                <a:ea typeface="Aptos"/>
                <a:cs typeface="Aptos"/>
              </a:rPr>
              <a:t>Current access checks</a:t>
            </a:r>
          </a:p>
        </p:txBody>
      </p:sp>
      <p:cxnSp>
        <p:nvCxnSpPr>
          <p:cNvPr id="16" name="partner-flow-45">
            <a:extLst xmlns:a="http://schemas.openxmlformats.org/drawingml/2006/main">
              <a:ext uri="{FF2B5EF4-FFF2-40B4-BE49-F238E27FC236}">
                <a16:creationId xmlns:a16="http://schemas.microsoft.com/office/drawing/2014/main" id="{103CC2A6-9C09-4481-B298-8FD3F0CABE7C}"/>
              </a:ext>
            </a:extLst>
          </p:cNvPr>
          <p:cNvCxnSpPr/>
          <p:nvPr/>
        </p:nvCxnSpPr>
        <p:spPr>
          <a:xfrm xmlns:a="http://schemas.openxmlformats.org/drawingml/2006/main" flipH="0" flipV="0">
            <a:off x="3886200" y="3524250"/>
            <a:ext cx="304800" cy="0"/>
          </a:xfrm>
          <a:prstGeom xmlns:a="http://schemas.openxmlformats.org/drawingml/2006/main" prst="straightConnector1">
            <a:avLst/>
          </a:prstGeom>
          <a:ln xmlns:a="http://schemas.openxmlformats.org/drawingml/2006/main" w="23813">
            <a:solidFill>
              <a:srgbClr val="157D80"/>
            </a:solidFill>
            <a:prstDash val="solid"/>
            <a:tailEnd type="triangle" w="med" len="med"/>
          </a:ln>
        </p:spPr>
      </p:cxnSp>
      <p:cxnSp>
        <p:nvCxnSpPr>
          <p:cNvPr id="17" name="partner-flow-46">
            <a:extLst xmlns:a="http://schemas.openxmlformats.org/drawingml/2006/main">
              <a:ext uri="{FF2B5EF4-FFF2-40B4-BE49-F238E27FC236}">
                <a16:creationId xmlns:a16="http://schemas.microsoft.com/office/drawing/2014/main" id="{328E6224-6DB6-47B9-887E-A8C433747DDC}"/>
              </a:ext>
            </a:extLst>
          </p:cNvPr>
          <p:cNvCxnSpPr/>
          <p:nvPr/>
        </p:nvCxnSpPr>
        <p:spPr>
          <a:xfrm xmlns:a="http://schemas.openxmlformats.org/drawingml/2006/main" flipH="0" flipV="0">
            <a:off x="7467600" y="3524250"/>
            <a:ext cx="304800" cy="0"/>
          </a:xfrm>
          <a:prstGeom xmlns:a="http://schemas.openxmlformats.org/drawingml/2006/main" prst="straightConnector1">
            <a:avLst/>
          </a:prstGeom>
          <a:ln xmlns:a="http://schemas.openxmlformats.org/drawingml/2006/main" w="23813">
            <a:solidFill>
              <a:srgbClr val="157D80"/>
            </a:solidFill>
            <a:prstDash val="solid"/>
            <a:tailEnd type="triangle" w="med" len="med"/>
          </a:ln>
        </p:spPr>
      </p:cxnSp>
      <p:cxnSp>
        <p:nvCxnSpPr>
          <p:cNvPr id="18" name="partner-flow-47">
            <a:extLst xmlns:a="http://schemas.openxmlformats.org/drawingml/2006/main">
              <a:ext uri="{FF2B5EF4-FFF2-40B4-BE49-F238E27FC236}">
                <a16:creationId xmlns:a16="http://schemas.microsoft.com/office/drawing/2014/main" id="{E2F2930F-FE5A-40BA-9D10-EF9261776194}"/>
              </a:ext>
            </a:extLst>
          </p:cNvPr>
          <p:cNvCxnSpPr/>
          <p:nvPr/>
        </p:nvCxnSpPr>
        <p:spPr>
          <a:xfrm xmlns:a="http://schemas.openxmlformats.org/drawingml/2006/main" flipH="0" flipV="0">
            <a:off x="11049000" y="3524250"/>
            <a:ext cx="304800" cy="0"/>
          </a:xfrm>
          <a:prstGeom xmlns:a="http://schemas.openxmlformats.org/drawingml/2006/main" prst="straightConnector1">
            <a:avLst/>
          </a:prstGeom>
          <a:ln xmlns:a="http://schemas.openxmlformats.org/drawingml/2006/main" w="23813">
            <a:solidFill>
              <a:srgbClr val="157D80"/>
            </a:solidFill>
            <a:prstDash val="solid"/>
            <a:tailEnd type="triangle" w="med" len="med"/>
          </a:ln>
        </p:spPr>
      </p:cxnSp>
      <p:cxnSp>
        <p:nvCxnSpPr>
          <p:cNvPr id="19" name="partner-flow-48">
            <a:extLst xmlns:a="http://schemas.openxmlformats.org/drawingml/2006/main">
              <a:ext uri="{FF2B5EF4-FFF2-40B4-BE49-F238E27FC236}">
                <a16:creationId xmlns:a16="http://schemas.microsoft.com/office/drawing/2014/main" id="{4250851E-75DE-45DB-BF2B-3D2CEFACDAA2}"/>
              </a:ext>
            </a:extLst>
          </p:cNvPr>
          <p:cNvCxnSpPr/>
          <p:nvPr/>
        </p:nvCxnSpPr>
        <p:spPr>
          <a:xfrm xmlns:a="http://schemas.openxmlformats.org/drawingml/2006/main" flipH="0" flipV="1">
            <a:off x="2247900" y="2238375"/>
            <a:ext cx="0" cy="476250"/>
          </a:xfrm>
          <a:prstGeom xmlns:a="http://schemas.openxmlformats.org/drawingml/2006/main" prst="straightConnector1">
            <a:avLst/>
          </a:prstGeom>
          <a:ln xmlns:a="http://schemas.openxmlformats.org/drawingml/2006/main" w="23813">
            <a:solidFill>
              <a:srgbClr val="157D80"/>
            </a:solidFill>
            <a:prstDash val="solid"/>
          </a:ln>
        </p:spPr>
      </p:cxnSp>
      <p:cxnSp>
        <p:nvCxnSpPr>
          <p:cNvPr id="20" name="partner-flow-49">
            <a:extLst xmlns:a="http://schemas.openxmlformats.org/drawingml/2006/main">
              <a:ext uri="{FF2B5EF4-FFF2-40B4-BE49-F238E27FC236}">
                <a16:creationId xmlns:a16="http://schemas.microsoft.com/office/drawing/2014/main" id="{7A3EDE25-93E7-459E-916F-546029B658FF}"/>
              </a:ext>
            </a:extLst>
          </p:cNvPr>
          <p:cNvCxnSpPr/>
          <p:nvPr/>
        </p:nvCxnSpPr>
        <p:spPr>
          <a:xfrm xmlns:a="http://schemas.openxmlformats.org/drawingml/2006/main" flipH="0" flipV="0">
            <a:off x="2247900" y="2238375"/>
            <a:ext cx="7162800" cy="0"/>
          </a:xfrm>
          <a:prstGeom xmlns:a="http://schemas.openxmlformats.org/drawingml/2006/main" prst="straightConnector1">
            <a:avLst/>
          </a:prstGeom>
          <a:ln xmlns:a="http://schemas.openxmlformats.org/drawingml/2006/main" w="23813">
            <a:solidFill>
              <a:srgbClr val="157D80"/>
            </a:solidFill>
            <a:prstDash val="solid"/>
          </a:ln>
        </p:spPr>
      </p:cxnSp>
      <p:cxnSp>
        <p:nvCxnSpPr>
          <p:cNvPr id="21" name="partner-flow-50">
            <a:extLst xmlns:a="http://schemas.openxmlformats.org/drawingml/2006/main">
              <a:ext uri="{FF2B5EF4-FFF2-40B4-BE49-F238E27FC236}">
                <a16:creationId xmlns:a16="http://schemas.microsoft.com/office/drawing/2014/main" id="{E76EFA95-7777-4948-85FD-1938B1A1AEB0}"/>
              </a:ext>
            </a:extLst>
          </p:cNvPr>
          <p:cNvCxnSpPr/>
          <p:nvPr/>
        </p:nvCxnSpPr>
        <p:spPr>
          <a:xfrm xmlns:a="http://schemas.openxmlformats.org/drawingml/2006/main" flipH="0" flipV="0">
            <a:off x="9410700" y="2238375"/>
            <a:ext cx="0" cy="476250"/>
          </a:xfrm>
          <a:prstGeom xmlns:a="http://schemas.openxmlformats.org/drawingml/2006/main" prst="straightConnector1">
            <a:avLst/>
          </a:prstGeom>
          <a:ln xmlns:a="http://schemas.openxmlformats.org/drawingml/2006/main" w="23813">
            <a:solidFill>
              <a:srgbClr val="157D80"/>
            </a:solidFill>
            <a:prstDash val="solid"/>
            <a:tailEnd type="triangle" w="med" len="med"/>
          </a:ln>
        </p:spPr>
      </p:cxnSp>
      <p:sp>
        <p:nvSpPr>
          <p:cNvPr id="22" name="partner-text-51">
            <a:extLst xmlns:a="http://schemas.openxmlformats.org/drawingml/2006/main">
              <a:ext uri="{FF2B5EF4-FFF2-40B4-BE49-F238E27FC236}">
                <a16:creationId xmlns:a16="http://schemas.microsoft.com/office/drawing/2014/main" id="{F4E2E950-6D9E-4CB2-AC20-F5C7FC2CFC58}"/>
              </a:ext>
            </a:extLst>
          </p:cNvPr>
          <p:cNvSpPr>
            <a:spLocks xmlns:a="http://schemas.openxmlformats.org/drawingml/2006/main" noGrp="1"/>
          </p:cNvSpPr>
          <p:nvPr/>
        </p:nvSpPr>
        <p:spPr>
          <a:xfrm xmlns:a="http://schemas.openxmlformats.org/drawingml/2006/main">
            <a:off x="2247900" y="1914525"/>
            <a:ext cx="7162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725" b="0">
                <a:solidFill>
                  <a:srgbClr val="4A6572"/>
                </a:solidFill>
                <a:latin typeface="Aptos"/>
                <a:ea typeface="Aptos"/>
                <a:cs typeface="Aptos"/>
              </a:defRPr>
            </a:defPPr>
            <a:lvl1pPr algn="ctr">
              <a:buNone/>
              <a:defRPr sz="1725" b="0">
                <a:solidFill>
                  <a:srgbClr val="4A6572"/>
                </a:solidFill>
                <a:latin typeface="Aptos"/>
                <a:ea typeface="Aptos"/>
                <a:cs typeface="Aptos"/>
              </a:defRPr>
            </a:lvl1pPr>
            <a:lvl2pPr algn="ctr">
              <a:buNone/>
              <a:defRPr sz="1725" b="0">
                <a:solidFill>
                  <a:srgbClr val="4A6572"/>
                </a:solidFill>
                <a:latin typeface="Aptos"/>
                <a:ea typeface="Aptos"/>
                <a:cs typeface="Aptos"/>
              </a:defRPr>
            </a:lvl2pPr>
            <a:lvl3pPr algn="ctr">
              <a:buNone/>
              <a:defRPr sz="1725" b="0">
                <a:solidFill>
                  <a:srgbClr val="4A6572"/>
                </a:solidFill>
                <a:latin typeface="Aptos"/>
                <a:ea typeface="Aptos"/>
                <a:cs typeface="Aptos"/>
              </a:defRPr>
            </a:lvl3pPr>
            <a:lvl4pPr algn="ctr">
              <a:buNone/>
              <a:defRPr sz="1725" b="0">
                <a:solidFill>
                  <a:srgbClr val="4A6572"/>
                </a:solidFill>
                <a:latin typeface="Aptos"/>
                <a:ea typeface="Aptos"/>
                <a:cs typeface="Aptos"/>
              </a:defRPr>
            </a:lvl4pPr>
            <a:lvl5pPr algn="ctr">
              <a:buNone/>
              <a:defRPr sz="1725" b="0">
                <a:solidFill>
                  <a:srgbClr val="4A6572"/>
                </a:solidFill>
                <a:latin typeface="Aptos"/>
                <a:ea typeface="Aptos"/>
                <a:cs typeface="Aptos"/>
              </a:defRPr>
            </a:lvl5pPr>
            <a:lvl6pPr algn="ctr">
              <a:buNone/>
              <a:defRPr sz="1725" b="0">
                <a:solidFill>
                  <a:srgbClr val="4A6572"/>
                </a:solidFill>
                <a:latin typeface="Aptos"/>
                <a:ea typeface="Aptos"/>
                <a:cs typeface="Aptos"/>
              </a:defRPr>
            </a:lvl6pPr>
            <a:lvl7pPr algn="ctr">
              <a:buNone/>
              <a:defRPr sz="1725" b="0">
                <a:solidFill>
                  <a:srgbClr val="4A6572"/>
                </a:solidFill>
                <a:latin typeface="Aptos"/>
                <a:ea typeface="Aptos"/>
                <a:cs typeface="Aptos"/>
              </a:defRPr>
            </a:lvl7pPr>
            <a:lvl8pPr algn="ctr">
              <a:buNone/>
              <a:defRPr sz="1725" b="0">
                <a:solidFill>
                  <a:srgbClr val="4A6572"/>
                </a:solidFill>
                <a:latin typeface="Aptos"/>
                <a:ea typeface="Aptos"/>
                <a:cs typeface="Aptos"/>
              </a:defRPr>
            </a:lvl8pPr>
            <a:lvl9pPr algn="ctr">
              <a:buNone/>
              <a:defRPr sz="1725" b="0">
                <a:solidFill>
                  <a:srgbClr val="4A6572"/>
                </a:solidFill>
                <a:latin typeface="Aptos"/>
                <a:ea typeface="Aptos"/>
                <a:cs typeface="Aptos"/>
              </a:defRPr>
            </a:lvl9pPr>
          </a:lstStyle>
          <a:p xmlns:a="http://schemas.openxmlformats.org/drawingml/2006/main">
            <a:pPr algn="ctr">
              <a:buNone/>
              <a:defRPr sz="1725" b="0">
                <a:solidFill>
                  <a:srgbClr val="4A6572"/>
                </a:solidFill>
                <a:latin typeface="Aptos"/>
                <a:ea typeface="Aptos"/>
                <a:cs typeface="Aptos"/>
              </a:defRPr>
            </a:pPr>
            <a:r>
              <a:rPr sz="1725" b="0">
                <a:solidFill>
                  <a:srgbClr val="4A6572"/>
                </a:solidFill>
                <a:latin typeface="Aptos"/>
                <a:ea typeface="Aptos"/>
                <a:cs typeface="Aptos"/>
              </a:rPr>
              <a:t>Sufficient evidence: answer + no-change receipt</a:t>
            </a:r>
          </a:p>
        </p:txBody>
      </p:sp>
      <p:cxnSp>
        <p:nvCxnSpPr>
          <p:cNvPr id="23" name="partner-flow-52">
            <a:extLst xmlns:a="http://schemas.openxmlformats.org/drawingml/2006/main">
              <a:ext uri="{FF2B5EF4-FFF2-40B4-BE49-F238E27FC236}">
                <a16:creationId xmlns:a16="http://schemas.microsoft.com/office/drawing/2014/main" id="{533D558D-2C9F-42BB-945D-2A51DE506835}"/>
              </a:ext>
            </a:extLst>
          </p:cNvPr>
          <p:cNvCxnSpPr/>
          <p:nvPr/>
        </p:nvCxnSpPr>
        <p:spPr>
          <a:xfrm xmlns:a="http://schemas.openxmlformats.org/drawingml/2006/main" flipH="0" flipV="0">
            <a:off x="12992100" y="4333875"/>
            <a:ext cx="0" cy="333375"/>
          </a:xfrm>
          <a:prstGeom xmlns:a="http://schemas.openxmlformats.org/drawingml/2006/main" prst="straightConnector1">
            <a:avLst/>
          </a:prstGeom>
          <a:ln xmlns:a="http://schemas.openxmlformats.org/drawingml/2006/main" w="23813">
            <a:solidFill>
              <a:srgbClr val="157D80"/>
            </a:solidFill>
            <a:prstDash val="solid"/>
          </a:ln>
        </p:spPr>
      </p:cxnSp>
      <p:cxnSp>
        <p:nvCxnSpPr>
          <p:cNvPr id="24" name="partner-flow-53">
            <a:extLst xmlns:a="http://schemas.openxmlformats.org/drawingml/2006/main">
              <a:ext uri="{FF2B5EF4-FFF2-40B4-BE49-F238E27FC236}">
                <a16:creationId xmlns:a16="http://schemas.microsoft.com/office/drawing/2014/main" id="{306B542C-5136-4807-A7CE-186DDBB1C555}"/>
              </a:ext>
            </a:extLst>
          </p:cNvPr>
          <p:cNvCxnSpPr/>
          <p:nvPr/>
        </p:nvCxnSpPr>
        <p:spPr>
          <a:xfrm xmlns:a="http://schemas.openxmlformats.org/drawingml/2006/main" flipH="1" flipV="0">
            <a:off x="2247900" y="4667250"/>
            <a:ext cx="10744200" cy="0"/>
          </a:xfrm>
          <a:prstGeom xmlns:a="http://schemas.openxmlformats.org/drawingml/2006/main" prst="straightConnector1">
            <a:avLst/>
          </a:prstGeom>
          <a:ln xmlns:a="http://schemas.openxmlformats.org/drawingml/2006/main" w="23813">
            <a:solidFill>
              <a:srgbClr val="157D80"/>
            </a:solidFill>
            <a:prstDash val="solid"/>
          </a:ln>
        </p:spPr>
      </p:cxnSp>
      <p:cxnSp>
        <p:nvCxnSpPr>
          <p:cNvPr id="25" name="partner-flow-54">
            <a:extLst xmlns:a="http://schemas.openxmlformats.org/drawingml/2006/main">
              <a:ext uri="{FF2B5EF4-FFF2-40B4-BE49-F238E27FC236}">
                <a16:creationId xmlns:a16="http://schemas.microsoft.com/office/drawing/2014/main" id="{E8B96621-1E68-42BC-BAD3-98CE12D32ABA}"/>
              </a:ext>
            </a:extLst>
          </p:cNvPr>
          <p:cNvCxnSpPr/>
          <p:nvPr/>
        </p:nvCxnSpPr>
        <p:spPr>
          <a:xfrm xmlns:a="http://schemas.openxmlformats.org/drawingml/2006/main" flipH="0" flipV="1">
            <a:off x="2247900" y="4333875"/>
            <a:ext cx="0" cy="333375"/>
          </a:xfrm>
          <a:prstGeom xmlns:a="http://schemas.openxmlformats.org/drawingml/2006/main" prst="straightConnector1">
            <a:avLst/>
          </a:prstGeom>
          <a:ln xmlns:a="http://schemas.openxmlformats.org/drawingml/2006/main" w="23813">
            <a:solidFill>
              <a:srgbClr val="157D80"/>
            </a:solidFill>
            <a:prstDash val="solid"/>
            <a:tailEnd type="triangle" w="med" len="med"/>
          </a:ln>
        </p:spPr>
      </p:cxnSp>
      <p:sp>
        <p:nvSpPr>
          <p:cNvPr id="26" name="partner-text-55">
            <a:extLst xmlns:a="http://schemas.openxmlformats.org/drawingml/2006/main">
              <a:ext uri="{FF2B5EF4-FFF2-40B4-BE49-F238E27FC236}">
                <a16:creationId xmlns:a16="http://schemas.microsoft.com/office/drawing/2014/main" id="{F01A2471-98BD-4112-A4C9-A77115890286}"/>
              </a:ext>
            </a:extLst>
          </p:cNvPr>
          <p:cNvSpPr>
            <a:spLocks xmlns:a="http://schemas.openxmlformats.org/drawingml/2006/main" noGrp="1"/>
          </p:cNvSpPr>
          <p:nvPr/>
        </p:nvSpPr>
        <p:spPr>
          <a:xfrm xmlns:a="http://schemas.openxmlformats.org/drawingml/2006/main">
            <a:off x="3333750" y="4848225"/>
            <a:ext cx="857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950" b="0">
                <a:solidFill>
                  <a:srgbClr val="4A6572"/>
                </a:solidFill>
                <a:latin typeface="Aptos"/>
                <a:ea typeface="Aptos"/>
                <a:cs typeface="Aptos"/>
              </a:defRPr>
            </a:defPPr>
            <a:lvl1pPr algn="ctr">
              <a:buNone/>
              <a:defRPr sz="1950" b="0">
                <a:solidFill>
                  <a:srgbClr val="4A6572"/>
                </a:solidFill>
                <a:latin typeface="Aptos"/>
                <a:ea typeface="Aptos"/>
                <a:cs typeface="Aptos"/>
              </a:defRPr>
            </a:lvl1pPr>
            <a:lvl2pPr algn="ctr">
              <a:buNone/>
              <a:defRPr sz="1950" b="0">
                <a:solidFill>
                  <a:srgbClr val="4A6572"/>
                </a:solidFill>
                <a:latin typeface="Aptos"/>
                <a:ea typeface="Aptos"/>
                <a:cs typeface="Aptos"/>
              </a:defRPr>
            </a:lvl2pPr>
            <a:lvl3pPr algn="ctr">
              <a:buNone/>
              <a:defRPr sz="1950" b="0">
                <a:solidFill>
                  <a:srgbClr val="4A6572"/>
                </a:solidFill>
                <a:latin typeface="Aptos"/>
                <a:ea typeface="Aptos"/>
                <a:cs typeface="Aptos"/>
              </a:defRPr>
            </a:lvl3pPr>
            <a:lvl4pPr algn="ctr">
              <a:buNone/>
              <a:defRPr sz="1950" b="0">
                <a:solidFill>
                  <a:srgbClr val="4A6572"/>
                </a:solidFill>
                <a:latin typeface="Aptos"/>
                <a:ea typeface="Aptos"/>
                <a:cs typeface="Aptos"/>
              </a:defRPr>
            </a:lvl4pPr>
            <a:lvl5pPr algn="ctr">
              <a:buNone/>
              <a:defRPr sz="1950" b="0">
                <a:solidFill>
                  <a:srgbClr val="4A6572"/>
                </a:solidFill>
                <a:latin typeface="Aptos"/>
                <a:ea typeface="Aptos"/>
                <a:cs typeface="Aptos"/>
              </a:defRPr>
            </a:lvl5pPr>
            <a:lvl6pPr algn="ctr">
              <a:buNone/>
              <a:defRPr sz="1950" b="0">
                <a:solidFill>
                  <a:srgbClr val="4A6572"/>
                </a:solidFill>
                <a:latin typeface="Aptos"/>
                <a:ea typeface="Aptos"/>
                <a:cs typeface="Aptos"/>
              </a:defRPr>
            </a:lvl6pPr>
            <a:lvl7pPr algn="ctr">
              <a:buNone/>
              <a:defRPr sz="1950" b="0">
                <a:solidFill>
                  <a:srgbClr val="4A6572"/>
                </a:solidFill>
                <a:latin typeface="Aptos"/>
                <a:ea typeface="Aptos"/>
                <a:cs typeface="Aptos"/>
              </a:defRPr>
            </a:lvl7pPr>
            <a:lvl8pPr algn="ctr">
              <a:buNone/>
              <a:defRPr sz="1950" b="0">
                <a:solidFill>
                  <a:srgbClr val="4A6572"/>
                </a:solidFill>
                <a:latin typeface="Aptos"/>
                <a:ea typeface="Aptos"/>
                <a:cs typeface="Aptos"/>
              </a:defRPr>
            </a:lvl8pPr>
            <a:lvl9pPr algn="ctr">
              <a:buNone/>
              <a:defRPr sz="1950" b="0">
                <a:solidFill>
                  <a:srgbClr val="4A6572"/>
                </a:solidFill>
                <a:latin typeface="Aptos"/>
                <a:ea typeface="Aptos"/>
                <a:cs typeface="Aptos"/>
              </a:defRPr>
            </a:lvl9pPr>
          </a:lstStyle>
          <a:p xmlns:a="http://schemas.openxmlformats.org/drawingml/2006/main">
            <a:pPr algn="ctr">
              <a:buNone/>
              <a:defRPr sz="1950" b="0">
                <a:solidFill>
                  <a:srgbClr val="4A6572"/>
                </a:solidFill>
                <a:latin typeface="Aptos"/>
                <a:ea typeface="Aptos"/>
                <a:cs typeface="Aptos"/>
              </a:defRPr>
            </a:pPr>
            <a:r>
              <a:rPr sz="1950" b="0">
                <a:solidFill>
                  <a:srgbClr val="4A6572"/>
                </a:solidFill>
                <a:latin typeface="Aptos"/>
                <a:ea typeface="Aptos"/>
                <a:cs typeface="Aptos"/>
              </a:rPr>
              <a:t>The next task reuses the updated knowledge</a:t>
            </a:r>
          </a:p>
        </p:txBody>
      </p:sp>
      <p:sp>
        <p:nvSpPr>
          <p:cNvPr id="27" name="partner-text-56">
            <a:extLst xmlns:a="http://schemas.openxmlformats.org/drawingml/2006/main">
              <a:ext uri="{FF2B5EF4-FFF2-40B4-BE49-F238E27FC236}">
                <a16:creationId xmlns:a16="http://schemas.microsoft.com/office/drawing/2014/main" id="{A66860AA-21F4-41F0-BFC2-4EC8980DE83F}"/>
              </a:ext>
            </a:extLst>
          </p:cNvPr>
          <p:cNvSpPr>
            <a:spLocks xmlns:a="http://schemas.openxmlformats.org/drawingml/2006/main" noGrp="1"/>
          </p:cNvSpPr>
          <p:nvPr/>
        </p:nvSpPr>
        <p:spPr>
          <a:xfrm xmlns:a="http://schemas.openxmlformats.org/drawingml/2006/main">
            <a:off x="609600" y="5572125"/>
            <a:ext cx="6858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157D80"/>
                </a:solidFill>
                <a:latin typeface="Aptos"/>
                <a:ea typeface="Aptos"/>
                <a:cs typeface="Aptos"/>
              </a:defRPr>
            </a:defPPr>
            <a:lvl1pPr algn="l">
              <a:buNone/>
              <a:defRPr sz="2250" b="1">
                <a:solidFill>
                  <a:srgbClr val="157D80"/>
                </a:solidFill>
                <a:latin typeface="Aptos"/>
                <a:ea typeface="Aptos"/>
                <a:cs typeface="Aptos"/>
              </a:defRPr>
            </a:lvl1pPr>
            <a:lvl2pPr algn="l">
              <a:buNone/>
              <a:defRPr sz="2250" b="1">
                <a:solidFill>
                  <a:srgbClr val="157D80"/>
                </a:solidFill>
                <a:latin typeface="Aptos"/>
                <a:ea typeface="Aptos"/>
                <a:cs typeface="Aptos"/>
              </a:defRPr>
            </a:lvl2pPr>
            <a:lvl3pPr algn="l">
              <a:buNone/>
              <a:defRPr sz="2250" b="1">
                <a:solidFill>
                  <a:srgbClr val="157D80"/>
                </a:solidFill>
                <a:latin typeface="Aptos"/>
                <a:ea typeface="Aptos"/>
                <a:cs typeface="Aptos"/>
              </a:defRPr>
            </a:lvl3pPr>
            <a:lvl4pPr algn="l">
              <a:buNone/>
              <a:defRPr sz="2250" b="1">
                <a:solidFill>
                  <a:srgbClr val="157D80"/>
                </a:solidFill>
                <a:latin typeface="Aptos"/>
                <a:ea typeface="Aptos"/>
                <a:cs typeface="Aptos"/>
              </a:defRPr>
            </a:lvl4pPr>
            <a:lvl5pPr algn="l">
              <a:buNone/>
              <a:defRPr sz="2250" b="1">
                <a:solidFill>
                  <a:srgbClr val="157D80"/>
                </a:solidFill>
                <a:latin typeface="Aptos"/>
                <a:ea typeface="Aptos"/>
                <a:cs typeface="Aptos"/>
              </a:defRPr>
            </a:lvl5pPr>
            <a:lvl6pPr algn="l">
              <a:buNone/>
              <a:defRPr sz="2250" b="1">
                <a:solidFill>
                  <a:srgbClr val="157D80"/>
                </a:solidFill>
                <a:latin typeface="Aptos"/>
                <a:ea typeface="Aptos"/>
                <a:cs typeface="Aptos"/>
              </a:defRPr>
            </a:lvl6pPr>
            <a:lvl7pPr algn="l">
              <a:buNone/>
              <a:defRPr sz="2250" b="1">
                <a:solidFill>
                  <a:srgbClr val="157D80"/>
                </a:solidFill>
                <a:latin typeface="Aptos"/>
                <a:ea typeface="Aptos"/>
                <a:cs typeface="Aptos"/>
              </a:defRPr>
            </a:lvl7pPr>
            <a:lvl8pPr algn="l">
              <a:buNone/>
              <a:defRPr sz="2250" b="1">
                <a:solidFill>
                  <a:srgbClr val="157D80"/>
                </a:solidFill>
                <a:latin typeface="Aptos"/>
                <a:ea typeface="Aptos"/>
                <a:cs typeface="Aptos"/>
              </a:defRPr>
            </a:lvl8pPr>
            <a:lvl9pPr algn="l">
              <a:buNone/>
              <a:defRPr sz="2250" b="1">
                <a:solidFill>
                  <a:srgbClr val="157D80"/>
                </a:solidFill>
                <a:latin typeface="Aptos"/>
                <a:ea typeface="Aptos"/>
                <a:cs typeface="Aptos"/>
              </a:defRPr>
            </a:lvl9pPr>
          </a:lstStyle>
          <a:p xmlns:a="http://schemas.openxmlformats.org/drawingml/2006/main">
            <a:pPr algn="l">
              <a:buNone/>
              <a:defRPr sz="2250" b="1">
                <a:solidFill>
                  <a:srgbClr val="157D80"/>
                </a:solidFill>
                <a:latin typeface="Aptos"/>
                <a:ea typeface="Aptos"/>
                <a:cs typeface="Aptos"/>
              </a:defRPr>
            </a:pPr>
            <a:r>
              <a:rPr sz="2250" b="1">
                <a:solidFill>
                  <a:srgbClr val="157D80"/>
                </a:solidFill>
                <a:latin typeface="Aptos"/>
                <a:ea typeface="Aptos"/>
                <a:cs typeface="Aptos"/>
              </a:rPr>
              <a:t>Bounded application knowledge</a:t>
            </a:r>
          </a:p>
        </p:txBody>
      </p:sp>
      <p:sp>
        <p:nvSpPr>
          <p:cNvPr id="28" name="partner-text-57">
            <a:extLst xmlns:a="http://schemas.openxmlformats.org/drawingml/2006/main">
              <a:ext uri="{FF2B5EF4-FFF2-40B4-BE49-F238E27FC236}">
                <a16:creationId xmlns:a16="http://schemas.microsoft.com/office/drawing/2014/main" id="{2782D3B6-3527-46B6-8D1E-15A60603C98B}"/>
              </a:ext>
            </a:extLst>
          </p:cNvPr>
          <p:cNvSpPr>
            <a:spLocks xmlns:a="http://schemas.openxmlformats.org/drawingml/2006/main" noGrp="1"/>
          </p:cNvSpPr>
          <p:nvPr/>
        </p:nvSpPr>
        <p:spPr>
          <a:xfrm xmlns:a="http://schemas.openxmlformats.org/drawingml/2006/main">
            <a:off x="609600" y="6143625"/>
            <a:ext cx="70485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32E38"/>
                </a:solidFill>
                <a:latin typeface="Aptos"/>
                <a:ea typeface="Aptos"/>
                <a:cs typeface="Aptos"/>
              </a:defRPr>
            </a:defPPr>
            <a:lvl1pPr algn="l">
              <a:buNone/>
              <a:defRPr sz="2025" b="0">
                <a:solidFill>
                  <a:srgbClr val="132E38"/>
                </a:solidFill>
                <a:latin typeface="Aptos"/>
                <a:ea typeface="Aptos"/>
                <a:cs typeface="Aptos"/>
              </a:defRPr>
            </a:lvl1pPr>
            <a:lvl2pPr algn="l">
              <a:buNone/>
              <a:defRPr sz="2025" b="0">
                <a:solidFill>
                  <a:srgbClr val="132E38"/>
                </a:solidFill>
                <a:latin typeface="Aptos"/>
                <a:ea typeface="Aptos"/>
                <a:cs typeface="Aptos"/>
              </a:defRPr>
            </a:lvl2pPr>
            <a:lvl3pPr algn="l">
              <a:buNone/>
              <a:defRPr sz="2025" b="0">
                <a:solidFill>
                  <a:srgbClr val="132E38"/>
                </a:solidFill>
                <a:latin typeface="Aptos"/>
                <a:ea typeface="Aptos"/>
                <a:cs typeface="Aptos"/>
              </a:defRPr>
            </a:lvl3pPr>
            <a:lvl4pPr algn="l">
              <a:buNone/>
              <a:defRPr sz="2025" b="0">
                <a:solidFill>
                  <a:srgbClr val="132E38"/>
                </a:solidFill>
                <a:latin typeface="Aptos"/>
                <a:ea typeface="Aptos"/>
                <a:cs typeface="Aptos"/>
              </a:defRPr>
            </a:lvl4pPr>
            <a:lvl5pPr algn="l">
              <a:buNone/>
              <a:defRPr sz="2025" b="0">
                <a:solidFill>
                  <a:srgbClr val="132E38"/>
                </a:solidFill>
                <a:latin typeface="Aptos"/>
                <a:ea typeface="Aptos"/>
                <a:cs typeface="Aptos"/>
              </a:defRPr>
            </a:lvl5pPr>
            <a:lvl6pPr algn="l">
              <a:buNone/>
              <a:defRPr sz="2025" b="0">
                <a:solidFill>
                  <a:srgbClr val="132E38"/>
                </a:solidFill>
                <a:latin typeface="Aptos"/>
                <a:ea typeface="Aptos"/>
                <a:cs typeface="Aptos"/>
              </a:defRPr>
            </a:lvl6pPr>
            <a:lvl7pPr algn="l">
              <a:buNone/>
              <a:defRPr sz="2025" b="0">
                <a:solidFill>
                  <a:srgbClr val="132E38"/>
                </a:solidFill>
                <a:latin typeface="Aptos"/>
                <a:ea typeface="Aptos"/>
                <a:cs typeface="Aptos"/>
              </a:defRPr>
            </a:lvl7pPr>
            <a:lvl8pPr algn="l">
              <a:buNone/>
              <a:defRPr sz="2025" b="0">
                <a:solidFill>
                  <a:srgbClr val="132E38"/>
                </a:solidFill>
                <a:latin typeface="Aptos"/>
                <a:ea typeface="Aptos"/>
                <a:cs typeface="Aptos"/>
              </a:defRPr>
            </a:lvl8pPr>
            <a:lvl9pPr algn="l">
              <a:buNone/>
              <a:defRPr sz="2025" b="0">
                <a:solidFill>
                  <a:srgbClr val="132E38"/>
                </a:solidFill>
                <a:latin typeface="Aptos"/>
                <a:ea typeface="Aptos"/>
                <a:cs typeface="Aptos"/>
              </a:defRPr>
            </a:lvl9pPr>
          </a:lstStyle>
          <a:p xmlns:a="http://schemas.openxmlformats.org/drawingml/2006/main">
            <a:pPr algn="l">
              <a:buNone/>
              <a:defRPr sz="2025" b="0">
                <a:solidFill>
                  <a:srgbClr val="132E38"/>
                </a:solidFill>
                <a:latin typeface="Aptos"/>
                <a:ea typeface="Aptos"/>
                <a:cs typeface="Aptos"/>
              </a:defRPr>
            </a:pPr>
            <a:r>
              <a:rPr sz="2025" b="0">
                <a:solidFill>
                  <a:srgbClr val="132E38"/>
                </a:solidFill>
                <a:latin typeface="Aptos"/>
                <a:ea typeface="Aptos"/>
                <a:cs typeface="Aptos"/>
              </a:rPr>
              <a:t>Organizations, people and contact roles</a:t>
            </a:r>
          </a:p>
          <a:p xmlns:a="http://schemas.openxmlformats.org/drawingml/2006/main">
            <a:pPr algn="l">
              <a:buNone/>
              <a:defRPr sz="2025" b="0">
                <a:solidFill>
                  <a:srgbClr val="132E38"/>
                </a:solidFill>
                <a:latin typeface="Aptos"/>
                <a:ea typeface="Aptos"/>
                <a:cs typeface="Aptos"/>
              </a:defRPr>
            </a:pPr>
            <a:r>
              <a:rPr sz="2025" b="0">
                <a:solidFill>
                  <a:srgbClr val="132E38"/>
                </a:solidFill>
                <a:latin typeface="Aptos"/>
                <a:ea typeface="Aptos"/>
                <a:cs typeface="Aptos"/>
              </a:rPr>
              <a:t>Programs, projects, events and work history</a:t>
            </a:r>
          </a:p>
          <a:p xmlns:a="http://schemas.openxmlformats.org/drawingml/2006/main">
            <a:pPr algn="l">
              <a:buNone/>
              <a:defRPr sz="2025" b="0">
                <a:solidFill>
                  <a:srgbClr val="132E38"/>
                </a:solidFill>
                <a:latin typeface="Aptos"/>
                <a:ea typeface="Aptos"/>
                <a:cs typeface="Aptos"/>
              </a:defRPr>
            </a:pPr>
            <a:r>
              <a:rPr sz="2025" b="0">
                <a:solidFill>
                  <a:srgbClr val="132E38"/>
                </a:solidFill>
                <a:latin typeface="Aptos"/>
                <a:ea typeface="Aptos"/>
                <a:cs typeface="Aptos"/>
              </a:rPr>
              <a:t>Relationship owners and evidenced introductions</a:t>
            </a:r>
          </a:p>
        </p:txBody>
      </p:sp>
      <p:sp>
        <p:nvSpPr>
          <p:cNvPr id="29" name="partner-text-58">
            <a:extLst xmlns:a="http://schemas.openxmlformats.org/drawingml/2006/main">
              <a:ext uri="{FF2B5EF4-FFF2-40B4-BE49-F238E27FC236}">
                <a16:creationId xmlns:a16="http://schemas.microsoft.com/office/drawing/2014/main" id="{2516167F-50DE-49CA-9378-18DEB01F4A8E}"/>
              </a:ext>
            </a:extLst>
          </p:cNvPr>
          <p:cNvSpPr>
            <a:spLocks xmlns:a="http://schemas.openxmlformats.org/drawingml/2006/main" noGrp="1"/>
          </p:cNvSpPr>
          <p:nvPr/>
        </p:nvSpPr>
        <p:spPr>
          <a:xfrm xmlns:a="http://schemas.openxmlformats.org/drawingml/2006/main">
            <a:off x="8191500" y="6143625"/>
            <a:ext cx="64389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132E38"/>
                </a:solidFill>
                <a:latin typeface="Aptos"/>
                <a:ea typeface="Aptos"/>
                <a:cs typeface="Aptos"/>
              </a:defRPr>
            </a:defPPr>
            <a:lvl1pPr algn="l">
              <a:buNone/>
              <a:defRPr sz="1950" b="0">
                <a:solidFill>
                  <a:srgbClr val="132E38"/>
                </a:solidFill>
                <a:latin typeface="Aptos"/>
                <a:ea typeface="Aptos"/>
                <a:cs typeface="Aptos"/>
              </a:defRPr>
            </a:lvl1pPr>
            <a:lvl2pPr algn="l">
              <a:buNone/>
              <a:defRPr sz="1950" b="0">
                <a:solidFill>
                  <a:srgbClr val="132E38"/>
                </a:solidFill>
                <a:latin typeface="Aptos"/>
                <a:ea typeface="Aptos"/>
                <a:cs typeface="Aptos"/>
              </a:defRPr>
            </a:lvl2pPr>
            <a:lvl3pPr algn="l">
              <a:buNone/>
              <a:defRPr sz="1950" b="0">
                <a:solidFill>
                  <a:srgbClr val="132E38"/>
                </a:solidFill>
                <a:latin typeface="Aptos"/>
                <a:ea typeface="Aptos"/>
                <a:cs typeface="Aptos"/>
              </a:defRPr>
            </a:lvl3pPr>
            <a:lvl4pPr algn="l">
              <a:buNone/>
              <a:defRPr sz="1950" b="0">
                <a:solidFill>
                  <a:srgbClr val="132E38"/>
                </a:solidFill>
                <a:latin typeface="Aptos"/>
                <a:ea typeface="Aptos"/>
                <a:cs typeface="Aptos"/>
              </a:defRPr>
            </a:lvl4pPr>
            <a:lvl5pPr algn="l">
              <a:buNone/>
              <a:defRPr sz="1950" b="0">
                <a:solidFill>
                  <a:srgbClr val="132E38"/>
                </a:solidFill>
                <a:latin typeface="Aptos"/>
                <a:ea typeface="Aptos"/>
                <a:cs typeface="Aptos"/>
              </a:defRPr>
            </a:lvl5pPr>
            <a:lvl6pPr algn="l">
              <a:buNone/>
              <a:defRPr sz="1950" b="0">
                <a:solidFill>
                  <a:srgbClr val="132E38"/>
                </a:solidFill>
                <a:latin typeface="Aptos"/>
                <a:ea typeface="Aptos"/>
                <a:cs typeface="Aptos"/>
              </a:defRPr>
            </a:lvl6pPr>
            <a:lvl7pPr algn="l">
              <a:buNone/>
              <a:defRPr sz="1950" b="0">
                <a:solidFill>
                  <a:srgbClr val="132E38"/>
                </a:solidFill>
                <a:latin typeface="Aptos"/>
                <a:ea typeface="Aptos"/>
                <a:cs typeface="Aptos"/>
              </a:defRPr>
            </a:lvl7pPr>
            <a:lvl8pPr algn="l">
              <a:buNone/>
              <a:defRPr sz="1950" b="0">
                <a:solidFill>
                  <a:srgbClr val="132E38"/>
                </a:solidFill>
                <a:latin typeface="Aptos"/>
                <a:ea typeface="Aptos"/>
                <a:cs typeface="Aptos"/>
              </a:defRPr>
            </a:lvl8pPr>
            <a:lvl9pPr algn="l">
              <a:buNone/>
              <a:defRPr sz="1950" b="0">
                <a:solidFill>
                  <a:srgbClr val="132E38"/>
                </a:solidFill>
                <a:latin typeface="Aptos"/>
                <a:ea typeface="Aptos"/>
                <a:cs typeface="Aptos"/>
              </a:defRPr>
            </a:lvl9pPr>
          </a:lstStyle>
          <a:p xmlns:a="http://schemas.openxmlformats.org/drawingml/2006/main">
            <a:pPr algn="l">
              <a:buNone/>
              <a:defRPr sz="1950" b="0">
                <a:solidFill>
                  <a:srgbClr val="132E38"/>
                </a:solidFill>
                <a:latin typeface="Aptos"/>
                <a:ea typeface="Aptos"/>
                <a:cs typeface="Aptos"/>
              </a:defRPr>
            </a:pPr>
            <a:r>
              <a:rPr sz="1950" b="0">
                <a:solidFill>
                  <a:srgbClr val="132E38"/>
                </a:solidFill>
                <a:latin typeface="Aptos"/>
                <a:ea typeface="Aptos"/>
                <a:cs typeface="Aptos"/>
              </a:rPr>
              <a:t>Source, revision, date and audience on every fact</a:t>
            </a:r>
          </a:p>
          <a:p xmlns:a="http://schemas.openxmlformats.org/drawingml/2006/main">
            <a:pPr algn="l">
              <a:buNone/>
              <a:defRPr sz="1950" b="0">
                <a:solidFill>
                  <a:srgbClr val="132E38"/>
                </a:solidFill>
                <a:latin typeface="Aptos"/>
                <a:ea typeface="Aptos"/>
                <a:cs typeface="Aptos"/>
              </a:defRPr>
            </a:pPr>
            <a:r>
              <a:rPr sz="1950" b="0">
                <a:solidFill>
                  <a:srgbClr val="132E38"/>
                </a:solidFill>
                <a:latin typeface="Aptos"/>
                <a:ea typeface="Aptos"/>
                <a:cs typeface="Aptos"/>
              </a:rPr>
              <a:t>Prospects and collaborators stay distinct</a:t>
            </a:r>
          </a:p>
          <a:p xmlns:a="http://schemas.openxmlformats.org/drawingml/2006/main">
            <a:pPr algn="l">
              <a:buNone/>
              <a:defRPr sz="1950" b="0">
                <a:solidFill>
                  <a:srgbClr val="132E38"/>
                </a:solidFill>
                <a:latin typeface="Aptos"/>
                <a:ea typeface="Aptos"/>
                <a:cs typeface="Aptos"/>
              </a:defRPr>
            </a:pPr>
            <a:r>
              <a:rPr sz="1950" b="0">
                <a:solidFill>
                  <a:srgbClr val="132E38"/>
                </a:solidFill>
                <a:latin typeface="Aptos"/>
                <a:ea typeface="Aptos"/>
                <a:cs typeface="Aptos"/>
              </a:rPr>
              <a:t>Delivery stage: planned, started or completed</a:t>
            </a:r>
          </a:p>
        </p:txBody>
      </p:sp>
      <p:sp>
        <p:nvSpPr>
          <p:cNvPr id="30" name="partner-text-59">
            <a:extLst xmlns:a="http://schemas.openxmlformats.org/drawingml/2006/main">
              <a:ext uri="{FF2B5EF4-FFF2-40B4-BE49-F238E27FC236}">
                <a16:creationId xmlns:a16="http://schemas.microsoft.com/office/drawing/2014/main" id="{B350B102-319D-490B-9097-63C91AD72915}"/>
              </a:ext>
            </a:extLst>
          </p:cNvPr>
          <p:cNvSpPr>
            <a:spLocks xmlns:a="http://schemas.openxmlformats.org/drawingml/2006/main" noGrp="1"/>
          </p:cNvSpPr>
          <p:nvPr/>
        </p:nvSpPr>
        <p:spPr>
          <a:xfrm xmlns:a="http://schemas.openxmlformats.org/drawingml/2006/main">
            <a:off x="609600" y="7543800"/>
            <a:ext cx="140208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4A6572"/>
                </a:solidFill>
                <a:latin typeface="Aptos"/>
                <a:ea typeface="Aptos"/>
                <a:cs typeface="Aptos"/>
              </a:defRPr>
            </a:defPPr>
            <a:lvl1pPr algn="l">
              <a:buNone/>
              <a:defRPr sz="1875" b="0">
                <a:solidFill>
                  <a:srgbClr val="4A6572"/>
                </a:solidFill>
                <a:latin typeface="Aptos"/>
                <a:ea typeface="Aptos"/>
                <a:cs typeface="Aptos"/>
              </a:defRPr>
            </a:lvl1pPr>
            <a:lvl2pPr algn="l">
              <a:buNone/>
              <a:defRPr sz="1875" b="0">
                <a:solidFill>
                  <a:srgbClr val="4A6572"/>
                </a:solidFill>
                <a:latin typeface="Aptos"/>
                <a:ea typeface="Aptos"/>
                <a:cs typeface="Aptos"/>
              </a:defRPr>
            </a:lvl2pPr>
            <a:lvl3pPr algn="l">
              <a:buNone/>
              <a:defRPr sz="1875" b="0">
                <a:solidFill>
                  <a:srgbClr val="4A6572"/>
                </a:solidFill>
                <a:latin typeface="Aptos"/>
                <a:ea typeface="Aptos"/>
                <a:cs typeface="Aptos"/>
              </a:defRPr>
            </a:lvl3pPr>
            <a:lvl4pPr algn="l">
              <a:buNone/>
              <a:defRPr sz="1875" b="0">
                <a:solidFill>
                  <a:srgbClr val="4A6572"/>
                </a:solidFill>
                <a:latin typeface="Aptos"/>
                <a:ea typeface="Aptos"/>
                <a:cs typeface="Aptos"/>
              </a:defRPr>
            </a:lvl4pPr>
            <a:lvl5pPr algn="l">
              <a:buNone/>
              <a:defRPr sz="1875" b="0">
                <a:solidFill>
                  <a:srgbClr val="4A6572"/>
                </a:solidFill>
                <a:latin typeface="Aptos"/>
                <a:ea typeface="Aptos"/>
                <a:cs typeface="Aptos"/>
              </a:defRPr>
            </a:lvl5pPr>
            <a:lvl6pPr algn="l">
              <a:buNone/>
              <a:defRPr sz="1875" b="0">
                <a:solidFill>
                  <a:srgbClr val="4A6572"/>
                </a:solidFill>
                <a:latin typeface="Aptos"/>
                <a:ea typeface="Aptos"/>
                <a:cs typeface="Aptos"/>
              </a:defRPr>
            </a:lvl6pPr>
            <a:lvl7pPr algn="l">
              <a:buNone/>
              <a:defRPr sz="1875" b="0">
                <a:solidFill>
                  <a:srgbClr val="4A6572"/>
                </a:solidFill>
                <a:latin typeface="Aptos"/>
                <a:ea typeface="Aptos"/>
                <a:cs typeface="Aptos"/>
              </a:defRPr>
            </a:lvl7pPr>
            <a:lvl8pPr algn="l">
              <a:buNone/>
              <a:defRPr sz="1875" b="0">
                <a:solidFill>
                  <a:srgbClr val="4A6572"/>
                </a:solidFill>
                <a:latin typeface="Aptos"/>
                <a:ea typeface="Aptos"/>
                <a:cs typeface="Aptos"/>
              </a:defRPr>
            </a:lvl8pPr>
            <a:lvl9pPr algn="l">
              <a:buNone/>
              <a:defRPr sz="1875" b="0">
                <a:solidFill>
                  <a:srgbClr val="4A6572"/>
                </a:solidFill>
                <a:latin typeface="Aptos"/>
                <a:ea typeface="Aptos"/>
                <a:cs typeface="Aptos"/>
              </a:defRPr>
            </a:lvl9pPr>
          </a:lstStyle>
          <a:p xmlns:a="http://schemas.openxmlformats.org/drawingml/2006/main">
            <a:pPr algn="l">
              <a:buNone/>
              <a:defRPr sz="1875" b="0">
                <a:solidFill>
                  <a:srgbClr val="4A6572"/>
                </a:solidFill>
                <a:latin typeface="Aptos"/>
                <a:ea typeface="Aptos"/>
                <a:cs typeface="Aptos"/>
              </a:defRPr>
            </a:pPr>
            <a:r>
              <a:rPr sz="1875" b="0">
                <a:solidFill>
                  <a:srgbClr val="4A6572"/>
                </a:solidFill>
                <a:latin typeface="Aptos"/>
                <a:ea typeface="Aptos"/>
                <a:cs typeface="Aptos"/>
              </a:rPr>
              <a:t>Bounded case inventory; Helix and Y2 deferred</a:t>
            </a:r>
          </a:p>
        </p:txBody>
      </p:sp>
      <p:sp>
        <p:nvSpPr>
          <p:cNvPr id="32" name="changed-assertions-edge-label">
            <a:extLst xmlns:a="http://schemas.openxmlformats.org/drawingml/2006/main">
              <a:ext uri="{FF2B5EF4-FFF2-40B4-BE49-F238E27FC236}">
                <a16:creationId xmlns:a16="http://schemas.microsoft.com/office/drawing/2014/main" id="{9544F418-1D5F-4E74-9EDB-4DA06BA69141}"/>
              </a:ext>
            </a:extLst>
          </p:cNvPr>
          <p:cNvSpPr>
            <a:spLocks xmlns:a="http://schemas.openxmlformats.org/drawingml/2006/main" noGrp="1"/>
          </p:cNvSpPr>
          <p:nvPr/>
        </p:nvSpPr>
        <p:spPr>
          <a:xfrm xmlns:a="http://schemas.openxmlformats.org/drawingml/2006/main">
            <a:off x="10096500" y="2343150"/>
            <a:ext cx="2209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725" b="0">
                <a:solidFill>
                  <a:srgbClr val="4A6572"/>
                </a:solidFill>
                <a:latin typeface="Aptos"/>
                <a:ea typeface="Aptos"/>
                <a:cs typeface="Aptos"/>
              </a:defRPr>
            </a:defPPr>
            <a:lvl1pPr algn="ctr">
              <a:buNone/>
              <a:defRPr sz="1725" b="0">
                <a:solidFill>
                  <a:srgbClr val="4A6572"/>
                </a:solidFill>
                <a:latin typeface="Aptos"/>
                <a:ea typeface="Aptos"/>
                <a:cs typeface="Aptos"/>
              </a:defRPr>
            </a:lvl1pPr>
            <a:lvl2pPr algn="ctr">
              <a:buNone/>
              <a:defRPr sz="1725" b="0">
                <a:solidFill>
                  <a:srgbClr val="4A6572"/>
                </a:solidFill>
                <a:latin typeface="Aptos"/>
                <a:ea typeface="Aptos"/>
                <a:cs typeface="Aptos"/>
              </a:defRPr>
            </a:lvl2pPr>
            <a:lvl3pPr algn="ctr">
              <a:buNone/>
              <a:defRPr sz="1725" b="0">
                <a:solidFill>
                  <a:srgbClr val="4A6572"/>
                </a:solidFill>
                <a:latin typeface="Aptos"/>
                <a:ea typeface="Aptos"/>
                <a:cs typeface="Aptos"/>
              </a:defRPr>
            </a:lvl3pPr>
            <a:lvl4pPr algn="ctr">
              <a:buNone/>
              <a:defRPr sz="1725" b="0">
                <a:solidFill>
                  <a:srgbClr val="4A6572"/>
                </a:solidFill>
                <a:latin typeface="Aptos"/>
                <a:ea typeface="Aptos"/>
                <a:cs typeface="Aptos"/>
              </a:defRPr>
            </a:lvl4pPr>
            <a:lvl5pPr algn="ctr">
              <a:buNone/>
              <a:defRPr sz="1725" b="0">
                <a:solidFill>
                  <a:srgbClr val="4A6572"/>
                </a:solidFill>
                <a:latin typeface="Aptos"/>
                <a:ea typeface="Aptos"/>
                <a:cs typeface="Aptos"/>
              </a:defRPr>
            </a:lvl5pPr>
            <a:lvl6pPr algn="ctr">
              <a:buNone/>
              <a:defRPr sz="1725" b="0">
                <a:solidFill>
                  <a:srgbClr val="4A6572"/>
                </a:solidFill>
                <a:latin typeface="Aptos"/>
                <a:ea typeface="Aptos"/>
                <a:cs typeface="Aptos"/>
              </a:defRPr>
            </a:lvl6pPr>
            <a:lvl7pPr algn="ctr">
              <a:buNone/>
              <a:defRPr sz="1725" b="0">
                <a:solidFill>
                  <a:srgbClr val="4A6572"/>
                </a:solidFill>
                <a:latin typeface="Aptos"/>
                <a:ea typeface="Aptos"/>
                <a:cs typeface="Aptos"/>
              </a:defRPr>
            </a:lvl7pPr>
            <a:lvl8pPr algn="ctr">
              <a:buNone/>
              <a:defRPr sz="1725" b="0">
                <a:solidFill>
                  <a:srgbClr val="4A6572"/>
                </a:solidFill>
                <a:latin typeface="Aptos"/>
                <a:ea typeface="Aptos"/>
                <a:cs typeface="Aptos"/>
              </a:defRPr>
            </a:lvl8pPr>
            <a:lvl9pPr algn="ctr">
              <a:buNone/>
              <a:defRPr sz="1725" b="0">
                <a:solidFill>
                  <a:srgbClr val="4A6572"/>
                </a:solidFill>
                <a:latin typeface="Aptos"/>
                <a:ea typeface="Aptos"/>
                <a:cs typeface="Aptos"/>
              </a:defRPr>
            </a:lvl9pPr>
          </a:lstStyle>
          <a:p xmlns:a="http://schemas.openxmlformats.org/drawingml/2006/main">
            <a:pPr algn="ctr">
              <a:buNone/>
              <a:defRPr sz="1725" b="0">
                <a:solidFill>
                  <a:srgbClr val="4A6572"/>
                </a:solidFill>
                <a:latin typeface="Aptos"/>
                <a:ea typeface="Aptos"/>
                <a:cs typeface="Aptos"/>
              </a:defRPr>
            </a:pPr>
            <a:r>
              <a:rPr sz="1725" b="0">
                <a:solidFill>
                  <a:srgbClr val="4A6572"/>
                </a:solidFill>
                <a:latin typeface="Aptos"/>
                <a:ea typeface="Aptos"/>
                <a:cs typeface="Aptos"/>
              </a:rPr>
              <a:t>Changed assertions</a:t>
            </a:r>
          </a:p>
        </p:txBody>
      </p:sp>
      <p:cxnSp>
        <p:nvCxnSpPr>
          <p:cNvPr id="33" name="changed-assertions-edge-label-leader">
            <a:extLst xmlns:a="http://schemas.openxmlformats.org/drawingml/2006/main">
              <a:ext uri="{FF2B5EF4-FFF2-40B4-BE49-F238E27FC236}">
                <a16:creationId xmlns:a16="http://schemas.microsoft.com/office/drawing/2014/main" id="{DD8138AA-E52F-4D3E-B262-1AF9645ACD53}"/>
              </a:ext>
            </a:extLst>
          </p:cNvPr>
          <p:cNvCxnSpPr/>
          <p:nvPr/>
        </p:nvCxnSpPr>
        <p:spPr>
          <a:xfrm xmlns:a="http://schemas.openxmlformats.org/drawingml/2006/main">
            <a:off x="11201400" y="2647950"/>
            <a:ext cx="0" cy="781050"/>
          </a:xfrm>
          <a:prstGeom xmlns:a="http://schemas.openxmlformats.org/drawingml/2006/main" prst="straightConnector1">
            <a:avLst/>
          </a:prstGeom>
          <a:ln xmlns:a="http://schemas.openxmlformats.org/drawingml/2006/main" w="9525">
            <a:solidFill>
              <a:srgbClr val="4A6572"/>
            </a:solidFill>
            <a:prstDash val="solid"/>
          </a:ln>
        </p:spPr>
      </p:cxnSp>
    </p:spTree>
    <p:extLst>
      <p:ext uri="{BB962C8B-B14F-4D97-AF65-F5344CB8AC3E}">
        <p14:creationId xmlns:p14="http://schemas.microsoft.com/office/powerpoint/2010/main" val="1464909274"/>
      </p:ext>
    </p:extLst>
  </p:cSld>
</p:sld>
</file>

<file path=ppt/slides/slide8.xml><?xml version="1.0" encoding="utf-8"?>
<p:sld xmlns:p="http://schemas.openxmlformats.org/presentationml/2006/main">
  <p:cSld>
    <p:bg>
      <p:bgPr>
        <a:solidFill xmlns:a="http://schemas.openxmlformats.org/drawingml/2006/main">
          <a:srgbClr val="F6F5F0"/>
        </a:solidFill>
      </p:bgPr>
    </p:bg>
    <p:spTree>
      <p:nvGrpSpPr>
        <p:cNvPr id="1" name=""/>
        <p:cNvGrpSpPr/>
        <p:nvPr/>
      </p:nvGrpSpPr>
      <p:grpSpPr>
        <a:xfrm xmlns:a="http://schemas.openxmlformats.org/drawingml/2006/main"/>
      </p:grpSpPr>
      <p:sp>
        <p:nvSpPr>
          <p:cNvPr id="4" name="text-207">
            <a:extLst xmlns:a="http://schemas.openxmlformats.org/drawingml/2006/main">
              <a:ext uri="{FF2B5EF4-FFF2-40B4-BE49-F238E27FC236}">
                <a16:creationId xmlns:a16="http://schemas.microsoft.com/office/drawing/2014/main" id="{B34BF287-4654-4472-AEAE-43179009F69F}"/>
              </a:ext>
            </a:extLst>
          </p:cNvPr>
          <p:cNvSpPr>
            <a:spLocks xmlns:a="http://schemas.openxmlformats.org/drawingml/2006/main" noGrp="1"/>
          </p:cNvSpPr>
          <p:nvPr/>
        </p:nvSpPr>
        <p:spPr>
          <a:xfrm xmlns:a="http://schemas.openxmlformats.org/drawingml/2006/main">
            <a:off x="609600" y="514350"/>
            <a:ext cx="14020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600" b="1">
                <a:solidFill>
                  <a:srgbClr val="132E38"/>
                </a:solidFill>
                <a:latin typeface="Aptos"/>
                <a:ea typeface="Aptos"/>
                <a:cs typeface="Aptos"/>
              </a:defRPr>
            </a:defPPr>
            <a:lvl1pPr algn="l">
              <a:buNone/>
              <a:defRPr sz="3600" b="1">
                <a:solidFill>
                  <a:srgbClr val="132E38"/>
                </a:solidFill>
                <a:latin typeface="Aptos"/>
                <a:ea typeface="Aptos"/>
                <a:cs typeface="Aptos"/>
              </a:defRPr>
            </a:lvl1pPr>
            <a:lvl2pPr algn="l">
              <a:buNone/>
              <a:defRPr sz="3600" b="1">
                <a:solidFill>
                  <a:srgbClr val="132E38"/>
                </a:solidFill>
                <a:latin typeface="Aptos"/>
                <a:ea typeface="Aptos"/>
                <a:cs typeface="Aptos"/>
              </a:defRPr>
            </a:lvl2pPr>
            <a:lvl3pPr algn="l">
              <a:buNone/>
              <a:defRPr sz="3600" b="1">
                <a:solidFill>
                  <a:srgbClr val="132E38"/>
                </a:solidFill>
                <a:latin typeface="Aptos"/>
                <a:ea typeface="Aptos"/>
                <a:cs typeface="Aptos"/>
              </a:defRPr>
            </a:lvl3pPr>
            <a:lvl4pPr algn="l">
              <a:buNone/>
              <a:defRPr sz="3600" b="1">
                <a:solidFill>
                  <a:srgbClr val="132E38"/>
                </a:solidFill>
                <a:latin typeface="Aptos"/>
                <a:ea typeface="Aptos"/>
                <a:cs typeface="Aptos"/>
              </a:defRPr>
            </a:lvl4pPr>
            <a:lvl5pPr algn="l">
              <a:buNone/>
              <a:defRPr sz="3600" b="1">
                <a:solidFill>
                  <a:srgbClr val="132E38"/>
                </a:solidFill>
                <a:latin typeface="Aptos"/>
                <a:ea typeface="Aptos"/>
                <a:cs typeface="Aptos"/>
              </a:defRPr>
            </a:lvl5pPr>
            <a:lvl6pPr algn="l">
              <a:buNone/>
              <a:defRPr sz="3600" b="1">
                <a:solidFill>
                  <a:srgbClr val="132E38"/>
                </a:solidFill>
                <a:latin typeface="Aptos"/>
                <a:ea typeface="Aptos"/>
                <a:cs typeface="Aptos"/>
              </a:defRPr>
            </a:lvl6pPr>
            <a:lvl7pPr algn="l">
              <a:buNone/>
              <a:defRPr sz="3600" b="1">
                <a:solidFill>
                  <a:srgbClr val="132E38"/>
                </a:solidFill>
                <a:latin typeface="Aptos"/>
                <a:ea typeface="Aptos"/>
                <a:cs typeface="Aptos"/>
              </a:defRPr>
            </a:lvl7pPr>
            <a:lvl8pPr algn="l">
              <a:buNone/>
              <a:defRPr sz="3600" b="1">
                <a:solidFill>
                  <a:srgbClr val="132E38"/>
                </a:solidFill>
                <a:latin typeface="Aptos"/>
                <a:ea typeface="Aptos"/>
                <a:cs typeface="Aptos"/>
              </a:defRPr>
            </a:lvl8pPr>
            <a:lvl9pPr algn="l">
              <a:buNone/>
              <a:defRPr sz="3600" b="1">
                <a:solidFill>
                  <a:srgbClr val="132E38"/>
                </a:solidFill>
                <a:latin typeface="Aptos"/>
                <a:ea typeface="Aptos"/>
                <a:cs typeface="Aptos"/>
              </a:defRPr>
            </a:lvl9pPr>
          </a:lstStyle>
          <a:p xmlns:a="http://schemas.openxmlformats.org/drawingml/2006/main">
            <a:pPr algn="l">
              <a:buNone/>
              <a:defRPr sz="3600" b="1">
                <a:solidFill>
                  <a:srgbClr val="132E38"/>
                </a:solidFill>
                <a:latin typeface="Aptos"/>
                <a:ea typeface="Aptos"/>
                <a:cs typeface="Aptos"/>
              </a:defRPr>
            </a:pPr>
            <a:r>
              <a:rPr sz="3600" b="1">
                <a:solidFill>
                  <a:srgbClr val="132E38"/>
                </a:solidFill>
                <a:latin typeface="Aptos"/>
                <a:ea typeface="Aptos"/>
                <a:cs typeface="Aptos"/>
              </a:rPr>
              <a:t>Integration interfaces</a:t>
            </a:r>
          </a:p>
        </p:txBody>
      </p:sp>
      <p:sp>
        <p:nvSpPr>
          <p:cNvPr id="2" name="text-208">
            <a:extLst xmlns:a="http://schemas.openxmlformats.org/drawingml/2006/main">
              <a:ext uri="{FF2B5EF4-FFF2-40B4-BE49-F238E27FC236}">
                <a16:creationId xmlns:a16="http://schemas.microsoft.com/office/drawing/2014/main" id="{38BB923A-7384-409B-93AE-9C78A3790C0B}"/>
              </a:ext>
            </a:extLst>
          </p:cNvPr>
          <p:cNvSpPr>
            <a:spLocks xmlns:a="http://schemas.openxmlformats.org/drawingml/2006/main" noGrp="1"/>
          </p:cNvSpPr>
          <p:nvPr/>
        </p:nvSpPr>
        <p:spPr>
          <a:xfrm xmlns:a="http://schemas.openxmlformats.org/drawingml/2006/main">
            <a:off x="14154150" y="8020050"/>
            <a:ext cx="476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500" b="1">
                <a:solidFill>
                  <a:srgbClr val="157D80"/>
                </a:solidFill>
                <a:latin typeface="Aptos"/>
                <a:ea typeface="Aptos"/>
                <a:cs typeface="Aptos"/>
              </a:defRPr>
            </a:defPPr>
            <a:lvl1pPr algn="r">
              <a:buNone/>
              <a:defRPr sz="1500" b="1">
                <a:solidFill>
                  <a:srgbClr val="157D80"/>
                </a:solidFill>
                <a:latin typeface="Aptos"/>
                <a:ea typeface="Aptos"/>
                <a:cs typeface="Aptos"/>
              </a:defRPr>
            </a:lvl1pPr>
            <a:lvl2pPr algn="r">
              <a:buNone/>
              <a:defRPr sz="1500" b="1">
                <a:solidFill>
                  <a:srgbClr val="157D80"/>
                </a:solidFill>
                <a:latin typeface="Aptos"/>
                <a:ea typeface="Aptos"/>
                <a:cs typeface="Aptos"/>
              </a:defRPr>
            </a:lvl2pPr>
            <a:lvl3pPr algn="r">
              <a:buNone/>
              <a:defRPr sz="1500" b="1">
                <a:solidFill>
                  <a:srgbClr val="157D80"/>
                </a:solidFill>
                <a:latin typeface="Aptos"/>
                <a:ea typeface="Aptos"/>
                <a:cs typeface="Aptos"/>
              </a:defRPr>
            </a:lvl3pPr>
            <a:lvl4pPr algn="r">
              <a:buNone/>
              <a:defRPr sz="1500" b="1">
                <a:solidFill>
                  <a:srgbClr val="157D80"/>
                </a:solidFill>
                <a:latin typeface="Aptos"/>
                <a:ea typeface="Aptos"/>
                <a:cs typeface="Aptos"/>
              </a:defRPr>
            </a:lvl4pPr>
            <a:lvl5pPr algn="r">
              <a:buNone/>
              <a:defRPr sz="1500" b="1">
                <a:solidFill>
                  <a:srgbClr val="157D80"/>
                </a:solidFill>
                <a:latin typeface="Aptos"/>
                <a:ea typeface="Aptos"/>
                <a:cs typeface="Aptos"/>
              </a:defRPr>
            </a:lvl5pPr>
            <a:lvl6pPr algn="r">
              <a:buNone/>
              <a:defRPr sz="1500" b="1">
                <a:solidFill>
                  <a:srgbClr val="157D80"/>
                </a:solidFill>
                <a:latin typeface="Aptos"/>
                <a:ea typeface="Aptos"/>
                <a:cs typeface="Aptos"/>
              </a:defRPr>
            </a:lvl6pPr>
            <a:lvl7pPr algn="r">
              <a:buNone/>
              <a:defRPr sz="1500" b="1">
                <a:solidFill>
                  <a:srgbClr val="157D80"/>
                </a:solidFill>
                <a:latin typeface="Aptos"/>
                <a:ea typeface="Aptos"/>
                <a:cs typeface="Aptos"/>
              </a:defRPr>
            </a:lvl7pPr>
            <a:lvl8pPr algn="r">
              <a:buNone/>
              <a:defRPr sz="1500" b="1">
                <a:solidFill>
                  <a:srgbClr val="157D80"/>
                </a:solidFill>
                <a:latin typeface="Aptos"/>
                <a:ea typeface="Aptos"/>
                <a:cs typeface="Aptos"/>
              </a:defRPr>
            </a:lvl8pPr>
            <a:lvl9pPr algn="r">
              <a:buNone/>
              <a:defRPr sz="1500" b="1">
                <a:solidFill>
                  <a:srgbClr val="157D80"/>
                </a:solidFill>
                <a:latin typeface="Aptos"/>
                <a:ea typeface="Aptos"/>
                <a:cs typeface="Aptos"/>
              </a:defRPr>
            </a:lvl9pPr>
          </a:lstStyle>
          <a:p xmlns:a="http://schemas.openxmlformats.org/drawingml/2006/main">
            <a:pPr algn="r">
              <a:buNone/>
              <a:defRPr sz="1500" b="1">
                <a:solidFill>
                  <a:srgbClr val="157D80"/>
                </a:solidFill>
                <a:latin typeface="Aptos"/>
                <a:ea typeface="Aptos"/>
                <a:cs typeface="Aptos"/>
              </a:defRPr>
            </a:pPr>
            <a:r>
              <a:rPr sz="1500" b="1">
                <a:solidFill>
                  <a:srgbClr val="157D80"/>
                </a:solidFill>
                <a:latin typeface="Aptos"/>
                <a:ea typeface="Aptos"/>
                <a:cs typeface="Aptos"/>
              </a:rPr>
              <a:t>8</a:t>
            </a:r>
          </a:p>
        </p:txBody>
      </p:sp>
      <p:graphicFrame>
        <p:nvGraphicFramePr>
          <p:cNvPr id="5" name="">
            <a:extLst xmlns:a="http://schemas.openxmlformats.org/drawingml/2006/main">
              <a:ext uri="{FF2B5EF4-FFF2-40B4-BE49-F238E27FC236}">
                <a16:creationId xmlns:a16="http://schemas.microsoft.com/office/drawing/2014/main" id="{EBD71CBF-DD61-4D85-A7AA-687ADB0D55EE}"/>
              </a:ext>
            </a:extLst>
          </p:cNvPr>
          <p:cNvGraphicFramePr/>
          <p:nvPr/>
        </p:nvGraphicFramePr>
        <p:xfrm>
          <a:off xmlns:a="http://schemas.openxmlformats.org/drawingml/2006/main" x="609600" y="1809750"/>
          <a:ext xmlns:a="http://schemas.openxmlformats.org/drawingml/2006/main" cx="14020800" cy="5924550"/>
        </p:xfrm>
        <a:graphic xmlns:a="http://schemas.openxmlformats.org/drawingml/2006/main">
          <a:graphicData uri="http://schemas.openxmlformats.org/drawingml/2006/table">
            <a:tbl>
              <a:tblPr/>
              <a:tblGrid>
                <a:gridCol w="3238500"/>
                <a:gridCol w="5143500"/>
                <a:gridCol w="5638800"/>
              </a:tblGrid>
              <a:tr h="590550">
                <a:tc>
                  <a:txBody>
                    <a:bodyPr lIns="152400" tIns="95250" rIns="152400" bIns="95250">
                      <a:noAutofit/>
                    </a:bodyPr>
                    <a:lstStyle/>
                    <a:p>
                      <a:r>
                        <a:rPr sz="2025" b="1">
                          <a:solidFill>
                            <a:srgbClr val="157D80"/>
                          </a:solidFill>
                          <a:latin typeface="Aptos"/>
                          <a:ea typeface="Aptos"/>
                          <a:cs typeface="Aptos"/>
                        </a:rPr>
                        <a:t>Interface</a:t>
                      </a:r>
                    </a:p>
                  </a:txBody>
                  <a:tcPr marL="91440" marR="91440" marT="45720" marB="45720" anchor="ctr">
                    <a:lnL w="6668">
                      <a:solidFill>
                        <a:srgbClr val="B8CACC"/>
                      </a:solidFill>
                      <a:prstDash val="solid"/>
                    </a:lnL>
                    <a:lnR w="6668">
                      <a:solidFill>
                        <a:srgbClr val="B8CACC"/>
                      </a:solidFill>
                      <a:prstDash val="solid"/>
                    </a:lnR>
                    <a:lnT w="6668">
                      <a:solidFill>
                        <a:srgbClr val="B8CACC"/>
                      </a:solidFill>
                      <a:prstDash val="solid"/>
                    </a:lnT>
                    <a:lnB w="6668">
                      <a:solidFill>
                        <a:srgbClr val="B8CACC"/>
                      </a:solidFill>
                      <a:prstDash val="solid"/>
                    </a:lnB>
                    <a:solidFill>
                      <a:srgbClr val="E7F1EE"/>
                    </a:solidFill>
                  </a:tcPr>
                </a:tc>
                <a:tc>
                  <a:txBody>
                    <a:bodyPr lIns="152400" tIns="95250" rIns="152400" bIns="95250">
                      <a:noAutofit/>
                    </a:bodyPr>
                    <a:lstStyle/>
                    <a:p>
                      <a:r>
                        <a:rPr sz="2025" b="1">
                          <a:solidFill>
                            <a:srgbClr val="157D80"/>
                          </a:solidFill>
                          <a:latin typeface="Aptos"/>
                          <a:ea typeface="Aptos"/>
                          <a:cs typeface="Aptos"/>
                        </a:rPr>
                        <a:t>Component responsibility</a:t>
                      </a:r>
                    </a:p>
                  </a:txBody>
                  <a:tcPr marL="91440" marR="91440" marT="45720" marB="45720" anchor="ctr">
                    <a:lnR w="6668">
                      <a:solidFill>
                        <a:srgbClr val="B8CACC"/>
                      </a:solidFill>
                      <a:prstDash val="solid"/>
                    </a:lnR>
                    <a:lnT w="6668">
                      <a:solidFill>
                        <a:srgbClr val="B8CACC"/>
                      </a:solidFill>
                      <a:prstDash val="solid"/>
                    </a:lnT>
                    <a:lnB w="6668">
                      <a:solidFill>
                        <a:srgbClr val="B8CACC"/>
                      </a:solidFill>
                      <a:prstDash val="solid"/>
                    </a:lnB>
                    <a:solidFill>
                      <a:srgbClr val="E7F1EE"/>
                    </a:solidFill>
                  </a:tcPr>
                </a:tc>
                <a:tc>
                  <a:txBody>
                    <a:bodyPr lIns="152400" tIns="95250" rIns="152400" bIns="95250">
                      <a:noAutofit/>
                    </a:bodyPr>
                    <a:lstStyle/>
                    <a:p>
                      <a:r>
                        <a:rPr sz="2025" b="1">
                          <a:solidFill>
                            <a:srgbClr val="157D80"/>
                          </a:solidFill>
                          <a:latin typeface="Aptos"/>
                          <a:ea typeface="Aptos"/>
                          <a:cs typeface="Aptos"/>
                        </a:rPr>
                        <a:t>Next connection</a:t>
                      </a:r>
                    </a:p>
                  </a:txBody>
                  <a:tcPr marL="91440" marR="91440" marT="45720" marB="45720" anchor="ctr">
                    <a:lnR w="6668">
                      <a:solidFill>
                        <a:srgbClr val="B8CACC"/>
                      </a:solidFill>
                      <a:prstDash val="solid"/>
                    </a:lnR>
                    <a:lnT w="6668">
                      <a:solidFill>
                        <a:srgbClr val="B8CACC"/>
                      </a:solidFill>
                      <a:prstDash val="solid"/>
                    </a:lnT>
                    <a:lnB w="6668">
                      <a:solidFill>
                        <a:srgbClr val="B8CACC"/>
                      </a:solidFill>
                      <a:prstDash val="solid"/>
                    </a:lnB>
                    <a:solidFill>
                      <a:srgbClr val="E7F1EE"/>
                    </a:solidFill>
                  </a:tcPr>
                </a:tc>
              </a:tr>
              <a:tr h="762000">
                <a:tc>
                  <a:txBody>
                    <a:bodyPr lIns="152400" tIns="95250" rIns="152400" bIns="95250">
                      <a:noAutofit/>
                    </a:bodyPr>
                    <a:lstStyle/>
                    <a:p>
                      <a:r>
                        <a:rPr sz="1875" b="1">
                          <a:solidFill>
                            <a:srgbClr val="132E38"/>
                          </a:solidFill>
                          <a:latin typeface="Aptos"/>
                          <a:ea typeface="Aptos"/>
                          <a:cs typeface="Aptos"/>
                        </a:rPr>
                        <a:t>Drive / Roundtable</a:t>
                      </a:r>
                    </a:p>
                  </a:txBody>
                  <a:tcPr marL="91440" marR="91440" marT="45720" marB="45720" anchor="ctr">
                    <a:lnL w="6668">
                      <a:solidFill>
                        <a:srgbClr val="B8CACC"/>
                      </a:solidFill>
                      <a:prstDash val="solid"/>
                    </a:lnL>
                    <a:lnR w="6668">
                      <a:solidFill>
                        <a:srgbClr val="B8CACC"/>
                      </a:solidFill>
                      <a:prstDash val="solid"/>
                    </a:lnR>
                    <a:lnB w="6668">
                      <a:solidFill>
                        <a:srgbClr val="B8CACC"/>
                      </a:solidFill>
                      <a:prstDash val="solid"/>
                    </a:lnB>
                    <a:solidFill>
                      <a:srgbClr val="F6F5F0"/>
                    </a:solidFill>
                  </a:tcPr>
                </a:tc>
                <a:tc>
                  <a:txBody>
                    <a:bodyPr lIns="152400" tIns="95250" rIns="152400" bIns="95250">
                      <a:noAutofit/>
                    </a:bodyPr>
                    <a:lstStyle/>
                    <a:p>
                      <a:r>
                        <a:rPr sz="1875" b="0">
                          <a:solidFill>
                            <a:srgbClr val="132E38"/>
                          </a:solidFill>
                          <a:latin typeface="Aptos"/>
                          <a:ea typeface="Aptos"/>
                          <a:cs typeface="Aptos"/>
                        </a:rPr>
                        <a:t>Ready sources and source revisions</a:t>
                      </a:r>
                    </a:p>
                  </a:txBody>
                  <a:tcPr marL="91440" marR="91440" marT="45720" marB="45720" anchor="ctr">
                    <a:lnR w="6668">
                      <a:solidFill>
                        <a:srgbClr val="B8CACC"/>
                      </a:solidFill>
                      <a:prstDash val="solid"/>
                    </a:lnR>
                    <a:lnB w="6668">
                      <a:solidFill>
                        <a:srgbClr val="B8CACC"/>
                      </a:solidFill>
                      <a:prstDash val="solid"/>
                    </a:lnB>
                    <a:solidFill>
                      <a:srgbClr val="F6F5F0"/>
                    </a:solidFill>
                  </a:tcPr>
                </a:tc>
                <a:tc>
                  <a:txBody>
                    <a:bodyPr lIns="152400" tIns="95250" rIns="152400" bIns="95250">
                      <a:noAutofit/>
                    </a:bodyPr>
                    <a:lstStyle/>
                    <a:p>
                      <a:r>
                        <a:rPr sz="1875" b="0">
                          <a:solidFill>
                            <a:srgbClr val="132E38"/>
                          </a:solidFill>
                          <a:latin typeface="Aptos"/>
                          <a:ea typeface="Aptos"/>
                          <a:cs typeface="Aptos"/>
                        </a:rPr>
                        <a:t>Confirm Drive sources and access</a:t>
                      </a:r>
                    </a:p>
                    <a:p>
                      <a:r>
                        <a:rPr sz="1875" b="0">
                          <a:solidFill>
                            <a:srgbClr val="132E38"/>
                          </a:solidFill>
                          <a:latin typeface="Aptos"/>
                          <a:ea typeface="Aptos"/>
                          <a:cs typeface="Aptos"/>
                        </a:rPr>
                        <a:t>Qualify the live source job</a:t>
                      </a:r>
                    </a:p>
                  </a:txBody>
                  <a:tcPr marL="91440" marR="91440" marT="45720" marB="45720" anchor="ctr">
                    <a:lnR w="6668">
                      <a:solidFill>
                        <a:srgbClr val="B8CACC"/>
                      </a:solidFill>
                      <a:prstDash val="solid"/>
                    </a:lnR>
                    <a:lnB w="6668">
                      <a:solidFill>
                        <a:srgbClr val="B8CACC"/>
                      </a:solidFill>
                      <a:prstDash val="solid"/>
                    </a:lnB>
                    <a:solidFill>
                      <a:srgbClr val="F6F5F0"/>
                    </a:solidFill>
                  </a:tcPr>
                </a:tc>
              </a:tr>
              <a:tr h="762000">
                <a:tc>
                  <a:txBody>
                    <a:bodyPr lIns="152400" tIns="95250" rIns="152400" bIns="95250">
                      <a:noAutofit/>
                    </a:bodyPr>
                    <a:lstStyle/>
                    <a:p>
                      <a:r>
                        <a:rPr sz="1875" b="1">
                          <a:solidFill>
                            <a:srgbClr val="132E38"/>
                          </a:solidFill>
                          <a:latin typeface="Aptos"/>
                          <a:ea typeface="Aptos"/>
                          <a:cs typeface="Aptos"/>
                        </a:rPr>
                        <a:t>Roundtable / website</a:t>
                      </a:r>
                    </a:p>
                  </a:txBody>
                  <a:tcPr marL="91440" marR="91440" marT="45720" marB="45720" anchor="ctr">
                    <a:lnL w="6668">
                      <a:solidFill>
                        <a:srgbClr val="B8CACC"/>
                      </a:solidFill>
                      <a:prstDash val="solid"/>
                    </a:lnL>
                    <a:lnR w="6668">
                      <a:solidFill>
                        <a:srgbClr val="B8CACC"/>
                      </a:solidFill>
                      <a:prstDash val="solid"/>
                    </a:lnR>
                    <a:lnB w="6668">
                      <a:solidFill>
                        <a:srgbClr val="B8CACC"/>
                      </a:solidFill>
                      <a:prstDash val="solid"/>
                    </a:lnB>
                    <a:solidFill>
                      <a:srgbClr val="F6F5F0"/>
                    </a:solidFill>
                  </a:tcPr>
                </a:tc>
                <a:tc>
                  <a:txBody>
                    <a:bodyPr lIns="152400" tIns="95250" rIns="152400" bIns="95250">
                      <a:noAutofit/>
                    </a:bodyPr>
                    <a:lstStyle/>
                    <a:p>
                      <a:r>
                        <a:rPr sz="1875" b="0">
                          <a:solidFill>
                            <a:srgbClr val="132E38"/>
                          </a:solidFill>
                          <a:latin typeface="Aptos"/>
                          <a:ea typeface="Aptos"/>
                          <a:cs typeface="Aptos"/>
                        </a:rPr>
                        <a:t>Publish, enforce member access, read back</a:t>
                      </a:r>
                    </a:p>
                  </a:txBody>
                  <a:tcPr marL="91440" marR="91440" marT="45720" marB="45720" anchor="ctr">
                    <a:lnR w="6668">
                      <a:solidFill>
                        <a:srgbClr val="B8CACC"/>
                      </a:solidFill>
                      <a:prstDash val="solid"/>
                    </a:lnR>
                    <a:lnB w="6668">
                      <a:solidFill>
                        <a:srgbClr val="B8CACC"/>
                      </a:solidFill>
                      <a:prstDash val="solid"/>
                    </a:lnB>
                    <a:solidFill>
                      <a:srgbClr val="F6F5F0"/>
                    </a:solidFill>
                  </a:tcPr>
                </a:tc>
                <a:tc>
                  <a:txBody>
                    <a:bodyPr lIns="152400" tIns="95250" rIns="152400" bIns="95250">
                      <a:noAutofit/>
                    </a:bodyPr>
                    <a:lstStyle/>
                    <a:p>
                      <a:r>
                        <a:rPr sz="1875" b="0">
                          <a:solidFill>
                            <a:srgbClr val="132E38"/>
                          </a:solidFill>
                          <a:latin typeface="Aptos"/>
                          <a:ea typeface="Aptos"/>
                          <a:cs typeface="Aptos"/>
                        </a:rPr>
                        <a:t>Qualify member publication and readback</a:t>
                      </a:r>
                    </a:p>
                  </a:txBody>
                  <a:tcPr marL="91440" marR="91440" marT="45720" marB="45720" anchor="ctr">
                    <a:lnR w="6668">
                      <a:solidFill>
                        <a:srgbClr val="B8CACC"/>
                      </a:solidFill>
                      <a:prstDash val="solid"/>
                    </a:lnR>
                    <a:lnB w="6668">
                      <a:solidFill>
                        <a:srgbClr val="B8CACC"/>
                      </a:solidFill>
                      <a:prstDash val="solid"/>
                    </a:lnB>
                    <a:solidFill>
                      <a:srgbClr val="F6F5F0"/>
                    </a:solidFill>
                  </a:tcPr>
                </a:tc>
              </a:tr>
              <a:tr h="762000">
                <a:tc>
                  <a:txBody>
                    <a:bodyPr lIns="152400" tIns="95250" rIns="152400" bIns="95250">
                      <a:noAutofit/>
                    </a:bodyPr>
                    <a:lstStyle/>
                    <a:p>
                      <a:r>
                        <a:rPr sz="1875" b="1">
                          <a:solidFill>
                            <a:srgbClr val="132E38"/>
                          </a:solidFill>
                          <a:latin typeface="Aptos"/>
                          <a:ea typeface="Aptos"/>
                          <a:cs typeface="Aptos"/>
                        </a:rPr>
                        <a:t>Buzz / Paperclip</a:t>
                      </a:r>
                    </a:p>
                  </a:txBody>
                  <a:tcPr marL="91440" marR="91440" marT="45720" marB="45720" anchor="ctr">
                    <a:lnL w="6668">
                      <a:solidFill>
                        <a:srgbClr val="B8CACC"/>
                      </a:solidFill>
                      <a:prstDash val="solid"/>
                    </a:lnL>
                    <a:lnR w="6668">
                      <a:solidFill>
                        <a:srgbClr val="B8CACC"/>
                      </a:solidFill>
                      <a:prstDash val="solid"/>
                    </a:lnR>
                    <a:lnB w="6668">
                      <a:solidFill>
                        <a:srgbClr val="B8CACC"/>
                      </a:solidFill>
                      <a:prstDash val="solid"/>
                    </a:lnB>
                    <a:solidFill>
                      <a:srgbClr val="F6F5F0"/>
                    </a:solidFill>
                  </a:tcPr>
                </a:tc>
                <a:tc>
                  <a:txBody>
                    <a:bodyPr lIns="152400" tIns="95250" rIns="152400" bIns="95250">
                      <a:noAutofit/>
                    </a:bodyPr>
                    <a:lstStyle/>
                    <a:p>
                      <a:r>
                        <a:rPr sz="1875" b="0">
                          <a:solidFill>
                            <a:srgbClr val="132E38"/>
                          </a:solidFill>
                          <a:latin typeface="Aptos"/>
                          <a:ea typeface="Aptos"/>
                          <a:cs typeface="Aptos"/>
                        </a:rPr>
                        <a:t>Paired identity and shared task state</a:t>
                      </a:r>
                    </a:p>
                  </a:txBody>
                  <a:tcPr marL="91440" marR="91440" marT="45720" marB="45720" anchor="ctr">
                    <a:lnR w="6668">
                      <a:solidFill>
                        <a:srgbClr val="B8CACC"/>
                      </a:solidFill>
                      <a:prstDash val="solid"/>
                    </a:lnR>
                    <a:lnB w="6668">
                      <a:solidFill>
                        <a:srgbClr val="B8CACC"/>
                      </a:solidFill>
                      <a:prstDash val="solid"/>
                    </a:lnB>
                    <a:solidFill>
                      <a:srgbClr val="F6F5F0"/>
                    </a:solidFill>
                  </a:tcPr>
                </a:tc>
                <a:tc>
                  <a:txBody>
                    <a:bodyPr lIns="152400" tIns="95250" rIns="152400" bIns="95250">
                      <a:noAutofit/>
                    </a:bodyPr>
                    <a:lstStyle/>
                    <a:p>
                      <a:r>
                        <a:rPr sz="1875" b="0">
                          <a:solidFill>
                            <a:srgbClr val="132E38"/>
                          </a:solidFill>
                          <a:latin typeface="Aptos"/>
                          <a:ea typeface="Aptos"/>
                          <a:cs typeface="Aptos"/>
                        </a:rPr>
                        <a:t>Reuse existing authorized Buzz agent</a:t>
                      </a:r>
                    </a:p>
                    <a:p>
                      <a:r>
                        <a:rPr sz="1875" b="0">
                          <a:solidFill>
                            <a:srgbClr val="132E38"/>
                          </a:solidFill>
                          <a:latin typeface="Aptos"/>
                          <a:ea typeface="Aptos"/>
                          <a:cs typeface="Aptos"/>
                        </a:rPr>
                        <a:t>Qualify actual action and readback</a:t>
                      </a:r>
                    </a:p>
                  </a:txBody>
                  <a:tcPr marL="91440" marR="91440" marT="45720" marB="45720" anchor="ctr">
                    <a:lnR w="6668">
                      <a:solidFill>
                        <a:srgbClr val="B8CACC"/>
                      </a:solidFill>
                      <a:prstDash val="solid"/>
                    </a:lnR>
                    <a:lnB w="6668">
                      <a:solidFill>
                        <a:srgbClr val="B8CACC"/>
                      </a:solidFill>
                      <a:prstDash val="solid"/>
                    </a:lnB>
                    <a:solidFill>
                      <a:srgbClr val="F6F5F0"/>
                    </a:solidFill>
                  </a:tcPr>
                </a:tc>
              </a:tr>
              <a:tr h="762000">
                <a:tc>
                  <a:txBody>
                    <a:bodyPr lIns="152400" tIns="95250" rIns="152400" bIns="95250">
                      <a:noAutofit/>
                    </a:bodyPr>
                    <a:lstStyle/>
                    <a:p>
                      <a:r>
                        <a:rPr sz="1875" b="1">
                          <a:solidFill>
                            <a:srgbClr val="132E38"/>
                          </a:solidFill>
                          <a:latin typeface="Aptos"/>
                          <a:ea typeface="Aptos"/>
                          <a:cs typeface="Aptos"/>
                        </a:rPr>
                        <a:t>Application / human action</a:t>
                      </a:r>
                    </a:p>
                  </a:txBody>
                  <a:tcPr marL="91440" marR="91440" marT="45720" marB="45720" anchor="ctr">
                    <a:lnL w="6668">
                      <a:solidFill>
                        <a:srgbClr val="B8CACC"/>
                      </a:solidFill>
                      <a:prstDash val="solid"/>
                    </a:lnL>
                    <a:lnR w="6668">
                      <a:solidFill>
                        <a:srgbClr val="B8CACC"/>
                      </a:solidFill>
                      <a:prstDash val="solid"/>
                    </a:lnR>
                    <a:lnB w="6668">
                      <a:solidFill>
                        <a:srgbClr val="B8CACC"/>
                      </a:solidFill>
                      <a:prstDash val="solid"/>
                    </a:lnB>
                    <a:solidFill>
                      <a:srgbClr val="F6F5F0"/>
                    </a:solidFill>
                  </a:tcPr>
                </a:tc>
                <a:tc>
                  <a:txBody>
                    <a:bodyPr lIns="152400" tIns="95250" rIns="152400" bIns="95250">
                      <a:noAutofit/>
                    </a:bodyPr>
                    <a:lstStyle/>
                    <a:p>
                      <a:r>
                        <a:rPr sz="1875" b="0">
                          <a:solidFill>
                            <a:srgbClr val="132E38"/>
                          </a:solidFill>
                          <a:latin typeface="Aptos"/>
                          <a:ea typeface="Aptos"/>
                          <a:cs typeface="Aptos"/>
                        </a:rPr>
                        <a:t>Native exact-action capture merged</a:t>
                      </a:r>
                    </a:p>
                  </a:txBody>
                  <a:tcPr marL="91440" marR="91440" marT="45720" marB="45720" anchor="ctr">
                    <a:lnR w="6668">
                      <a:solidFill>
                        <a:srgbClr val="B8CACC"/>
                      </a:solidFill>
                      <a:prstDash val="solid"/>
                    </a:lnR>
                    <a:lnB w="6668">
                      <a:solidFill>
                        <a:srgbClr val="B8CACC"/>
                      </a:solidFill>
                      <a:prstDash val="solid"/>
                    </a:lnB>
                    <a:solidFill>
                      <a:srgbClr val="F6F5F0"/>
                    </a:solidFill>
                  </a:tcPr>
                </a:tc>
                <a:tc>
                  <a:txBody>
                    <a:bodyPr lIns="152400" tIns="95250" rIns="152400" bIns="95250">
                      <a:noAutofit/>
                    </a:bodyPr>
                    <a:lstStyle/>
                    <a:p>
                      <a:r>
                        <a:rPr sz="1875" b="0">
                          <a:solidFill>
                            <a:srgbClr val="132E38"/>
                          </a:solidFill>
                          <a:latin typeface="Aptos"/>
                          <a:ea typeface="Aptos"/>
                          <a:cs typeface="Aptos"/>
                        </a:rPr>
                        <a:t>Qualify draft UI and current access</a:t>
                      </a:r>
                    </a:p>
                    <a:p>
                      <a:r>
                        <a:rPr sz="1875" b="0">
                          <a:solidFill>
                            <a:srgbClr val="132E38"/>
                          </a:solidFill>
                          <a:latin typeface="Aptos"/>
                          <a:ea typeface="Aptos"/>
                          <a:cs typeface="Aptos"/>
                        </a:rPr>
                        <a:t>Actual governance only when required</a:t>
                      </a:r>
                    </a:p>
                  </a:txBody>
                  <a:tcPr marL="91440" marR="91440" marT="45720" marB="45720" anchor="ctr">
                    <a:lnR w="6668">
                      <a:solidFill>
                        <a:srgbClr val="B8CACC"/>
                      </a:solidFill>
                      <a:prstDash val="solid"/>
                    </a:lnR>
                    <a:lnB w="6668">
                      <a:solidFill>
                        <a:srgbClr val="B8CACC"/>
                      </a:solidFill>
                      <a:prstDash val="solid"/>
                    </a:lnB>
                    <a:solidFill>
                      <a:srgbClr val="F6F5F0"/>
                    </a:solidFill>
                  </a:tcPr>
                </a:tc>
              </a:tr>
              <a:tr h="762000">
                <a:tc>
                  <a:txBody>
                    <a:bodyPr lIns="152400" tIns="95250" rIns="152400" bIns="95250">
                      <a:noAutofit/>
                    </a:bodyPr>
                    <a:lstStyle/>
                    <a:p>
                      <a:r>
                        <a:rPr sz="1875" b="1">
                          <a:solidFill>
                            <a:srgbClr val="132E38"/>
                          </a:solidFill>
                          <a:latin typeface="Aptos"/>
                          <a:ea typeface="Aptos"/>
                          <a:cs typeface="Aptos"/>
                        </a:rPr>
                        <a:t>DAO knowledge / SQL</a:t>
                      </a:r>
                    </a:p>
                  </a:txBody>
                  <a:tcPr marL="91440" marR="91440" marT="45720" marB="45720" anchor="ctr">
                    <a:lnL w="6668">
                      <a:solidFill>
                        <a:srgbClr val="B8CACC"/>
                      </a:solidFill>
                      <a:prstDash val="solid"/>
                    </a:lnL>
                    <a:lnR w="6668">
                      <a:solidFill>
                        <a:srgbClr val="B8CACC"/>
                      </a:solidFill>
                      <a:prstDash val="solid"/>
                    </a:lnR>
                    <a:lnB w="6668">
                      <a:solidFill>
                        <a:srgbClr val="B8CACC"/>
                      </a:solidFill>
                      <a:prstDash val="solid"/>
                    </a:lnB>
                    <a:solidFill>
                      <a:srgbClr val="F6F5F0"/>
                    </a:solidFill>
                  </a:tcPr>
                </a:tc>
                <a:tc>
                  <a:txBody>
                    <a:bodyPr lIns="152400" tIns="95250" rIns="152400" bIns="95250">
                      <a:noAutofit/>
                    </a:bodyPr>
                    <a:lstStyle/>
                    <a:p>
                      <a:r>
                        <a:rPr sz="1875" b="0">
                          <a:solidFill>
                            <a:srgbClr val="132E38"/>
                          </a:solidFill>
                          <a:latin typeface="Aptos"/>
                          <a:ea typeface="Aptos"/>
                          <a:cs typeface="Aptos"/>
                        </a:rPr>
                        <a:t>Named SQL-tool facade merged</a:t>
                      </a:r>
                    </a:p>
                  </a:txBody>
                  <a:tcPr marL="91440" marR="91440" marT="45720" marB="45720" anchor="ctr">
                    <a:lnR w="6668">
                      <a:solidFill>
                        <a:srgbClr val="B8CACC"/>
                      </a:solidFill>
                      <a:prstDash val="solid"/>
                    </a:lnR>
                    <a:lnB w="6668">
                      <a:solidFill>
                        <a:srgbClr val="B8CACC"/>
                      </a:solidFill>
                      <a:prstDash val="solid"/>
                    </a:lnB>
                    <a:solidFill>
                      <a:srgbClr val="F6F5F0"/>
                    </a:solidFill>
                  </a:tcPr>
                </a:tc>
                <a:tc>
                  <a:txBody>
                    <a:bodyPr lIns="152400" tIns="95250" rIns="152400" bIns="95250">
                      <a:noAutofit/>
                    </a:bodyPr>
                    <a:lstStyle/>
                    <a:p>
                      <a:r>
                        <a:rPr sz="1875" b="0">
                          <a:solidFill>
                            <a:srgbClr val="132E38"/>
                          </a:solidFill>
                          <a:latin typeface="Aptos"/>
                          <a:ea typeface="Aptos"/>
                          <a:cs typeface="Aptos"/>
                        </a:rPr>
                        <a:t>Qualify real resolver and provider path</a:t>
                      </a:r>
                    </a:p>
                    <a:p>
                      <a:r>
                        <a:rPr sz="1875" b="0">
                          <a:solidFill>
                            <a:srgbClr val="132E38"/>
                          </a:solidFill>
                          <a:latin typeface="Aptos"/>
                          <a:ea typeface="Aptos"/>
                          <a:cs typeface="Aptos"/>
                        </a:rPr>
                        <a:t>Measure actual generated run</a:t>
                      </a:r>
                    </a:p>
                  </a:txBody>
                  <a:tcPr marL="91440" marR="91440" marT="45720" marB="45720" anchor="ctr">
                    <a:lnR w="6668">
                      <a:solidFill>
                        <a:srgbClr val="B8CACC"/>
                      </a:solidFill>
                      <a:prstDash val="solid"/>
                    </a:lnR>
                    <a:lnB w="6668">
                      <a:solidFill>
                        <a:srgbClr val="B8CACC"/>
                      </a:solidFill>
                      <a:prstDash val="solid"/>
                    </a:lnB>
                    <a:solidFill>
                      <a:srgbClr val="F6F5F0"/>
                    </a:solidFill>
                  </a:tcPr>
                </a:tc>
              </a:tr>
              <a:tr h="762000">
                <a:tc>
                  <a:txBody>
                    <a:bodyPr lIns="152400" tIns="95250" rIns="152400" bIns="95250">
                      <a:noAutofit/>
                    </a:bodyPr>
                    <a:lstStyle/>
                    <a:p>
                      <a:r>
                        <a:rPr sz="1875" b="1">
                          <a:solidFill>
                            <a:srgbClr val="132E38"/>
                          </a:solidFill>
                          <a:latin typeface="Aptos"/>
                          <a:ea typeface="Aptos"/>
                          <a:cs typeface="Aptos"/>
                        </a:rPr>
                        <a:t>Helix / Y2</a:t>
                      </a:r>
                    </a:p>
                  </a:txBody>
                  <a:tcPr marL="91440" marR="91440" marT="45720" marB="45720" anchor="ctr">
                    <a:lnL w="6668">
                      <a:solidFill>
                        <a:srgbClr val="B8CACC"/>
                      </a:solidFill>
                      <a:prstDash val="solid"/>
                    </a:lnL>
                    <a:lnR w="6668">
                      <a:solidFill>
                        <a:srgbClr val="B8CACC"/>
                      </a:solidFill>
                      <a:prstDash val="solid"/>
                    </a:lnR>
                    <a:lnB w="6668">
                      <a:solidFill>
                        <a:srgbClr val="B8CACC"/>
                      </a:solidFill>
                      <a:prstDash val="solid"/>
                    </a:lnB>
                    <a:solidFill>
                      <a:srgbClr val="F6F5F0"/>
                    </a:solidFill>
                  </a:tcPr>
                </a:tc>
                <a:tc>
                  <a:txBody>
                    <a:bodyPr lIns="152400" tIns="95250" rIns="152400" bIns="95250">
                      <a:noAutofit/>
                    </a:bodyPr>
                    <a:lstStyle/>
                    <a:p>
                      <a:r>
                        <a:rPr sz="1875" b="0">
                          <a:solidFill>
                            <a:srgbClr val="132E38"/>
                          </a:solidFill>
                          <a:latin typeface="Aptos"/>
                          <a:ea typeface="Aptos"/>
                          <a:cs typeface="Aptos"/>
                        </a:rPr>
                        <a:t>Deferred future adapters</a:t>
                      </a:r>
                    </a:p>
                  </a:txBody>
                  <a:tcPr marL="91440" marR="91440" marT="45720" marB="45720" anchor="ctr">
                    <a:lnR w="6668">
                      <a:solidFill>
                        <a:srgbClr val="B8CACC"/>
                      </a:solidFill>
                      <a:prstDash val="solid"/>
                    </a:lnR>
                    <a:lnB w="6668">
                      <a:solidFill>
                        <a:srgbClr val="B8CACC"/>
                      </a:solidFill>
                      <a:prstDash val="solid"/>
                    </a:lnB>
                    <a:solidFill>
                      <a:srgbClr val="F6F5F0"/>
                    </a:solidFill>
                  </a:tcPr>
                </a:tc>
                <a:tc>
                  <a:txBody>
                    <a:bodyPr lIns="152400" tIns="95250" rIns="152400" bIns="95250">
                      <a:noAutofit/>
                    </a:bodyPr>
                    <a:lstStyle/>
                    <a:p>
                      <a:r>
                        <a:rPr sz="1875" b="0">
                          <a:solidFill>
                            <a:srgbClr val="132E38"/>
                          </a:solidFill>
                          <a:latin typeface="Aptos"/>
                          <a:ea typeface="Aptos"/>
                          <a:cs typeface="Aptos"/>
                        </a:rPr>
                        <a:t>Not Wednesday prerequisites</a:t>
                      </a:r>
                    </a:p>
                    <a:p>
                      <a:r>
                        <a:rPr sz="1875" b="0">
                          <a:solidFill>
                            <a:srgbClr val="132E38"/>
                          </a:solidFill>
                          <a:latin typeface="Aptos"/>
                          <a:ea typeface="Aptos"/>
                          <a:cs typeface="Aptos"/>
                        </a:rPr>
                        <a:t>Preserve reversibility and history</a:t>
                      </a:r>
                    </a:p>
                  </a:txBody>
                  <a:tcPr marL="91440" marR="91440" marT="45720" marB="45720" anchor="ctr">
                    <a:lnR w="6668">
                      <a:solidFill>
                        <a:srgbClr val="B8CACC"/>
                      </a:solidFill>
                      <a:prstDash val="solid"/>
                    </a:lnR>
                    <a:lnB w="6668">
                      <a:solidFill>
                        <a:srgbClr val="B8CACC"/>
                      </a:solidFill>
                      <a:prstDash val="solid"/>
                    </a:lnB>
                    <a:solidFill>
                      <a:srgbClr val="F6F5F0"/>
                    </a:solidFill>
                  </a:tcPr>
                </a:tc>
              </a:tr>
              <a:tr h="762000">
                <a:tc>
                  <a:txBody>
                    <a:bodyPr lIns="152400" tIns="95250" rIns="152400" bIns="95250">
                      <a:noAutofit/>
                    </a:bodyPr>
                    <a:lstStyle/>
                    <a:p>
                      <a:r>
                        <a:rPr sz="1875" b="1">
                          <a:solidFill>
                            <a:srgbClr val="132E38"/>
                          </a:solidFill>
                          <a:latin typeface="Aptos"/>
                          <a:ea typeface="Aptos"/>
                          <a:cs typeface="Aptos"/>
                        </a:rPr>
                        <a:t>Agent contribution</a:t>
                      </a:r>
                    </a:p>
                  </a:txBody>
                  <a:tcPr marL="91440" marR="91440" marT="45720" marB="45720" anchor="ctr">
                    <a:lnL w="6668">
                      <a:solidFill>
                        <a:srgbClr val="B8CACC"/>
                      </a:solidFill>
                      <a:prstDash val="solid"/>
                    </a:lnL>
                    <a:lnR w="6668">
                      <a:solidFill>
                        <a:srgbClr val="B8CACC"/>
                      </a:solidFill>
                      <a:prstDash val="solid"/>
                    </a:lnR>
                    <a:lnB w="6668">
                      <a:solidFill>
                        <a:srgbClr val="B8CACC"/>
                      </a:solidFill>
                      <a:prstDash val="solid"/>
                    </a:lnB>
                    <a:solidFill>
                      <a:srgbClr val="F6F5F0"/>
                    </a:solidFill>
                  </a:tcPr>
                </a:tc>
                <a:tc>
                  <a:txBody>
                    <a:bodyPr lIns="152400" tIns="95250" rIns="152400" bIns="95250">
                      <a:noAutofit/>
                    </a:bodyPr>
                    <a:lstStyle/>
                    <a:p>
                      <a:r>
                        <a:rPr sz="1875" b="0">
                          <a:solidFill>
                            <a:srgbClr val="132E38"/>
                          </a:solidFill>
                          <a:latin typeface="Aptos"/>
                          <a:ea typeface="Aptos"/>
                          <a:cs typeface="Aptos"/>
                        </a:rPr>
                        <a:t>Native roles and checkout</a:t>
                      </a:r>
                    </a:p>
                  </a:txBody>
                  <a:tcPr marL="91440" marR="91440" marT="45720" marB="45720" anchor="ctr">
                    <a:lnR w="6668">
                      <a:solidFill>
                        <a:srgbClr val="B8CACC"/>
                      </a:solidFill>
                      <a:prstDash val="solid"/>
                    </a:lnR>
                    <a:lnB w="6668">
                      <a:solidFill>
                        <a:srgbClr val="B8CACC"/>
                      </a:solidFill>
                      <a:prstDash val="solid"/>
                    </a:lnB>
                    <a:solidFill>
                      <a:srgbClr val="F6F5F0"/>
                    </a:solidFill>
                  </a:tcPr>
                </a:tc>
                <a:tc>
                  <a:txBody>
                    <a:bodyPr lIns="152400" tIns="95250" rIns="152400" bIns="95250">
                      <a:noAutofit/>
                    </a:bodyPr>
                    <a:lstStyle/>
                    <a:p>
                      <a:r>
                        <a:rPr sz="1875" b="0">
                          <a:solidFill>
                            <a:srgbClr val="132E38"/>
                          </a:solidFill>
                          <a:latin typeface="Aptos"/>
                          <a:ea typeface="Aptos"/>
                          <a:cs typeface="Aptos"/>
                        </a:rPr>
                        <a:t>Test funding and member objectives</a:t>
                      </a:r>
                    </a:p>
                    <a:p>
                      <a:r>
                        <a:rPr sz="1875" b="0">
                          <a:solidFill>
                            <a:srgbClr val="132E38"/>
                          </a:solidFill>
                          <a:latin typeface="Aptos"/>
                          <a:ea typeface="Aptos"/>
                          <a:cs typeface="Aptos"/>
                        </a:rPr>
                        <a:t>Human approval stays separate</a:t>
                      </a:r>
                    </a:p>
                  </a:txBody>
                  <a:tcPr marL="91440" marR="91440" marT="45720" marB="45720" anchor="ctr">
                    <a:lnR w="6668">
                      <a:solidFill>
                        <a:srgbClr val="B8CACC"/>
                      </a:solidFill>
                      <a:prstDash val="solid"/>
                    </a:lnR>
                    <a:lnB w="6668">
                      <a:solidFill>
                        <a:srgbClr val="B8CACC"/>
                      </a:solidFill>
                      <a:prstDash val="solid"/>
                    </a:lnB>
                    <a:solidFill>
                      <a:srgbClr val="F6F5F0"/>
                    </a:solidFill>
                  </a:tcPr>
                </a:tc>
              </a:tr>
            </a:tbl>
          </a:graphicData>
        </a:graphic>
      </p:graphicFrame>
    </p:spTree>
    <p:extLst>
      <p:ext uri="{BB962C8B-B14F-4D97-AF65-F5344CB8AC3E}">
        <p14:creationId xmlns:p14="http://schemas.microsoft.com/office/powerpoint/2010/main" val="1458554970"/>
      </p:ext>
    </p:extLst>
  </p:cSld>
</p:sld>
</file>

<file path=ppt/slides/slide9.xml><?xml version="1.0" encoding="utf-8"?>
<p:sld xmlns:p="http://schemas.openxmlformats.org/presentationml/2006/main">
  <p:cSld>
    <p:bg>
      <p:bgPr>
        <a:solidFill xmlns:a="http://schemas.openxmlformats.org/drawingml/2006/main">
          <a:srgbClr val="F6F5F0"/>
        </a:solidFill>
      </p:bgPr>
    </p:bg>
    <p:spTree>
      <p:nvGrpSpPr>
        <p:cNvPr id="1" name=""/>
        <p:cNvGrpSpPr/>
        <p:nvPr/>
      </p:nvGrpSpPr>
      <p:grpSpPr>
        <a:xfrm xmlns:a="http://schemas.openxmlformats.org/drawingml/2006/main"/>
      </p:grpSpPr>
      <p:sp>
        <p:nvSpPr>
          <p:cNvPr id="19" name="text-209">
            <a:extLst xmlns:a="http://schemas.openxmlformats.org/drawingml/2006/main">
              <a:ext uri="{FF2B5EF4-FFF2-40B4-BE49-F238E27FC236}">
                <a16:creationId xmlns:a16="http://schemas.microsoft.com/office/drawing/2014/main" id="{453D1065-A54D-45C7-8930-6D05E6C89ED7}"/>
              </a:ext>
            </a:extLst>
          </p:cNvPr>
          <p:cNvSpPr>
            <a:spLocks xmlns:a="http://schemas.openxmlformats.org/drawingml/2006/main" noGrp="1"/>
          </p:cNvSpPr>
          <p:nvPr/>
        </p:nvSpPr>
        <p:spPr>
          <a:xfrm xmlns:a="http://schemas.openxmlformats.org/drawingml/2006/main">
            <a:off x="609600" y="514350"/>
            <a:ext cx="14020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600" b="1">
                <a:solidFill>
                  <a:srgbClr val="132E38"/>
                </a:solidFill>
                <a:latin typeface="Aptos"/>
                <a:ea typeface="Aptos"/>
                <a:cs typeface="Aptos"/>
              </a:defRPr>
            </a:defPPr>
            <a:lvl1pPr algn="l">
              <a:buNone/>
              <a:defRPr sz="3600" b="1">
                <a:solidFill>
                  <a:srgbClr val="132E38"/>
                </a:solidFill>
                <a:latin typeface="Aptos"/>
                <a:ea typeface="Aptos"/>
                <a:cs typeface="Aptos"/>
              </a:defRPr>
            </a:lvl1pPr>
            <a:lvl2pPr algn="l">
              <a:buNone/>
              <a:defRPr sz="3600" b="1">
                <a:solidFill>
                  <a:srgbClr val="132E38"/>
                </a:solidFill>
                <a:latin typeface="Aptos"/>
                <a:ea typeface="Aptos"/>
                <a:cs typeface="Aptos"/>
              </a:defRPr>
            </a:lvl2pPr>
            <a:lvl3pPr algn="l">
              <a:buNone/>
              <a:defRPr sz="3600" b="1">
                <a:solidFill>
                  <a:srgbClr val="132E38"/>
                </a:solidFill>
                <a:latin typeface="Aptos"/>
                <a:ea typeface="Aptos"/>
                <a:cs typeface="Aptos"/>
              </a:defRPr>
            </a:lvl3pPr>
            <a:lvl4pPr algn="l">
              <a:buNone/>
              <a:defRPr sz="3600" b="1">
                <a:solidFill>
                  <a:srgbClr val="132E38"/>
                </a:solidFill>
                <a:latin typeface="Aptos"/>
                <a:ea typeface="Aptos"/>
                <a:cs typeface="Aptos"/>
              </a:defRPr>
            </a:lvl4pPr>
            <a:lvl5pPr algn="l">
              <a:buNone/>
              <a:defRPr sz="3600" b="1">
                <a:solidFill>
                  <a:srgbClr val="132E38"/>
                </a:solidFill>
                <a:latin typeface="Aptos"/>
                <a:ea typeface="Aptos"/>
                <a:cs typeface="Aptos"/>
              </a:defRPr>
            </a:lvl5pPr>
            <a:lvl6pPr algn="l">
              <a:buNone/>
              <a:defRPr sz="3600" b="1">
                <a:solidFill>
                  <a:srgbClr val="132E38"/>
                </a:solidFill>
                <a:latin typeface="Aptos"/>
                <a:ea typeface="Aptos"/>
                <a:cs typeface="Aptos"/>
              </a:defRPr>
            </a:lvl6pPr>
            <a:lvl7pPr algn="l">
              <a:buNone/>
              <a:defRPr sz="3600" b="1">
                <a:solidFill>
                  <a:srgbClr val="132E38"/>
                </a:solidFill>
                <a:latin typeface="Aptos"/>
                <a:ea typeface="Aptos"/>
                <a:cs typeface="Aptos"/>
              </a:defRPr>
            </a:lvl7pPr>
            <a:lvl8pPr algn="l">
              <a:buNone/>
              <a:defRPr sz="3600" b="1">
                <a:solidFill>
                  <a:srgbClr val="132E38"/>
                </a:solidFill>
                <a:latin typeface="Aptos"/>
                <a:ea typeface="Aptos"/>
                <a:cs typeface="Aptos"/>
              </a:defRPr>
            </a:lvl8pPr>
            <a:lvl9pPr algn="l">
              <a:buNone/>
              <a:defRPr sz="3600" b="1">
                <a:solidFill>
                  <a:srgbClr val="132E38"/>
                </a:solidFill>
                <a:latin typeface="Aptos"/>
                <a:ea typeface="Aptos"/>
                <a:cs typeface="Aptos"/>
              </a:defRPr>
            </a:lvl9pPr>
          </a:lstStyle>
          <a:p xmlns:a="http://schemas.openxmlformats.org/drawingml/2006/main">
            <a:pPr algn="l">
              <a:buNone/>
              <a:defRPr sz="3600" b="1">
                <a:solidFill>
                  <a:srgbClr val="132E38"/>
                </a:solidFill>
                <a:latin typeface="Aptos"/>
                <a:ea typeface="Aptos"/>
                <a:cs typeface="Aptos"/>
              </a:defRPr>
            </a:pPr>
            <a:r>
              <a:rPr sz="3600" b="1">
                <a:solidFill>
                  <a:srgbClr val="132E38"/>
                </a:solidFill>
                <a:latin typeface="Aptos"/>
                <a:ea typeface="Aptos"/>
                <a:cs typeface="Aptos"/>
              </a:rPr>
              <a:t>Wednesday goal and Friday entry</a:t>
            </a:r>
          </a:p>
        </p:txBody>
      </p:sp>
      <p:sp>
        <p:nvSpPr>
          <p:cNvPr id="2" name="text-210">
            <a:extLst xmlns:a="http://schemas.openxmlformats.org/drawingml/2006/main">
              <a:ext uri="{FF2B5EF4-FFF2-40B4-BE49-F238E27FC236}">
                <a16:creationId xmlns:a16="http://schemas.microsoft.com/office/drawing/2014/main" id="{D28D0B75-16D3-4EFB-9D64-32206A0AAF82}"/>
              </a:ext>
            </a:extLst>
          </p:cNvPr>
          <p:cNvSpPr>
            <a:spLocks xmlns:a="http://schemas.openxmlformats.org/drawingml/2006/main" noGrp="1"/>
          </p:cNvSpPr>
          <p:nvPr/>
        </p:nvSpPr>
        <p:spPr>
          <a:xfrm xmlns:a="http://schemas.openxmlformats.org/drawingml/2006/main">
            <a:off x="14154150" y="8020050"/>
            <a:ext cx="476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500" b="1">
                <a:solidFill>
                  <a:srgbClr val="157D80"/>
                </a:solidFill>
                <a:latin typeface="Aptos"/>
                <a:ea typeface="Aptos"/>
                <a:cs typeface="Aptos"/>
              </a:defRPr>
            </a:defPPr>
            <a:lvl1pPr algn="r">
              <a:buNone/>
              <a:defRPr sz="1500" b="1">
                <a:solidFill>
                  <a:srgbClr val="157D80"/>
                </a:solidFill>
                <a:latin typeface="Aptos"/>
                <a:ea typeface="Aptos"/>
                <a:cs typeface="Aptos"/>
              </a:defRPr>
            </a:lvl1pPr>
            <a:lvl2pPr algn="r">
              <a:buNone/>
              <a:defRPr sz="1500" b="1">
                <a:solidFill>
                  <a:srgbClr val="157D80"/>
                </a:solidFill>
                <a:latin typeface="Aptos"/>
                <a:ea typeface="Aptos"/>
                <a:cs typeface="Aptos"/>
              </a:defRPr>
            </a:lvl2pPr>
            <a:lvl3pPr algn="r">
              <a:buNone/>
              <a:defRPr sz="1500" b="1">
                <a:solidFill>
                  <a:srgbClr val="157D80"/>
                </a:solidFill>
                <a:latin typeface="Aptos"/>
                <a:ea typeface="Aptos"/>
                <a:cs typeface="Aptos"/>
              </a:defRPr>
            </a:lvl3pPr>
            <a:lvl4pPr algn="r">
              <a:buNone/>
              <a:defRPr sz="1500" b="1">
                <a:solidFill>
                  <a:srgbClr val="157D80"/>
                </a:solidFill>
                <a:latin typeface="Aptos"/>
                <a:ea typeface="Aptos"/>
                <a:cs typeface="Aptos"/>
              </a:defRPr>
            </a:lvl4pPr>
            <a:lvl5pPr algn="r">
              <a:buNone/>
              <a:defRPr sz="1500" b="1">
                <a:solidFill>
                  <a:srgbClr val="157D80"/>
                </a:solidFill>
                <a:latin typeface="Aptos"/>
                <a:ea typeface="Aptos"/>
                <a:cs typeface="Aptos"/>
              </a:defRPr>
            </a:lvl5pPr>
            <a:lvl6pPr algn="r">
              <a:buNone/>
              <a:defRPr sz="1500" b="1">
                <a:solidFill>
                  <a:srgbClr val="157D80"/>
                </a:solidFill>
                <a:latin typeface="Aptos"/>
                <a:ea typeface="Aptos"/>
                <a:cs typeface="Aptos"/>
              </a:defRPr>
            </a:lvl6pPr>
            <a:lvl7pPr algn="r">
              <a:buNone/>
              <a:defRPr sz="1500" b="1">
                <a:solidFill>
                  <a:srgbClr val="157D80"/>
                </a:solidFill>
                <a:latin typeface="Aptos"/>
                <a:ea typeface="Aptos"/>
                <a:cs typeface="Aptos"/>
              </a:defRPr>
            </a:lvl7pPr>
            <a:lvl8pPr algn="r">
              <a:buNone/>
              <a:defRPr sz="1500" b="1">
                <a:solidFill>
                  <a:srgbClr val="157D80"/>
                </a:solidFill>
                <a:latin typeface="Aptos"/>
                <a:ea typeface="Aptos"/>
                <a:cs typeface="Aptos"/>
              </a:defRPr>
            </a:lvl8pPr>
            <a:lvl9pPr algn="r">
              <a:buNone/>
              <a:defRPr sz="1500" b="1">
                <a:solidFill>
                  <a:srgbClr val="157D80"/>
                </a:solidFill>
                <a:latin typeface="Aptos"/>
                <a:ea typeface="Aptos"/>
                <a:cs typeface="Aptos"/>
              </a:defRPr>
            </a:lvl9pPr>
          </a:lstStyle>
          <a:p xmlns:a="http://schemas.openxmlformats.org/drawingml/2006/main">
            <a:pPr algn="r">
              <a:buNone/>
              <a:defRPr sz="1500" b="1">
                <a:solidFill>
                  <a:srgbClr val="157D80"/>
                </a:solidFill>
                <a:latin typeface="Aptos"/>
                <a:ea typeface="Aptos"/>
                <a:cs typeface="Aptos"/>
              </a:defRPr>
            </a:pPr>
            <a:r>
              <a:rPr sz="1500" b="1">
                <a:solidFill>
                  <a:srgbClr val="157D80"/>
                </a:solidFill>
                <a:latin typeface="Aptos"/>
                <a:ea typeface="Aptos"/>
                <a:cs typeface="Aptos"/>
              </a:rPr>
              <a:t>9</a:t>
            </a:r>
          </a:p>
        </p:txBody>
      </p:sp>
      <p:sp>
        <p:nvSpPr>
          <p:cNvPr id="3" name="text-211">
            <a:extLst xmlns:a="http://schemas.openxmlformats.org/drawingml/2006/main">
              <a:ext uri="{FF2B5EF4-FFF2-40B4-BE49-F238E27FC236}">
                <a16:creationId xmlns:a16="http://schemas.microsoft.com/office/drawing/2014/main" id="{55B38816-67E8-4D3C-8922-E6FA2B4FF766}"/>
              </a:ext>
            </a:extLst>
          </p:cNvPr>
          <p:cNvSpPr>
            <a:spLocks xmlns:a="http://schemas.openxmlformats.org/drawingml/2006/main" noGrp="1"/>
          </p:cNvSpPr>
          <p:nvPr/>
        </p:nvSpPr>
        <p:spPr>
          <a:xfrm xmlns:a="http://schemas.openxmlformats.org/drawingml/2006/main">
            <a:off x="609600" y="2095500"/>
            <a:ext cx="4000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1">
                <a:solidFill>
                  <a:srgbClr val="157D80"/>
                </a:solidFill>
                <a:latin typeface="Aptos"/>
                <a:ea typeface="Aptos"/>
                <a:cs typeface="Aptos"/>
              </a:defRPr>
            </a:defPPr>
            <a:lvl1pPr algn="l">
              <a:buNone/>
              <a:defRPr sz="2400" b="1">
                <a:solidFill>
                  <a:srgbClr val="157D80"/>
                </a:solidFill>
                <a:latin typeface="Aptos"/>
                <a:ea typeface="Aptos"/>
                <a:cs typeface="Aptos"/>
              </a:defRPr>
            </a:lvl1pPr>
            <a:lvl2pPr algn="l">
              <a:buNone/>
              <a:defRPr sz="2400" b="1">
                <a:solidFill>
                  <a:srgbClr val="157D80"/>
                </a:solidFill>
                <a:latin typeface="Aptos"/>
                <a:ea typeface="Aptos"/>
                <a:cs typeface="Aptos"/>
              </a:defRPr>
            </a:lvl2pPr>
            <a:lvl3pPr algn="l">
              <a:buNone/>
              <a:defRPr sz="2400" b="1">
                <a:solidFill>
                  <a:srgbClr val="157D80"/>
                </a:solidFill>
                <a:latin typeface="Aptos"/>
                <a:ea typeface="Aptos"/>
                <a:cs typeface="Aptos"/>
              </a:defRPr>
            </a:lvl3pPr>
            <a:lvl4pPr algn="l">
              <a:buNone/>
              <a:defRPr sz="2400" b="1">
                <a:solidFill>
                  <a:srgbClr val="157D80"/>
                </a:solidFill>
                <a:latin typeface="Aptos"/>
                <a:ea typeface="Aptos"/>
                <a:cs typeface="Aptos"/>
              </a:defRPr>
            </a:lvl4pPr>
            <a:lvl5pPr algn="l">
              <a:buNone/>
              <a:defRPr sz="2400" b="1">
                <a:solidFill>
                  <a:srgbClr val="157D80"/>
                </a:solidFill>
                <a:latin typeface="Aptos"/>
                <a:ea typeface="Aptos"/>
                <a:cs typeface="Aptos"/>
              </a:defRPr>
            </a:lvl5pPr>
            <a:lvl6pPr algn="l">
              <a:buNone/>
              <a:defRPr sz="2400" b="1">
                <a:solidFill>
                  <a:srgbClr val="157D80"/>
                </a:solidFill>
                <a:latin typeface="Aptos"/>
                <a:ea typeface="Aptos"/>
                <a:cs typeface="Aptos"/>
              </a:defRPr>
            </a:lvl6pPr>
            <a:lvl7pPr algn="l">
              <a:buNone/>
              <a:defRPr sz="2400" b="1">
                <a:solidFill>
                  <a:srgbClr val="157D80"/>
                </a:solidFill>
                <a:latin typeface="Aptos"/>
                <a:ea typeface="Aptos"/>
                <a:cs typeface="Aptos"/>
              </a:defRPr>
            </a:lvl7pPr>
            <a:lvl8pPr algn="l">
              <a:buNone/>
              <a:defRPr sz="2400" b="1">
                <a:solidFill>
                  <a:srgbClr val="157D80"/>
                </a:solidFill>
                <a:latin typeface="Aptos"/>
                <a:ea typeface="Aptos"/>
                <a:cs typeface="Aptos"/>
              </a:defRPr>
            </a:lvl8pPr>
            <a:lvl9pPr algn="l">
              <a:buNone/>
              <a:defRPr sz="2400" b="1">
                <a:solidFill>
                  <a:srgbClr val="157D80"/>
                </a:solidFill>
                <a:latin typeface="Aptos"/>
                <a:ea typeface="Aptos"/>
                <a:cs typeface="Aptos"/>
              </a:defRPr>
            </a:lvl9pPr>
          </a:lstStyle>
          <a:p xmlns:a="http://schemas.openxmlformats.org/drawingml/2006/main">
            <a:pPr algn="l">
              <a:buNone/>
              <a:defRPr sz="2400" b="1">
                <a:solidFill>
                  <a:srgbClr val="157D80"/>
                </a:solidFill>
                <a:latin typeface="Aptos"/>
                <a:ea typeface="Aptos"/>
                <a:cs typeface="Aptos"/>
              </a:defRPr>
            </a:pPr>
            <a:r>
              <a:rPr sz="2400" b="1">
                <a:solidFill>
                  <a:srgbClr val="157D80"/>
                </a:solidFill>
                <a:latin typeface="Aptos"/>
                <a:ea typeface="Aptos"/>
                <a:cs typeface="Aptos"/>
              </a:rPr>
              <a:t>Implemented</a:t>
            </a:r>
          </a:p>
        </p:txBody>
      </p:sp>
      <p:sp>
        <p:nvSpPr>
          <p:cNvPr id="4" name="text-212">
            <a:extLst xmlns:a="http://schemas.openxmlformats.org/drawingml/2006/main">
              <a:ext uri="{FF2B5EF4-FFF2-40B4-BE49-F238E27FC236}">
                <a16:creationId xmlns:a16="http://schemas.microsoft.com/office/drawing/2014/main" id="{F89881E5-6DC4-46ED-990B-EA855F60A6D1}"/>
              </a:ext>
            </a:extLst>
          </p:cNvPr>
          <p:cNvSpPr>
            <a:spLocks xmlns:a="http://schemas.openxmlformats.org/drawingml/2006/main" noGrp="1"/>
          </p:cNvSpPr>
          <p:nvPr/>
        </p:nvSpPr>
        <p:spPr>
          <a:xfrm xmlns:a="http://schemas.openxmlformats.org/drawingml/2006/main">
            <a:off x="5524500" y="2095500"/>
            <a:ext cx="4000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1">
                <a:solidFill>
                  <a:srgbClr val="157D80"/>
                </a:solidFill>
                <a:latin typeface="Aptos"/>
                <a:ea typeface="Aptos"/>
                <a:cs typeface="Aptos"/>
              </a:defRPr>
            </a:defPPr>
            <a:lvl1pPr algn="l">
              <a:buNone/>
              <a:defRPr sz="2400" b="1">
                <a:solidFill>
                  <a:srgbClr val="157D80"/>
                </a:solidFill>
                <a:latin typeface="Aptos"/>
                <a:ea typeface="Aptos"/>
                <a:cs typeface="Aptos"/>
              </a:defRPr>
            </a:lvl1pPr>
            <a:lvl2pPr algn="l">
              <a:buNone/>
              <a:defRPr sz="2400" b="1">
                <a:solidFill>
                  <a:srgbClr val="157D80"/>
                </a:solidFill>
                <a:latin typeface="Aptos"/>
                <a:ea typeface="Aptos"/>
                <a:cs typeface="Aptos"/>
              </a:defRPr>
            </a:lvl2pPr>
            <a:lvl3pPr algn="l">
              <a:buNone/>
              <a:defRPr sz="2400" b="1">
                <a:solidFill>
                  <a:srgbClr val="157D80"/>
                </a:solidFill>
                <a:latin typeface="Aptos"/>
                <a:ea typeface="Aptos"/>
                <a:cs typeface="Aptos"/>
              </a:defRPr>
            </a:lvl3pPr>
            <a:lvl4pPr algn="l">
              <a:buNone/>
              <a:defRPr sz="2400" b="1">
                <a:solidFill>
                  <a:srgbClr val="157D80"/>
                </a:solidFill>
                <a:latin typeface="Aptos"/>
                <a:ea typeface="Aptos"/>
                <a:cs typeface="Aptos"/>
              </a:defRPr>
            </a:lvl4pPr>
            <a:lvl5pPr algn="l">
              <a:buNone/>
              <a:defRPr sz="2400" b="1">
                <a:solidFill>
                  <a:srgbClr val="157D80"/>
                </a:solidFill>
                <a:latin typeface="Aptos"/>
                <a:ea typeface="Aptos"/>
                <a:cs typeface="Aptos"/>
              </a:defRPr>
            </a:lvl5pPr>
            <a:lvl6pPr algn="l">
              <a:buNone/>
              <a:defRPr sz="2400" b="1">
                <a:solidFill>
                  <a:srgbClr val="157D80"/>
                </a:solidFill>
                <a:latin typeface="Aptos"/>
                <a:ea typeface="Aptos"/>
                <a:cs typeface="Aptos"/>
              </a:defRPr>
            </a:lvl6pPr>
            <a:lvl7pPr algn="l">
              <a:buNone/>
              <a:defRPr sz="2400" b="1">
                <a:solidFill>
                  <a:srgbClr val="157D80"/>
                </a:solidFill>
                <a:latin typeface="Aptos"/>
                <a:ea typeface="Aptos"/>
                <a:cs typeface="Aptos"/>
              </a:defRPr>
            </a:lvl7pPr>
            <a:lvl8pPr algn="l">
              <a:buNone/>
              <a:defRPr sz="2400" b="1">
                <a:solidFill>
                  <a:srgbClr val="157D80"/>
                </a:solidFill>
                <a:latin typeface="Aptos"/>
                <a:ea typeface="Aptos"/>
                <a:cs typeface="Aptos"/>
              </a:defRPr>
            </a:lvl8pPr>
            <a:lvl9pPr algn="l">
              <a:buNone/>
              <a:defRPr sz="2400" b="1">
                <a:solidFill>
                  <a:srgbClr val="157D80"/>
                </a:solidFill>
                <a:latin typeface="Aptos"/>
                <a:ea typeface="Aptos"/>
                <a:cs typeface="Aptos"/>
              </a:defRPr>
            </a:lvl9pPr>
          </a:lstStyle>
          <a:p xmlns:a="http://schemas.openxmlformats.org/drawingml/2006/main">
            <a:pPr algn="l">
              <a:buNone/>
              <a:defRPr sz="2400" b="1">
                <a:solidFill>
                  <a:srgbClr val="157D80"/>
                </a:solidFill>
                <a:latin typeface="Aptos"/>
                <a:ea typeface="Aptos"/>
                <a:cs typeface="Aptos"/>
              </a:defRPr>
            </a:pPr>
            <a:r>
              <a:rPr sz="2400" b="1">
                <a:solidFill>
                  <a:srgbClr val="157D80"/>
                </a:solidFill>
                <a:latin typeface="Aptos"/>
                <a:ea typeface="Aptos"/>
                <a:cs typeface="Aptos"/>
              </a:rPr>
              <a:t>Priority outcomes</a:t>
            </a:r>
          </a:p>
        </p:txBody>
      </p:sp>
      <p:sp>
        <p:nvSpPr>
          <p:cNvPr id="5" name="text-213">
            <a:extLst xmlns:a="http://schemas.openxmlformats.org/drawingml/2006/main">
              <a:ext uri="{FF2B5EF4-FFF2-40B4-BE49-F238E27FC236}">
                <a16:creationId xmlns:a16="http://schemas.microsoft.com/office/drawing/2014/main" id="{92C13F8B-C2CE-4788-A20E-20558D8A5858}"/>
              </a:ext>
            </a:extLst>
          </p:cNvPr>
          <p:cNvSpPr>
            <a:spLocks xmlns:a="http://schemas.openxmlformats.org/drawingml/2006/main" noGrp="1"/>
          </p:cNvSpPr>
          <p:nvPr/>
        </p:nvSpPr>
        <p:spPr>
          <a:xfrm xmlns:a="http://schemas.openxmlformats.org/drawingml/2006/main">
            <a:off x="10439400" y="2095500"/>
            <a:ext cx="4191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1">
                <a:solidFill>
                  <a:srgbClr val="157D80"/>
                </a:solidFill>
                <a:latin typeface="Aptos"/>
                <a:ea typeface="Aptos"/>
                <a:cs typeface="Aptos"/>
              </a:defRPr>
            </a:defPPr>
            <a:lvl1pPr algn="l">
              <a:buNone/>
              <a:defRPr sz="2400" b="1">
                <a:solidFill>
                  <a:srgbClr val="157D80"/>
                </a:solidFill>
                <a:latin typeface="Aptos"/>
                <a:ea typeface="Aptos"/>
                <a:cs typeface="Aptos"/>
              </a:defRPr>
            </a:lvl1pPr>
            <a:lvl2pPr algn="l">
              <a:buNone/>
              <a:defRPr sz="2400" b="1">
                <a:solidFill>
                  <a:srgbClr val="157D80"/>
                </a:solidFill>
                <a:latin typeface="Aptos"/>
                <a:ea typeface="Aptos"/>
                <a:cs typeface="Aptos"/>
              </a:defRPr>
            </a:lvl2pPr>
            <a:lvl3pPr algn="l">
              <a:buNone/>
              <a:defRPr sz="2400" b="1">
                <a:solidFill>
                  <a:srgbClr val="157D80"/>
                </a:solidFill>
                <a:latin typeface="Aptos"/>
                <a:ea typeface="Aptos"/>
                <a:cs typeface="Aptos"/>
              </a:defRPr>
            </a:lvl3pPr>
            <a:lvl4pPr algn="l">
              <a:buNone/>
              <a:defRPr sz="2400" b="1">
                <a:solidFill>
                  <a:srgbClr val="157D80"/>
                </a:solidFill>
                <a:latin typeface="Aptos"/>
                <a:ea typeface="Aptos"/>
                <a:cs typeface="Aptos"/>
              </a:defRPr>
            </a:lvl4pPr>
            <a:lvl5pPr algn="l">
              <a:buNone/>
              <a:defRPr sz="2400" b="1">
                <a:solidFill>
                  <a:srgbClr val="157D80"/>
                </a:solidFill>
                <a:latin typeface="Aptos"/>
                <a:ea typeface="Aptos"/>
                <a:cs typeface="Aptos"/>
              </a:defRPr>
            </a:lvl5pPr>
            <a:lvl6pPr algn="l">
              <a:buNone/>
              <a:defRPr sz="2400" b="1">
                <a:solidFill>
                  <a:srgbClr val="157D80"/>
                </a:solidFill>
                <a:latin typeface="Aptos"/>
                <a:ea typeface="Aptos"/>
                <a:cs typeface="Aptos"/>
              </a:defRPr>
            </a:lvl6pPr>
            <a:lvl7pPr algn="l">
              <a:buNone/>
              <a:defRPr sz="2400" b="1">
                <a:solidFill>
                  <a:srgbClr val="157D80"/>
                </a:solidFill>
                <a:latin typeface="Aptos"/>
                <a:ea typeface="Aptos"/>
                <a:cs typeface="Aptos"/>
              </a:defRPr>
            </a:lvl7pPr>
            <a:lvl8pPr algn="l">
              <a:buNone/>
              <a:defRPr sz="2400" b="1">
                <a:solidFill>
                  <a:srgbClr val="157D80"/>
                </a:solidFill>
                <a:latin typeface="Aptos"/>
                <a:ea typeface="Aptos"/>
                <a:cs typeface="Aptos"/>
              </a:defRPr>
            </a:lvl8pPr>
            <a:lvl9pPr algn="l">
              <a:buNone/>
              <a:defRPr sz="2400" b="1">
                <a:solidFill>
                  <a:srgbClr val="157D80"/>
                </a:solidFill>
                <a:latin typeface="Aptos"/>
                <a:ea typeface="Aptos"/>
                <a:cs typeface="Aptos"/>
              </a:defRPr>
            </a:lvl9pPr>
          </a:lstStyle>
          <a:p xmlns:a="http://schemas.openxmlformats.org/drawingml/2006/main">
            <a:pPr algn="l">
              <a:buNone/>
              <a:defRPr sz="2400" b="1">
                <a:solidFill>
                  <a:srgbClr val="157D80"/>
                </a:solidFill>
                <a:latin typeface="Aptos"/>
                <a:ea typeface="Aptos"/>
                <a:cs typeface="Aptos"/>
              </a:defRPr>
            </a:pPr>
            <a:r>
              <a:rPr sz="2400" b="1">
                <a:solidFill>
                  <a:srgbClr val="157D80"/>
                </a:solidFill>
                <a:latin typeface="Aptos"/>
                <a:ea typeface="Aptos"/>
                <a:cs typeface="Aptos"/>
              </a:rPr>
              <a:t>Remaining work in order</a:t>
            </a:r>
          </a:p>
        </p:txBody>
      </p:sp>
      <p:sp>
        <p:nvSpPr>
          <p:cNvPr id="6" name="text-214">
            <a:extLst xmlns:a="http://schemas.openxmlformats.org/drawingml/2006/main">
              <a:ext uri="{FF2B5EF4-FFF2-40B4-BE49-F238E27FC236}">
                <a16:creationId xmlns:a16="http://schemas.microsoft.com/office/drawing/2014/main" id="{8409ABED-6605-4D91-B8EC-0EB777C9D073}"/>
              </a:ext>
            </a:extLst>
          </p:cNvPr>
          <p:cNvSpPr>
            <a:spLocks xmlns:a="http://schemas.openxmlformats.org/drawingml/2006/main" noGrp="1"/>
          </p:cNvSpPr>
          <p:nvPr/>
        </p:nvSpPr>
        <p:spPr>
          <a:xfrm xmlns:a="http://schemas.openxmlformats.org/drawingml/2006/main">
            <a:off x="609600" y="2667000"/>
            <a:ext cx="4000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4A6572"/>
                </a:solidFill>
                <a:latin typeface="Aptos"/>
                <a:ea typeface="Aptos"/>
                <a:cs typeface="Aptos"/>
              </a:defRPr>
            </a:defPPr>
            <a:lvl1pPr algn="l">
              <a:buNone/>
              <a:defRPr sz="1800" b="0">
                <a:solidFill>
                  <a:srgbClr val="4A6572"/>
                </a:solidFill>
                <a:latin typeface="Aptos"/>
                <a:ea typeface="Aptos"/>
                <a:cs typeface="Aptos"/>
              </a:defRPr>
            </a:lvl1pPr>
            <a:lvl2pPr algn="l">
              <a:buNone/>
              <a:defRPr sz="1800" b="0">
                <a:solidFill>
                  <a:srgbClr val="4A6572"/>
                </a:solidFill>
                <a:latin typeface="Aptos"/>
                <a:ea typeface="Aptos"/>
                <a:cs typeface="Aptos"/>
              </a:defRPr>
            </a:lvl2pPr>
            <a:lvl3pPr algn="l">
              <a:buNone/>
              <a:defRPr sz="1800" b="0">
                <a:solidFill>
                  <a:srgbClr val="4A6572"/>
                </a:solidFill>
                <a:latin typeface="Aptos"/>
                <a:ea typeface="Aptos"/>
                <a:cs typeface="Aptos"/>
              </a:defRPr>
            </a:lvl3pPr>
            <a:lvl4pPr algn="l">
              <a:buNone/>
              <a:defRPr sz="1800" b="0">
                <a:solidFill>
                  <a:srgbClr val="4A6572"/>
                </a:solidFill>
                <a:latin typeface="Aptos"/>
                <a:ea typeface="Aptos"/>
                <a:cs typeface="Aptos"/>
              </a:defRPr>
            </a:lvl4pPr>
            <a:lvl5pPr algn="l">
              <a:buNone/>
              <a:defRPr sz="1800" b="0">
                <a:solidFill>
                  <a:srgbClr val="4A6572"/>
                </a:solidFill>
                <a:latin typeface="Aptos"/>
                <a:ea typeface="Aptos"/>
                <a:cs typeface="Aptos"/>
              </a:defRPr>
            </a:lvl5pPr>
            <a:lvl6pPr algn="l">
              <a:buNone/>
              <a:defRPr sz="1800" b="0">
                <a:solidFill>
                  <a:srgbClr val="4A6572"/>
                </a:solidFill>
                <a:latin typeface="Aptos"/>
                <a:ea typeface="Aptos"/>
                <a:cs typeface="Aptos"/>
              </a:defRPr>
            </a:lvl6pPr>
            <a:lvl7pPr algn="l">
              <a:buNone/>
              <a:defRPr sz="1800" b="0">
                <a:solidFill>
                  <a:srgbClr val="4A6572"/>
                </a:solidFill>
                <a:latin typeface="Aptos"/>
                <a:ea typeface="Aptos"/>
                <a:cs typeface="Aptos"/>
              </a:defRPr>
            </a:lvl7pPr>
            <a:lvl8pPr algn="l">
              <a:buNone/>
              <a:defRPr sz="1800" b="0">
                <a:solidFill>
                  <a:srgbClr val="4A6572"/>
                </a:solidFill>
                <a:latin typeface="Aptos"/>
                <a:ea typeface="Aptos"/>
                <a:cs typeface="Aptos"/>
              </a:defRPr>
            </a:lvl8pPr>
            <a:lvl9pPr algn="l">
              <a:buNone/>
              <a:defRPr sz="1800" b="0">
                <a:solidFill>
                  <a:srgbClr val="4A6572"/>
                </a:solidFill>
                <a:latin typeface="Aptos"/>
                <a:ea typeface="Aptos"/>
                <a:cs typeface="Aptos"/>
              </a:defRPr>
            </a:lvl9pPr>
          </a:lstStyle>
          <a:p xmlns:a="http://schemas.openxmlformats.org/drawingml/2006/main">
            <a:pPr algn="l">
              <a:buNone/>
              <a:defRPr sz="1800" b="0">
                <a:solidFill>
                  <a:srgbClr val="4A6572"/>
                </a:solidFill>
                <a:latin typeface="Aptos"/>
                <a:ea typeface="Aptos"/>
                <a:cs typeface="Aptos"/>
              </a:defRPr>
            </a:pPr>
            <a:r>
              <a:rPr sz="1800" b="0">
                <a:solidFill>
                  <a:srgbClr val="4A6572"/>
                </a:solidFill>
                <a:latin typeface="Aptos"/>
                <a:ea typeface="Aptos"/>
                <a:cs typeface="Aptos"/>
              </a:rPr>
              <a:t>Merged cores</a:t>
            </a:r>
          </a:p>
        </p:txBody>
      </p:sp>
      <p:sp>
        <p:nvSpPr>
          <p:cNvPr id="7" name="text-215">
            <a:extLst xmlns:a="http://schemas.openxmlformats.org/drawingml/2006/main">
              <a:ext uri="{FF2B5EF4-FFF2-40B4-BE49-F238E27FC236}">
                <a16:creationId xmlns:a16="http://schemas.microsoft.com/office/drawing/2014/main" id="{9315B4A0-0735-4820-A2E2-5F0339E81D54}"/>
              </a:ext>
            </a:extLst>
          </p:cNvPr>
          <p:cNvSpPr>
            <a:spLocks xmlns:a="http://schemas.openxmlformats.org/drawingml/2006/main" noGrp="1"/>
          </p:cNvSpPr>
          <p:nvPr/>
        </p:nvSpPr>
        <p:spPr>
          <a:xfrm xmlns:a="http://schemas.openxmlformats.org/drawingml/2006/main">
            <a:off x="5524500" y="2667000"/>
            <a:ext cx="4000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4A6572"/>
                </a:solidFill>
                <a:latin typeface="Aptos"/>
                <a:ea typeface="Aptos"/>
                <a:cs typeface="Aptos"/>
              </a:defRPr>
            </a:defPPr>
            <a:lvl1pPr algn="l">
              <a:buNone/>
              <a:defRPr sz="1800" b="0">
                <a:solidFill>
                  <a:srgbClr val="4A6572"/>
                </a:solidFill>
                <a:latin typeface="Aptos"/>
                <a:ea typeface="Aptos"/>
                <a:cs typeface="Aptos"/>
              </a:defRPr>
            </a:lvl1pPr>
            <a:lvl2pPr algn="l">
              <a:buNone/>
              <a:defRPr sz="1800" b="0">
                <a:solidFill>
                  <a:srgbClr val="4A6572"/>
                </a:solidFill>
                <a:latin typeface="Aptos"/>
                <a:ea typeface="Aptos"/>
                <a:cs typeface="Aptos"/>
              </a:defRPr>
            </a:lvl2pPr>
            <a:lvl3pPr algn="l">
              <a:buNone/>
              <a:defRPr sz="1800" b="0">
                <a:solidFill>
                  <a:srgbClr val="4A6572"/>
                </a:solidFill>
                <a:latin typeface="Aptos"/>
                <a:ea typeface="Aptos"/>
                <a:cs typeface="Aptos"/>
              </a:defRPr>
            </a:lvl3pPr>
            <a:lvl4pPr algn="l">
              <a:buNone/>
              <a:defRPr sz="1800" b="0">
                <a:solidFill>
                  <a:srgbClr val="4A6572"/>
                </a:solidFill>
                <a:latin typeface="Aptos"/>
                <a:ea typeface="Aptos"/>
                <a:cs typeface="Aptos"/>
              </a:defRPr>
            </a:lvl4pPr>
            <a:lvl5pPr algn="l">
              <a:buNone/>
              <a:defRPr sz="1800" b="0">
                <a:solidFill>
                  <a:srgbClr val="4A6572"/>
                </a:solidFill>
                <a:latin typeface="Aptos"/>
                <a:ea typeface="Aptos"/>
                <a:cs typeface="Aptos"/>
              </a:defRPr>
            </a:lvl5pPr>
            <a:lvl6pPr algn="l">
              <a:buNone/>
              <a:defRPr sz="1800" b="0">
                <a:solidFill>
                  <a:srgbClr val="4A6572"/>
                </a:solidFill>
                <a:latin typeface="Aptos"/>
                <a:ea typeface="Aptos"/>
                <a:cs typeface="Aptos"/>
              </a:defRPr>
            </a:lvl6pPr>
            <a:lvl7pPr algn="l">
              <a:buNone/>
              <a:defRPr sz="1800" b="0">
                <a:solidFill>
                  <a:srgbClr val="4A6572"/>
                </a:solidFill>
                <a:latin typeface="Aptos"/>
                <a:ea typeface="Aptos"/>
                <a:cs typeface="Aptos"/>
              </a:defRPr>
            </a:lvl7pPr>
            <a:lvl8pPr algn="l">
              <a:buNone/>
              <a:defRPr sz="1800" b="0">
                <a:solidFill>
                  <a:srgbClr val="4A6572"/>
                </a:solidFill>
                <a:latin typeface="Aptos"/>
                <a:ea typeface="Aptos"/>
                <a:cs typeface="Aptos"/>
              </a:defRPr>
            </a:lvl8pPr>
            <a:lvl9pPr algn="l">
              <a:buNone/>
              <a:defRPr sz="1800" b="0">
                <a:solidFill>
                  <a:srgbClr val="4A6572"/>
                </a:solidFill>
                <a:latin typeface="Aptos"/>
                <a:ea typeface="Aptos"/>
                <a:cs typeface="Aptos"/>
              </a:defRPr>
            </a:lvl9pPr>
          </a:lstStyle>
          <a:p xmlns:a="http://schemas.openxmlformats.org/drawingml/2006/main">
            <a:pPr algn="l">
              <a:buNone/>
              <a:defRPr sz="1800" b="0">
                <a:solidFill>
                  <a:srgbClr val="4A6572"/>
                </a:solidFill>
                <a:latin typeface="Aptos"/>
                <a:ea typeface="Aptos"/>
                <a:cs typeface="Aptos"/>
              </a:defRPr>
            </a:pPr>
            <a:r>
              <a:rPr sz="1800" b="0">
                <a:solidFill>
                  <a:srgbClr val="4A6572"/>
                </a:solidFill>
                <a:latin typeface="Aptos"/>
                <a:ea typeface="Aptos"/>
                <a:cs typeface="Aptos"/>
              </a:rPr>
              <a:t>In progress, not deployed</a:t>
            </a:r>
          </a:p>
        </p:txBody>
      </p:sp>
      <p:sp>
        <p:nvSpPr>
          <p:cNvPr id="8" name="text-216">
            <a:extLst xmlns:a="http://schemas.openxmlformats.org/drawingml/2006/main">
              <a:ext uri="{FF2B5EF4-FFF2-40B4-BE49-F238E27FC236}">
                <a16:creationId xmlns:a16="http://schemas.microsoft.com/office/drawing/2014/main" id="{B3E924A4-6621-41E1-9F93-CE058E78C920}"/>
              </a:ext>
            </a:extLst>
          </p:cNvPr>
          <p:cNvSpPr>
            <a:spLocks xmlns:a="http://schemas.openxmlformats.org/drawingml/2006/main" noGrp="1"/>
          </p:cNvSpPr>
          <p:nvPr/>
        </p:nvSpPr>
        <p:spPr>
          <a:xfrm xmlns:a="http://schemas.openxmlformats.org/drawingml/2006/main">
            <a:off x="10439400" y="2667000"/>
            <a:ext cx="4191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4A6572"/>
                </a:solidFill>
                <a:latin typeface="Aptos"/>
                <a:ea typeface="Aptos"/>
                <a:cs typeface="Aptos"/>
              </a:defRPr>
            </a:defPPr>
            <a:lvl1pPr algn="l">
              <a:buNone/>
              <a:defRPr sz="1800" b="0">
                <a:solidFill>
                  <a:srgbClr val="4A6572"/>
                </a:solidFill>
                <a:latin typeface="Aptos"/>
                <a:ea typeface="Aptos"/>
                <a:cs typeface="Aptos"/>
              </a:defRPr>
            </a:lvl1pPr>
            <a:lvl2pPr algn="l">
              <a:buNone/>
              <a:defRPr sz="1800" b="0">
                <a:solidFill>
                  <a:srgbClr val="4A6572"/>
                </a:solidFill>
                <a:latin typeface="Aptos"/>
                <a:ea typeface="Aptos"/>
                <a:cs typeface="Aptos"/>
              </a:defRPr>
            </a:lvl2pPr>
            <a:lvl3pPr algn="l">
              <a:buNone/>
              <a:defRPr sz="1800" b="0">
                <a:solidFill>
                  <a:srgbClr val="4A6572"/>
                </a:solidFill>
                <a:latin typeface="Aptos"/>
                <a:ea typeface="Aptos"/>
                <a:cs typeface="Aptos"/>
              </a:defRPr>
            </a:lvl3pPr>
            <a:lvl4pPr algn="l">
              <a:buNone/>
              <a:defRPr sz="1800" b="0">
                <a:solidFill>
                  <a:srgbClr val="4A6572"/>
                </a:solidFill>
                <a:latin typeface="Aptos"/>
                <a:ea typeface="Aptos"/>
                <a:cs typeface="Aptos"/>
              </a:defRPr>
            </a:lvl4pPr>
            <a:lvl5pPr algn="l">
              <a:buNone/>
              <a:defRPr sz="1800" b="0">
                <a:solidFill>
                  <a:srgbClr val="4A6572"/>
                </a:solidFill>
                <a:latin typeface="Aptos"/>
                <a:ea typeface="Aptos"/>
                <a:cs typeface="Aptos"/>
              </a:defRPr>
            </a:lvl5pPr>
            <a:lvl6pPr algn="l">
              <a:buNone/>
              <a:defRPr sz="1800" b="0">
                <a:solidFill>
                  <a:srgbClr val="4A6572"/>
                </a:solidFill>
                <a:latin typeface="Aptos"/>
                <a:ea typeface="Aptos"/>
                <a:cs typeface="Aptos"/>
              </a:defRPr>
            </a:lvl6pPr>
            <a:lvl7pPr algn="l">
              <a:buNone/>
              <a:defRPr sz="1800" b="0">
                <a:solidFill>
                  <a:srgbClr val="4A6572"/>
                </a:solidFill>
                <a:latin typeface="Aptos"/>
                <a:ea typeface="Aptos"/>
                <a:cs typeface="Aptos"/>
              </a:defRPr>
            </a:lvl7pPr>
            <a:lvl8pPr algn="l">
              <a:buNone/>
              <a:defRPr sz="1800" b="0">
                <a:solidFill>
                  <a:srgbClr val="4A6572"/>
                </a:solidFill>
                <a:latin typeface="Aptos"/>
                <a:ea typeface="Aptos"/>
                <a:cs typeface="Aptos"/>
              </a:defRPr>
            </a:lvl8pPr>
            <a:lvl9pPr algn="l">
              <a:buNone/>
              <a:defRPr sz="1800" b="0">
                <a:solidFill>
                  <a:srgbClr val="4A6572"/>
                </a:solidFill>
                <a:latin typeface="Aptos"/>
                <a:ea typeface="Aptos"/>
                <a:cs typeface="Aptos"/>
              </a:defRPr>
            </a:lvl9pPr>
          </a:lstStyle>
          <a:p xmlns:a="http://schemas.openxmlformats.org/drawingml/2006/main">
            <a:pPr algn="l">
              <a:buNone/>
              <a:defRPr sz="1800" b="0">
                <a:solidFill>
                  <a:srgbClr val="4A6572"/>
                </a:solidFill>
                <a:latin typeface="Aptos"/>
                <a:ea typeface="Aptos"/>
                <a:cs typeface="Aptos"/>
              </a:defRPr>
            </a:pPr>
            <a:r>
              <a:rPr sz="1800" b="0">
                <a:solidFill>
                  <a:srgbClr val="4A6572"/>
                </a:solidFill>
                <a:latin typeface="Aptos"/>
                <a:ea typeface="Aptos"/>
                <a:cs typeface="Aptos"/>
              </a:rPr>
              <a:t>Wednesday Oct 28 Roundtable</a:t>
            </a:r>
          </a:p>
        </p:txBody>
      </p:sp>
      <p:cxnSp>
        <p:nvCxnSpPr>
          <p:cNvPr id="9" name="flow-217">
            <a:extLst xmlns:a="http://schemas.openxmlformats.org/drawingml/2006/main">
              <a:ext uri="{FF2B5EF4-FFF2-40B4-BE49-F238E27FC236}">
                <a16:creationId xmlns:a16="http://schemas.microsoft.com/office/drawing/2014/main" id="{10C31AF1-B497-4BAC-906E-86EC045C4E95}"/>
              </a:ext>
            </a:extLst>
          </p:cNvPr>
          <p:cNvCxnSpPr/>
          <p:nvPr/>
        </p:nvCxnSpPr>
        <p:spPr>
          <a:xfrm xmlns:a="http://schemas.openxmlformats.org/drawingml/2006/main" flipH="0" flipV="0">
            <a:off x="4610100" y="2324100"/>
            <a:ext cx="704850" cy="0"/>
          </a:xfrm>
          <a:prstGeom xmlns:a="http://schemas.openxmlformats.org/drawingml/2006/main" prst="straightConnector1">
            <a:avLst/>
          </a:prstGeom>
          <a:ln xmlns:a="http://schemas.openxmlformats.org/drawingml/2006/main" w="23813">
            <a:solidFill>
              <a:srgbClr val="157D80"/>
            </a:solidFill>
            <a:prstDash val="solid"/>
            <a:tailEnd type="triangle" w="med" len="med"/>
          </a:ln>
        </p:spPr>
      </p:cxnSp>
      <p:cxnSp>
        <p:nvCxnSpPr>
          <p:cNvPr id="10" name="flow-218">
            <a:extLst xmlns:a="http://schemas.openxmlformats.org/drawingml/2006/main">
              <a:ext uri="{FF2B5EF4-FFF2-40B4-BE49-F238E27FC236}">
                <a16:creationId xmlns:a16="http://schemas.microsoft.com/office/drawing/2014/main" id="{F3084C09-5310-4E11-B63C-FBB12BCFEA3B}"/>
              </a:ext>
            </a:extLst>
          </p:cNvPr>
          <p:cNvCxnSpPr/>
          <p:nvPr/>
        </p:nvCxnSpPr>
        <p:spPr>
          <a:xfrm xmlns:a="http://schemas.openxmlformats.org/drawingml/2006/main" flipH="0" flipV="0">
            <a:off x="9525000" y="2324100"/>
            <a:ext cx="704850" cy="0"/>
          </a:xfrm>
          <a:prstGeom xmlns:a="http://schemas.openxmlformats.org/drawingml/2006/main" prst="straightConnector1">
            <a:avLst/>
          </a:prstGeom>
          <a:ln xmlns:a="http://schemas.openxmlformats.org/drawingml/2006/main" w="23813">
            <a:solidFill>
              <a:srgbClr val="157D80"/>
            </a:solidFill>
            <a:prstDash val="solid"/>
            <a:tailEnd type="triangle" w="med" len="med"/>
          </a:ln>
        </p:spPr>
      </p:cxnSp>
      <p:sp>
        <p:nvSpPr>
          <p:cNvPr id="11" name="text-219">
            <a:extLst xmlns:a="http://schemas.openxmlformats.org/drawingml/2006/main">
              <a:ext uri="{FF2B5EF4-FFF2-40B4-BE49-F238E27FC236}">
                <a16:creationId xmlns:a16="http://schemas.microsoft.com/office/drawing/2014/main" id="{5458D523-F9D2-4AF8-BE72-B5D47AF83BAB}"/>
              </a:ext>
            </a:extLst>
          </p:cNvPr>
          <p:cNvSpPr>
            <a:spLocks xmlns:a="http://schemas.openxmlformats.org/drawingml/2006/main" noGrp="1"/>
          </p:cNvSpPr>
          <p:nvPr/>
        </p:nvSpPr>
        <p:spPr>
          <a:xfrm xmlns:a="http://schemas.openxmlformats.org/drawingml/2006/main">
            <a:off x="609600" y="3381375"/>
            <a:ext cx="400050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32E38"/>
                </a:solidFill>
                <a:latin typeface="Aptos"/>
                <a:ea typeface="Aptos"/>
                <a:cs typeface="Aptos"/>
              </a:defRPr>
            </a:defPPr>
            <a:lvl1pPr algn="l">
              <a:buNone/>
              <a:defRPr sz="2025" b="0">
                <a:solidFill>
                  <a:srgbClr val="132E38"/>
                </a:solidFill>
                <a:latin typeface="Aptos"/>
                <a:ea typeface="Aptos"/>
                <a:cs typeface="Aptos"/>
              </a:defRPr>
            </a:lvl1pPr>
            <a:lvl2pPr algn="l">
              <a:buNone/>
              <a:defRPr sz="2025" b="0">
                <a:solidFill>
                  <a:srgbClr val="132E38"/>
                </a:solidFill>
                <a:latin typeface="Aptos"/>
                <a:ea typeface="Aptos"/>
                <a:cs typeface="Aptos"/>
              </a:defRPr>
            </a:lvl2pPr>
            <a:lvl3pPr algn="l">
              <a:buNone/>
              <a:defRPr sz="2025" b="0">
                <a:solidFill>
                  <a:srgbClr val="132E38"/>
                </a:solidFill>
                <a:latin typeface="Aptos"/>
                <a:ea typeface="Aptos"/>
                <a:cs typeface="Aptos"/>
              </a:defRPr>
            </a:lvl3pPr>
            <a:lvl4pPr algn="l">
              <a:buNone/>
              <a:defRPr sz="2025" b="0">
                <a:solidFill>
                  <a:srgbClr val="132E38"/>
                </a:solidFill>
                <a:latin typeface="Aptos"/>
                <a:ea typeface="Aptos"/>
                <a:cs typeface="Aptos"/>
              </a:defRPr>
            </a:lvl4pPr>
            <a:lvl5pPr algn="l">
              <a:buNone/>
              <a:defRPr sz="2025" b="0">
                <a:solidFill>
                  <a:srgbClr val="132E38"/>
                </a:solidFill>
                <a:latin typeface="Aptos"/>
                <a:ea typeface="Aptos"/>
                <a:cs typeface="Aptos"/>
              </a:defRPr>
            </a:lvl5pPr>
            <a:lvl6pPr algn="l">
              <a:buNone/>
              <a:defRPr sz="2025" b="0">
                <a:solidFill>
                  <a:srgbClr val="132E38"/>
                </a:solidFill>
                <a:latin typeface="Aptos"/>
                <a:ea typeface="Aptos"/>
                <a:cs typeface="Aptos"/>
              </a:defRPr>
            </a:lvl6pPr>
            <a:lvl7pPr algn="l">
              <a:buNone/>
              <a:defRPr sz="2025" b="0">
                <a:solidFill>
                  <a:srgbClr val="132E38"/>
                </a:solidFill>
                <a:latin typeface="Aptos"/>
                <a:ea typeface="Aptos"/>
                <a:cs typeface="Aptos"/>
              </a:defRPr>
            </a:lvl7pPr>
            <a:lvl8pPr algn="l">
              <a:buNone/>
              <a:defRPr sz="2025" b="0">
                <a:solidFill>
                  <a:srgbClr val="132E38"/>
                </a:solidFill>
                <a:latin typeface="Aptos"/>
                <a:ea typeface="Aptos"/>
                <a:cs typeface="Aptos"/>
              </a:defRPr>
            </a:lvl8pPr>
            <a:lvl9pPr algn="l">
              <a:buNone/>
              <a:defRPr sz="2025" b="0">
                <a:solidFill>
                  <a:srgbClr val="132E38"/>
                </a:solidFill>
                <a:latin typeface="Aptos"/>
                <a:ea typeface="Aptos"/>
                <a:cs typeface="Aptos"/>
              </a:defRPr>
            </a:lvl9pPr>
          </a:lstStyle>
          <a:p xmlns:a="http://schemas.openxmlformats.org/drawingml/2006/main">
            <a:pPr algn="l">
              <a:buNone/>
              <a:defRPr sz="2025" b="0">
                <a:solidFill>
                  <a:srgbClr val="132E38"/>
                </a:solidFill>
                <a:latin typeface="Aptos"/>
                <a:ea typeface="Aptos"/>
                <a:cs typeface="Aptos"/>
              </a:defRPr>
            </a:pPr>
            <a:r>
              <a:rPr sz="2025" b="0">
                <a:solidFill>
                  <a:srgbClr val="132E38"/>
                </a:solidFill>
                <a:latin typeface="Aptos"/>
                <a:ea typeface="Aptos"/>
                <a:cs typeface="Aptos"/>
              </a:rPr>
              <a:t>Buzz bridge and plugin</a:t>
            </a:r>
          </a:p>
          <a:p xmlns:a="http://schemas.openxmlformats.org/drawingml/2006/main">
            <a:pPr algn="l">
              <a:buNone/>
              <a:defRPr sz="2025" b="0">
                <a:solidFill>
                  <a:srgbClr val="132E38"/>
                </a:solidFill>
                <a:latin typeface="Aptos"/>
                <a:ea typeface="Aptos"/>
                <a:cs typeface="Aptos"/>
              </a:defRPr>
            </a:pPr>
            <a:r>
              <a:rPr sz="2025" b="0">
                <a:solidFill>
                  <a:srgbClr val="132E38"/>
                </a:solidFill>
                <a:latin typeface="Aptos"/>
                <a:ea typeface="Aptos"/>
                <a:cs typeface="Aptos"/>
              </a:rPr>
              <a:t>Meeting sources and follow-up</a:t>
            </a:r>
          </a:p>
          <a:p xmlns:a="http://schemas.openxmlformats.org/drawingml/2006/main">
            <a:pPr algn="l">
              <a:buNone/>
              <a:defRPr sz="2025" b="0">
                <a:solidFill>
                  <a:srgbClr val="132E38"/>
                </a:solidFill>
                <a:latin typeface="Aptos"/>
                <a:ea typeface="Aptos"/>
                <a:cs typeface="Aptos"/>
              </a:defRPr>
            </a:pPr>
            <a:r>
              <a:rPr sz="2025" b="0">
                <a:solidFill>
                  <a:srgbClr val="132E38"/>
                </a:solidFill>
                <a:latin typeface="Aptos"/>
                <a:ea typeface="Aptos"/>
                <a:cs typeface="Aptos"/>
              </a:rPr>
              <a:t>V2 core and native capture</a:t>
            </a:r>
          </a:p>
          <a:p xmlns:a="http://schemas.openxmlformats.org/drawingml/2006/main">
            <a:pPr algn="l">
              <a:buNone/>
              <a:defRPr sz="2025" b="0">
                <a:solidFill>
                  <a:srgbClr val="132E38"/>
                </a:solidFill>
                <a:latin typeface="Aptos"/>
                <a:ea typeface="Aptos"/>
                <a:cs typeface="Aptos"/>
              </a:defRPr>
            </a:pPr>
            <a:r>
              <a:rPr sz="2025" b="0">
                <a:solidFill>
                  <a:srgbClr val="132E38"/>
                </a:solidFill>
                <a:latin typeface="Aptos"/>
                <a:ea typeface="Aptos"/>
                <a:cs typeface="Aptos"/>
              </a:rPr>
              <a:t>Funding candidates and routes</a:t>
            </a:r>
          </a:p>
          <a:p xmlns:a="http://schemas.openxmlformats.org/drawingml/2006/main">
            <a:pPr algn="l">
              <a:buNone/>
              <a:defRPr sz="2025" b="0">
                <a:solidFill>
                  <a:srgbClr val="132E38"/>
                </a:solidFill>
                <a:latin typeface="Aptos"/>
                <a:ea typeface="Aptos"/>
                <a:cs typeface="Aptos"/>
              </a:defRPr>
            </a:pPr>
            <a:r>
              <a:rPr sz="2025" b="0">
                <a:solidFill>
                  <a:srgbClr val="132E38"/>
                </a:solidFill>
                <a:latin typeface="Aptos"/>
                <a:ea typeface="Aptos"/>
                <a:cs typeface="Aptos"/>
              </a:rPr>
              <a:t>SQL tools and evidence</a:t>
            </a:r>
          </a:p>
          <a:p xmlns:a="http://schemas.openxmlformats.org/drawingml/2006/main">
            <a:pPr algn="l">
              <a:buNone/>
              <a:defRPr sz="2025" b="0">
                <a:solidFill>
                  <a:srgbClr val="132E38"/>
                </a:solidFill>
                <a:latin typeface="Aptos"/>
                <a:ea typeface="Aptos"/>
                <a:cs typeface="Aptos"/>
              </a:defRPr>
            </a:pPr>
            <a:r>
              <a:rPr sz="2025" b="0">
                <a:solidFill>
                  <a:srgbClr val="132E38"/>
                </a:solidFill>
                <a:latin typeface="Aptos"/>
                <a:ea typeface="Aptos"/>
                <a:cs typeface="Aptos"/>
              </a:rPr>
              <a:t>Controlled native rehearsals</a:t>
            </a:r>
          </a:p>
        </p:txBody>
      </p:sp>
      <p:sp>
        <p:nvSpPr>
          <p:cNvPr id="12" name="text-220">
            <a:extLst xmlns:a="http://schemas.openxmlformats.org/drawingml/2006/main">
              <a:ext uri="{FF2B5EF4-FFF2-40B4-BE49-F238E27FC236}">
                <a16:creationId xmlns:a16="http://schemas.microsoft.com/office/drawing/2014/main" id="{A635FD90-9967-4675-ADA4-96FE6447321B}"/>
              </a:ext>
            </a:extLst>
          </p:cNvPr>
          <p:cNvSpPr>
            <a:spLocks xmlns:a="http://schemas.openxmlformats.org/drawingml/2006/main" noGrp="1"/>
          </p:cNvSpPr>
          <p:nvPr/>
        </p:nvSpPr>
        <p:spPr>
          <a:xfrm xmlns:a="http://schemas.openxmlformats.org/drawingml/2006/main">
            <a:off x="5524500" y="3381375"/>
            <a:ext cx="4000500" cy="2333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32E38"/>
                </a:solidFill>
                <a:latin typeface="Aptos"/>
                <a:ea typeface="Aptos"/>
                <a:cs typeface="Aptos"/>
              </a:defRPr>
            </a:defPPr>
            <a:lvl1pPr algn="l">
              <a:buNone/>
              <a:defRPr sz="2025" b="0">
                <a:solidFill>
                  <a:srgbClr val="132E38"/>
                </a:solidFill>
                <a:latin typeface="Aptos"/>
                <a:ea typeface="Aptos"/>
                <a:cs typeface="Aptos"/>
              </a:defRPr>
            </a:lvl1pPr>
            <a:lvl2pPr algn="l">
              <a:buNone/>
              <a:defRPr sz="2025" b="0">
                <a:solidFill>
                  <a:srgbClr val="132E38"/>
                </a:solidFill>
                <a:latin typeface="Aptos"/>
                <a:ea typeface="Aptos"/>
                <a:cs typeface="Aptos"/>
              </a:defRPr>
            </a:lvl2pPr>
            <a:lvl3pPr algn="l">
              <a:buNone/>
              <a:defRPr sz="2025" b="0">
                <a:solidFill>
                  <a:srgbClr val="132E38"/>
                </a:solidFill>
                <a:latin typeface="Aptos"/>
                <a:ea typeface="Aptos"/>
                <a:cs typeface="Aptos"/>
              </a:defRPr>
            </a:lvl3pPr>
            <a:lvl4pPr algn="l">
              <a:buNone/>
              <a:defRPr sz="2025" b="0">
                <a:solidFill>
                  <a:srgbClr val="132E38"/>
                </a:solidFill>
                <a:latin typeface="Aptos"/>
                <a:ea typeface="Aptos"/>
                <a:cs typeface="Aptos"/>
              </a:defRPr>
            </a:lvl4pPr>
            <a:lvl5pPr algn="l">
              <a:buNone/>
              <a:defRPr sz="2025" b="0">
                <a:solidFill>
                  <a:srgbClr val="132E38"/>
                </a:solidFill>
                <a:latin typeface="Aptos"/>
                <a:ea typeface="Aptos"/>
                <a:cs typeface="Aptos"/>
              </a:defRPr>
            </a:lvl5pPr>
            <a:lvl6pPr algn="l">
              <a:buNone/>
              <a:defRPr sz="2025" b="0">
                <a:solidFill>
                  <a:srgbClr val="132E38"/>
                </a:solidFill>
                <a:latin typeface="Aptos"/>
                <a:ea typeface="Aptos"/>
                <a:cs typeface="Aptos"/>
              </a:defRPr>
            </a:lvl6pPr>
            <a:lvl7pPr algn="l">
              <a:buNone/>
              <a:defRPr sz="2025" b="0">
                <a:solidFill>
                  <a:srgbClr val="132E38"/>
                </a:solidFill>
                <a:latin typeface="Aptos"/>
                <a:ea typeface="Aptos"/>
                <a:cs typeface="Aptos"/>
              </a:defRPr>
            </a:lvl7pPr>
            <a:lvl8pPr algn="l">
              <a:buNone/>
              <a:defRPr sz="2025" b="0">
                <a:solidFill>
                  <a:srgbClr val="132E38"/>
                </a:solidFill>
                <a:latin typeface="Aptos"/>
                <a:ea typeface="Aptos"/>
                <a:cs typeface="Aptos"/>
              </a:defRPr>
            </a:lvl8pPr>
            <a:lvl9pPr algn="l">
              <a:buNone/>
              <a:defRPr sz="2025" b="0">
                <a:solidFill>
                  <a:srgbClr val="132E38"/>
                </a:solidFill>
                <a:latin typeface="Aptos"/>
                <a:ea typeface="Aptos"/>
                <a:cs typeface="Aptos"/>
              </a:defRPr>
            </a:lvl9pPr>
          </a:lstStyle>
          <a:p xmlns:a="http://schemas.openxmlformats.org/drawingml/2006/main">
            <a:pPr algn="l">
              <a:buNone/>
              <a:defRPr sz="2025" b="0">
                <a:solidFill>
                  <a:srgbClr val="132E38"/>
                </a:solidFill>
                <a:latin typeface="Aptos"/>
                <a:ea typeface="Aptos"/>
                <a:cs typeface="Aptos"/>
              </a:defRPr>
            </a:pPr>
            <a:r>
              <a:rPr sz="2025" b="0">
                <a:solidFill>
                  <a:srgbClr val="132E38"/>
                </a:solidFill>
                <a:latin typeface="Aptos"/>
                <a:ea typeface="Aptos"/>
                <a:cs typeface="Aptos"/>
              </a:rPr>
              <a:t>Authorized PostgreSQL tools</a:t>
            </a:r>
          </a:p>
          <a:p xmlns:a="http://schemas.openxmlformats.org/drawingml/2006/main">
            <a:pPr algn="l">
              <a:buNone/>
              <a:defRPr sz="2025" b="0">
                <a:solidFill>
                  <a:srgbClr val="132E38"/>
                </a:solidFill>
                <a:latin typeface="Aptos"/>
                <a:ea typeface="Aptos"/>
                <a:cs typeface="Aptos"/>
              </a:defRPr>
            </a:pPr>
            <a:r>
              <a:rPr sz="2025" b="0">
                <a:solidFill>
                  <a:srgbClr val="132E38"/>
                </a:solidFill>
                <a:latin typeface="Aptos"/>
                <a:ea typeface="Aptos"/>
                <a:cs typeface="Aptos"/>
              </a:rPr>
              <a:t>Actual generated draft</a:t>
            </a:r>
          </a:p>
          <a:p xmlns:a="http://schemas.openxmlformats.org/drawingml/2006/main">
            <a:pPr algn="l">
              <a:buNone/>
              <a:defRPr sz="2025" b="0">
                <a:solidFill>
                  <a:srgbClr val="132E38"/>
                </a:solidFill>
                <a:latin typeface="Aptos"/>
                <a:ea typeface="Aptos"/>
                <a:cs typeface="Aptos"/>
              </a:defRPr>
            </a:pPr>
            <a:r>
              <a:rPr sz="2025" b="0">
                <a:solidFill>
                  <a:srgbClr val="132E38"/>
                </a:solidFill>
                <a:latin typeface="Aptos"/>
                <a:ea typeface="Aptos"/>
                <a:cs typeface="Aptos"/>
              </a:rPr>
              <a:t>Agent contribution and critique</a:t>
            </a:r>
          </a:p>
          <a:p xmlns:a="http://schemas.openxmlformats.org/drawingml/2006/main">
            <a:pPr algn="l">
              <a:buNone/>
              <a:defRPr sz="2025" b="0">
                <a:solidFill>
                  <a:srgbClr val="132E38"/>
                </a:solidFill>
                <a:latin typeface="Aptos"/>
                <a:ea typeface="Aptos"/>
                <a:cs typeface="Aptos"/>
              </a:defRPr>
            </a:pPr>
            <a:r>
              <a:rPr sz="2025" b="0">
                <a:solidFill>
                  <a:srgbClr val="132E38"/>
                </a:solidFill>
                <a:latin typeface="Aptos"/>
                <a:ea typeface="Aptos"/>
                <a:cs typeface="Aptos"/>
              </a:rPr>
              <a:t>Current-member v2 confirmation</a:t>
            </a:r>
          </a:p>
          <a:p xmlns:a="http://schemas.openxmlformats.org/drawingml/2006/main">
            <a:pPr algn="l">
              <a:buNone/>
              <a:defRPr sz="2025" b="0">
                <a:solidFill>
                  <a:srgbClr val="132E38"/>
                </a:solidFill>
                <a:latin typeface="Aptos"/>
                <a:ea typeface="Aptos"/>
                <a:cs typeface="Aptos"/>
              </a:defRPr>
            </a:pPr>
            <a:r>
              <a:rPr sz="2025" b="0">
                <a:solidFill>
                  <a:srgbClr val="132E38"/>
                </a:solidFill>
                <a:latin typeface="Aptos"/>
                <a:ea typeface="Aptos"/>
                <a:cs typeface="Aptos"/>
              </a:rPr>
              <a:t>Mark submitted / later evidence</a:t>
            </a:r>
          </a:p>
          <a:p xmlns:a="http://schemas.openxmlformats.org/drawingml/2006/main">
            <a:pPr algn="l">
              <a:buNone/>
              <a:defRPr sz="2025" b="0">
                <a:solidFill>
                  <a:srgbClr val="132E38"/>
                </a:solidFill>
                <a:latin typeface="Aptos"/>
                <a:ea typeface="Aptos"/>
                <a:cs typeface="Aptos"/>
              </a:defRPr>
            </a:pPr>
            <a:r>
              <a:rPr sz="2025" b="0">
                <a:solidFill>
                  <a:srgbClr val="132E38"/>
                </a:solidFill>
                <a:latin typeface="Aptos"/>
                <a:ea typeface="Aptos"/>
                <a:cs typeface="Aptos"/>
              </a:rPr>
              <a:t>Helix and Y2 deferred</a:t>
            </a:r>
          </a:p>
        </p:txBody>
      </p:sp>
      <p:sp>
        <p:nvSpPr>
          <p:cNvPr id="13" name="text-221">
            <a:extLst xmlns:a="http://schemas.openxmlformats.org/drawingml/2006/main">
              <a:ext uri="{FF2B5EF4-FFF2-40B4-BE49-F238E27FC236}">
                <a16:creationId xmlns:a16="http://schemas.microsoft.com/office/drawing/2014/main" id="{5E56A611-E627-4F2C-A7F8-33D44283C721}"/>
              </a:ext>
            </a:extLst>
          </p:cNvPr>
          <p:cNvSpPr>
            <a:spLocks xmlns:a="http://schemas.openxmlformats.org/drawingml/2006/main" noGrp="1"/>
          </p:cNvSpPr>
          <p:nvPr/>
        </p:nvSpPr>
        <p:spPr>
          <a:xfrm xmlns:a="http://schemas.openxmlformats.org/drawingml/2006/main">
            <a:off x="10439400" y="3286125"/>
            <a:ext cx="4191000" cy="2571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132E38"/>
                </a:solidFill>
                <a:latin typeface="Aptos"/>
                <a:ea typeface="Aptos"/>
                <a:cs typeface="Aptos"/>
              </a:defRPr>
            </a:defPPr>
            <a:lvl1pPr algn="l">
              <a:buNone/>
              <a:defRPr sz="1875" b="0">
                <a:solidFill>
                  <a:srgbClr val="132E38"/>
                </a:solidFill>
                <a:latin typeface="Aptos"/>
                <a:ea typeface="Aptos"/>
                <a:cs typeface="Aptos"/>
              </a:defRPr>
            </a:lvl1pPr>
            <a:lvl2pPr algn="l">
              <a:buNone/>
              <a:defRPr sz="1875" b="0">
                <a:solidFill>
                  <a:srgbClr val="132E38"/>
                </a:solidFill>
                <a:latin typeface="Aptos"/>
                <a:ea typeface="Aptos"/>
                <a:cs typeface="Aptos"/>
              </a:defRPr>
            </a:lvl2pPr>
            <a:lvl3pPr algn="l">
              <a:buNone/>
              <a:defRPr sz="1875" b="0">
                <a:solidFill>
                  <a:srgbClr val="132E38"/>
                </a:solidFill>
                <a:latin typeface="Aptos"/>
                <a:ea typeface="Aptos"/>
                <a:cs typeface="Aptos"/>
              </a:defRPr>
            </a:lvl3pPr>
            <a:lvl4pPr algn="l">
              <a:buNone/>
              <a:defRPr sz="1875" b="0">
                <a:solidFill>
                  <a:srgbClr val="132E38"/>
                </a:solidFill>
                <a:latin typeface="Aptos"/>
                <a:ea typeface="Aptos"/>
                <a:cs typeface="Aptos"/>
              </a:defRPr>
            </a:lvl4pPr>
            <a:lvl5pPr algn="l">
              <a:buNone/>
              <a:defRPr sz="1875" b="0">
                <a:solidFill>
                  <a:srgbClr val="132E38"/>
                </a:solidFill>
                <a:latin typeface="Aptos"/>
                <a:ea typeface="Aptos"/>
                <a:cs typeface="Aptos"/>
              </a:defRPr>
            </a:lvl5pPr>
            <a:lvl6pPr algn="l">
              <a:buNone/>
              <a:defRPr sz="1875" b="0">
                <a:solidFill>
                  <a:srgbClr val="132E38"/>
                </a:solidFill>
                <a:latin typeface="Aptos"/>
                <a:ea typeface="Aptos"/>
                <a:cs typeface="Aptos"/>
              </a:defRPr>
            </a:lvl6pPr>
            <a:lvl7pPr algn="l">
              <a:buNone/>
              <a:defRPr sz="1875" b="0">
                <a:solidFill>
                  <a:srgbClr val="132E38"/>
                </a:solidFill>
                <a:latin typeface="Aptos"/>
                <a:ea typeface="Aptos"/>
                <a:cs typeface="Aptos"/>
              </a:defRPr>
            </a:lvl7pPr>
            <a:lvl8pPr algn="l">
              <a:buNone/>
              <a:defRPr sz="1875" b="0">
                <a:solidFill>
                  <a:srgbClr val="132E38"/>
                </a:solidFill>
                <a:latin typeface="Aptos"/>
                <a:ea typeface="Aptos"/>
                <a:cs typeface="Aptos"/>
              </a:defRPr>
            </a:lvl8pPr>
            <a:lvl9pPr algn="l">
              <a:buNone/>
              <a:defRPr sz="1875" b="0">
                <a:solidFill>
                  <a:srgbClr val="132E38"/>
                </a:solidFill>
                <a:latin typeface="Aptos"/>
                <a:ea typeface="Aptos"/>
                <a:cs typeface="Aptos"/>
              </a:defRPr>
            </a:lvl9pPr>
          </a:lstStyle>
          <a:p xmlns:a="http://schemas.openxmlformats.org/drawingml/2006/main">
            <a:pPr algn="l">
              <a:buNone/>
              <a:defRPr sz="1875" b="0">
                <a:solidFill>
                  <a:srgbClr val="132E38"/>
                </a:solidFill>
                <a:latin typeface="Aptos"/>
                <a:ea typeface="Aptos"/>
                <a:cs typeface="Aptos"/>
              </a:defRPr>
            </a:pPr>
            <a:r>
              <a:rPr sz="1875" b="0">
                <a:solidFill>
                  <a:srgbClr val="132E38"/>
                </a:solidFill>
                <a:latin typeface="Aptos"/>
                <a:ea typeface="Aptos"/>
                <a:cs typeface="Aptos"/>
              </a:rPr>
              <a:t>1 Funding research and draft</a:t>
            </a:r>
          </a:p>
          <a:p xmlns:a="http://schemas.openxmlformats.org/drawingml/2006/main">
            <a:pPr algn="l">
              <a:buNone/>
              <a:defRPr sz="1875" b="0">
                <a:solidFill>
                  <a:srgbClr val="132E38"/>
                </a:solidFill>
                <a:latin typeface="Aptos"/>
                <a:ea typeface="Aptos"/>
                <a:cs typeface="Aptos"/>
              </a:defRPr>
            </a:pPr>
            <a:r>
              <a:rPr sz="1875" b="0">
                <a:solidFill>
                  <a:srgbClr val="132E38"/>
                </a:solidFill>
                <a:latin typeface="Aptos"/>
                <a:ea typeface="Aptos"/>
                <a:cs typeface="Aptos"/>
              </a:rPr>
              <a:t>2 SQL admission and reuse</a:t>
            </a:r>
          </a:p>
          <a:p xmlns:a="http://schemas.openxmlformats.org/drawingml/2006/main">
            <a:pPr algn="l">
              <a:buNone/>
              <a:defRPr sz="1875" b="0">
                <a:solidFill>
                  <a:srgbClr val="132E38"/>
                </a:solidFill>
                <a:latin typeface="Aptos"/>
                <a:ea typeface="Aptos"/>
                <a:cs typeface="Aptos"/>
              </a:defRPr>
            </a:pPr>
            <a:r>
              <a:rPr sz="1875" b="0">
                <a:solidFill>
                  <a:srgbClr val="132E38"/>
                </a:solidFill>
                <a:latin typeface="Aptos"/>
                <a:ea typeface="Aptos"/>
                <a:cs typeface="Aptos"/>
              </a:rPr>
              <a:t>3 Member review to durable result</a:t>
            </a:r>
          </a:p>
          <a:p xmlns:a="http://schemas.openxmlformats.org/drawingml/2006/main">
            <a:pPr algn="l">
              <a:buNone/>
              <a:defRPr sz="1875" b="0">
                <a:solidFill>
                  <a:srgbClr val="132E38"/>
                </a:solidFill>
                <a:latin typeface="Aptos"/>
                <a:ea typeface="Aptos"/>
                <a:cs typeface="Aptos"/>
              </a:defRPr>
            </a:pPr>
            <a:r>
              <a:rPr sz="1875" b="0">
                <a:solidFill>
                  <a:srgbClr val="132E38"/>
                </a:solidFill>
                <a:latin typeface="Aptos"/>
                <a:ea typeface="Aptos"/>
                <a:cs typeface="Aptos"/>
              </a:rPr>
              <a:t>4 Meeting / bounty collaboration</a:t>
            </a:r>
          </a:p>
          <a:p xmlns:a="http://schemas.openxmlformats.org/drawingml/2006/main">
            <a:pPr algn="l">
              <a:buNone/>
              <a:defRPr sz="1875" b="0">
                <a:solidFill>
                  <a:srgbClr val="132E38"/>
                </a:solidFill>
                <a:latin typeface="Aptos"/>
                <a:ea typeface="Aptos"/>
                <a:cs typeface="Aptos"/>
              </a:defRPr>
            </a:pPr>
            <a:r>
              <a:rPr sz="1875" b="0">
                <a:solidFill>
                  <a:srgbClr val="132E38"/>
                </a:solidFill>
                <a:latin typeface="Aptos"/>
                <a:ea typeface="Aptos"/>
                <a:cs typeface="Aptos"/>
              </a:rPr>
              <a:t>5 Meeting publish and readback</a:t>
            </a:r>
          </a:p>
          <a:p xmlns:a="http://schemas.openxmlformats.org/drawingml/2006/main">
            <a:pPr algn="l">
              <a:buNone/>
              <a:defRPr sz="1875" b="0">
                <a:solidFill>
                  <a:srgbClr val="132E38"/>
                </a:solidFill>
                <a:latin typeface="Aptos"/>
                <a:ea typeface="Aptos"/>
                <a:cs typeface="Aptos"/>
              </a:defRPr>
            </a:pPr>
            <a:r>
              <a:rPr sz="1875" b="0">
                <a:solidFill>
                  <a:srgbClr val="132E38"/>
                </a:solidFill>
                <a:latin typeface="Aptos"/>
                <a:ea typeface="Aptos"/>
                <a:cs typeface="Aptos"/>
              </a:rPr>
              <a:t>6 Measured rehearsal</a:t>
            </a:r>
          </a:p>
          <a:p xmlns:a="http://schemas.openxmlformats.org/drawingml/2006/main">
            <a:pPr algn="l">
              <a:buNone/>
              <a:defRPr sz="1875" b="0">
                <a:solidFill>
                  <a:srgbClr val="132E38"/>
                </a:solidFill>
                <a:latin typeface="Aptos"/>
                <a:ea typeface="Aptos"/>
                <a:cs typeface="Aptos"/>
              </a:defRPr>
            </a:pPr>
            <a:r>
              <a:rPr sz="1875" b="0">
                <a:solidFill>
                  <a:srgbClr val="132E38"/>
                </a:solidFill>
                <a:latin typeface="Aptos"/>
                <a:ea typeface="Aptos"/>
                <a:cs typeface="Aptos"/>
              </a:rPr>
              <a:t>Friday Oct 30, 11am CDT entry</a:t>
            </a:r>
          </a:p>
        </p:txBody>
      </p:sp>
      <p:cxnSp>
        <p:nvCxnSpPr>
          <p:cNvPr id="14" name="flow-222">
            <a:extLst xmlns:a="http://schemas.openxmlformats.org/drawingml/2006/main">
              <a:ext uri="{FF2B5EF4-FFF2-40B4-BE49-F238E27FC236}">
                <a16:creationId xmlns:a16="http://schemas.microsoft.com/office/drawing/2014/main" id="{301A796B-AD0D-42EC-A506-0A5EA28BEF78}"/>
              </a:ext>
            </a:extLst>
          </p:cNvPr>
          <p:cNvCxnSpPr/>
          <p:nvPr/>
        </p:nvCxnSpPr>
        <p:spPr>
          <a:xfrm xmlns:a="http://schemas.openxmlformats.org/drawingml/2006/main" flipH="0" flipV="0">
            <a:off x="609600" y="6000750"/>
            <a:ext cx="14020800" cy="0"/>
          </a:xfrm>
          <a:prstGeom xmlns:a="http://schemas.openxmlformats.org/drawingml/2006/main" prst="straightConnector1">
            <a:avLst/>
          </a:prstGeom>
          <a:ln xmlns:a="http://schemas.openxmlformats.org/drawingml/2006/main" w="14288">
            <a:solidFill>
              <a:srgbClr val="B8CACC"/>
            </a:solidFill>
            <a:prstDash val="solid"/>
          </a:ln>
        </p:spPr>
      </p:cxnSp>
      <p:sp>
        <p:nvSpPr>
          <p:cNvPr id="15" name="text-223">
            <a:extLst xmlns:a="http://schemas.openxmlformats.org/drawingml/2006/main">
              <a:ext uri="{FF2B5EF4-FFF2-40B4-BE49-F238E27FC236}">
                <a16:creationId xmlns:a16="http://schemas.microsoft.com/office/drawing/2014/main" id="{D899334B-4654-4790-8458-AC444D143C2A}"/>
              </a:ext>
            </a:extLst>
          </p:cNvPr>
          <p:cNvSpPr>
            <a:spLocks xmlns:a="http://schemas.openxmlformats.org/drawingml/2006/main" noGrp="1"/>
          </p:cNvSpPr>
          <p:nvPr/>
        </p:nvSpPr>
        <p:spPr>
          <a:xfrm xmlns:a="http://schemas.openxmlformats.org/drawingml/2006/main">
            <a:off x="609600" y="6334125"/>
            <a:ext cx="14020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132E38"/>
                </a:solidFill>
                <a:latin typeface="Aptos"/>
                <a:ea typeface="Aptos"/>
                <a:cs typeface="Aptos"/>
              </a:defRPr>
            </a:defPPr>
            <a:lvl1pPr algn="l">
              <a:buNone/>
              <a:defRPr sz="2250" b="1">
                <a:solidFill>
                  <a:srgbClr val="132E38"/>
                </a:solidFill>
                <a:latin typeface="Aptos"/>
                <a:ea typeface="Aptos"/>
                <a:cs typeface="Aptos"/>
              </a:defRPr>
            </a:lvl1pPr>
            <a:lvl2pPr algn="l">
              <a:buNone/>
              <a:defRPr sz="2250" b="1">
                <a:solidFill>
                  <a:srgbClr val="132E38"/>
                </a:solidFill>
                <a:latin typeface="Aptos"/>
                <a:ea typeface="Aptos"/>
                <a:cs typeface="Aptos"/>
              </a:defRPr>
            </a:lvl2pPr>
            <a:lvl3pPr algn="l">
              <a:buNone/>
              <a:defRPr sz="2250" b="1">
                <a:solidFill>
                  <a:srgbClr val="132E38"/>
                </a:solidFill>
                <a:latin typeface="Aptos"/>
                <a:ea typeface="Aptos"/>
                <a:cs typeface="Aptos"/>
              </a:defRPr>
            </a:lvl3pPr>
            <a:lvl4pPr algn="l">
              <a:buNone/>
              <a:defRPr sz="2250" b="1">
                <a:solidFill>
                  <a:srgbClr val="132E38"/>
                </a:solidFill>
                <a:latin typeface="Aptos"/>
                <a:ea typeface="Aptos"/>
                <a:cs typeface="Aptos"/>
              </a:defRPr>
            </a:lvl4pPr>
            <a:lvl5pPr algn="l">
              <a:buNone/>
              <a:defRPr sz="2250" b="1">
                <a:solidFill>
                  <a:srgbClr val="132E38"/>
                </a:solidFill>
                <a:latin typeface="Aptos"/>
                <a:ea typeface="Aptos"/>
                <a:cs typeface="Aptos"/>
              </a:defRPr>
            </a:lvl5pPr>
            <a:lvl6pPr algn="l">
              <a:buNone/>
              <a:defRPr sz="2250" b="1">
                <a:solidFill>
                  <a:srgbClr val="132E38"/>
                </a:solidFill>
                <a:latin typeface="Aptos"/>
                <a:ea typeface="Aptos"/>
                <a:cs typeface="Aptos"/>
              </a:defRPr>
            </a:lvl6pPr>
            <a:lvl7pPr algn="l">
              <a:buNone/>
              <a:defRPr sz="2250" b="1">
                <a:solidFill>
                  <a:srgbClr val="132E38"/>
                </a:solidFill>
                <a:latin typeface="Aptos"/>
                <a:ea typeface="Aptos"/>
                <a:cs typeface="Aptos"/>
              </a:defRPr>
            </a:lvl7pPr>
            <a:lvl8pPr algn="l">
              <a:buNone/>
              <a:defRPr sz="2250" b="1">
                <a:solidFill>
                  <a:srgbClr val="132E38"/>
                </a:solidFill>
                <a:latin typeface="Aptos"/>
                <a:ea typeface="Aptos"/>
                <a:cs typeface="Aptos"/>
              </a:defRPr>
            </a:lvl8pPr>
            <a:lvl9pPr algn="l">
              <a:buNone/>
              <a:defRPr sz="2250" b="1">
                <a:solidFill>
                  <a:srgbClr val="132E38"/>
                </a:solidFill>
                <a:latin typeface="Aptos"/>
                <a:ea typeface="Aptos"/>
                <a:cs typeface="Aptos"/>
              </a:defRPr>
            </a:lvl9pPr>
          </a:lstStyle>
          <a:p xmlns:a="http://schemas.openxmlformats.org/drawingml/2006/main">
            <a:pPr algn="l">
              <a:buNone/>
              <a:defRPr sz="2250" b="1">
                <a:solidFill>
                  <a:srgbClr val="132E38"/>
                </a:solidFill>
                <a:latin typeface="Aptos"/>
                <a:ea typeface="Aptos"/>
                <a:cs typeface="Aptos"/>
              </a:defRPr>
            </a:pPr>
            <a:r>
              <a:rPr sz="2250" b="1">
                <a:solidFill>
                  <a:srgbClr val="132E38"/>
                </a:solidFill>
                <a:latin typeface="Aptos"/>
                <a:ea typeface="Aptos"/>
                <a:cs typeface="Aptos"/>
              </a:rPr>
              <a:t>Wednesday proof</a:t>
            </a:r>
          </a:p>
        </p:txBody>
      </p:sp>
      <p:sp>
        <p:nvSpPr>
          <p:cNvPr id="16" name="text-224">
            <a:extLst xmlns:a="http://schemas.openxmlformats.org/drawingml/2006/main">
              <a:ext uri="{FF2B5EF4-FFF2-40B4-BE49-F238E27FC236}">
                <a16:creationId xmlns:a16="http://schemas.microsoft.com/office/drawing/2014/main" id="{D6136617-4C71-4D5F-A308-8D9B3A120D8A}"/>
              </a:ext>
            </a:extLst>
          </p:cNvPr>
          <p:cNvSpPr>
            <a:spLocks xmlns:a="http://schemas.openxmlformats.org/drawingml/2006/main" noGrp="1"/>
          </p:cNvSpPr>
          <p:nvPr/>
        </p:nvSpPr>
        <p:spPr>
          <a:xfrm xmlns:a="http://schemas.openxmlformats.org/drawingml/2006/main">
            <a:off x="609600" y="7000875"/>
            <a:ext cx="323850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157D80"/>
                </a:solidFill>
                <a:latin typeface="Aptos"/>
                <a:ea typeface="Aptos"/>
                <a:cs typeface="Aptos"/>
              </a:defRPr>
            </a:defPPr>
            <a:lvl1pPr algn="l">
              <a:buNone/>
              <a:defRPr sz="1950" b="0">
                <a:solidFill>
                  <a:srgbClr val="157D80"/>
                </a:solidFill>
                <a:latin typeface="Aptos"/>
                <a:ea typeface="Aptos"/>
                <a:cs typeface="Aptos"/>
              </a:defRPr>
            </a:lvl1pPr>
            <a:lvl2pPr algn="l">
              <a:buNone/>
              <a:defRPr sz="1950" b="0">
                <a:solidFill>
                  <a:srgbClr val="157D80"/>
                </a:solidFill>
                <a:latin typeface="Aptos"/>
                <a:ea typeface="Aptos"/>
                <a:cs typeface="Aptos"/>
              </a:defRPr>
            </a:lvl2pPr>
            <a:lvl3pPr algn="l">
              <a:buNone/>
              <a:defRPr sz="1950" b="0">
                <a:solidFill>
                  <a:srgbClr val="157D80"/>
                </a:solidFill>
                <a:latin typeface="Aptos"/>
                <a:ea typeface="Aptos"/>
                <a:cs typeface="Aptos"/>
              </a:defRPr>
            </a:lvl3pPr>
            <a:lvl4pPr algn="l">
              <a:buNone/>
              <a:defRPr sz="1950" b="0">
                <a:solidFill>
                  <a:srgbClr val="157D80"/>
                </a:solidFill>
                <a:latin typeface="Aptos"/>
                <a:ea typeface="Aptos"/>
                <a:cs typeface="Aptos"/>
              </a:defRPr>
            </a:lvl4pPr>
            <a:lvl5pPr algn="l">
              <a:buNone/>
              <a:defRPr sz="1950" b="0">
                <a:solidFill>
                  <a:srgbClr val="157D80"/>
                </a:solidFill>
                <a:latin typeface="Aptos"/>
                <a:ea typeface="Aptos"/>
                <a:cs typeface="Aptos"/>
              </a:defRPr>
            </a:lvl5pPr>
            <a:lvl6pPr algn="l">
              <a:buNone/>
              <a:defRPr sz="1950" b="0">
                <a:solidFill>
                  <a:srgbClr val="157D80"/>
                </a:solidFill>
                <a:latin typeface="Aptos"/>
                <a:ea typeface="Aptos"/>
                <a:cs typeface="Aptos"/>
              </a:defRPr>
            </a:lvl6pPr>
            <a:lvl7pPr algn="l">
              <a:buNone/>
              <a:defRPr sz="1950" b="0">
                <a:solidFill>
                  <a:srgbClr val="157D80"/>
                </a:solidFill>
                <a:latin typeface="Aptos"/>
                <a:ea typeface="Aptos"/>
                <a:cs typeface="Aptos"/>
              </a:defRPr>
            </a:lvl7pPr>
            <a:lvl8pPr algn="l">
              <a:buNone/>
              <a:defRPr sz="1950" b="0">
                <a:solidFill>
                  <a:srgbClr val="157D80"/>
                </a:solidFill>
                <a:latin typeface="Aptos"/>
                <a:ea typeface="Aptos"/>
                <a:cs typeface="Aptos"/>
              </a:defRPr>
            </a:lvl8pPr>
            <a:lvl9pPr algn="l">
              <a:buNone/>
              <a:defRPr sz="1950" b="0">
                <a:solidFill>
                  <a:srgbClr val="157D80"/>
                </a:solidFill>
                <a:latin typeface="Aptos"/>
                <a:ea typeface="Aptos"/>
                <a:cs typeface="Aptos"/>
              </a:defRPr>
            </a:lvl9pPr>
          </a:lstStyle>
          <a:p xmlns:a="http://schemas.openxmlformats.org/drawingml/2006/main">
            <a:pPr algn="l">
              <a:buNone/>
              <a:defRPr sz="2025" b="0">
                <a:solidFill>
                  <a:srgbClr val="157D80"/>
                </a:solidFill>
                <a:latin typeface="Aptos"/>
                <a:ea typeface="Aptos"/>
                <a:cs typeface="Aptos"/>
              </a:defRPr>
            </a:pPr>
            <a:r>
              <a:rPr sz="1950" b="0">
                <a:solidFill>
                  <a:srgbClr val="157D80"/>
                </a:solidFill>
                <a:latin typeface="Aptos"/>
                <a:ea typeface="Aptos"/>
                <a:cs typeface="Aptos"/>
              </a:rPr>
              <a:t>Meeting transcript and notes</a:t>
            </a:r>
          </a:p>
          <a:p xmlns:a="http://schemas.openxmlformats.org/drawingml/2006/main">
            <a:pPr algn="l">
              <a:buNone/>
              <a:defRPr sz="2025" b="0">
                <a:solidFill>
                  <a:srgbClr val="157D80"/>
                </a:solidFill>
                <a:latin typeface="Aptos"/>
                <a:ea typeface="Aptos"/>
                <a:cs typeface="Aptos"/>
              </a:defRPr>
            </a:pPr>
            <a:r>
              <a:rPr sz="1950" b="0">
                <a:solidFill>
                  <a:srgbClr val="157D80"/>
                </a:solidFill>
                <a:latin typeface="Aptos"/>
                <a:ea typeface="Aptos"/>
                <a:cs typeface="Aptos"/>
              </a:rPr>
              <a:t>on the member website</a:t>
            </a:r>
          </a:p>
        </p:txBody>
      </p:sp>
      <p:sp>
        <p:nvSpPr>
          <p:cNvPr id="17" name="text-225">
            <a:extLst xmlns:a="http://schemas.openxmlformats.org/drawingml/2006/main">
              <a:ext uri="{FF2B5EF4-FFF2-40B4-BE49-F238E27FC236}">
                <a16:creationId xmlns:a16="http://schemas.microsoft.com/office/drawing/2014/main" id="{13ADBA2A-5AD2-4867-9083-4F0A7F56805E}"/>
              </a:ext>
            </a:extLst>
          </p:cNvPr>
          <p:cNvSpPr>
            <a:spLocks xmlns:a="http://schemas.openxmlformats.org/drawingml/2006/main" noGrp="1"/>
          </p:cNvSpPr>
          <p:nvPr/>
        </p:nvSpPr>
        <p:spPr>
          <a:xfrm xmlns:a="http://schemas.openxmlformats.org/drawingml/2006/main">
            <a:off x="4200525" y="7000875"/>
            <a:ext cx="323850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157D80"/>
                </a:solidFill>
                <a:latin typeface="Aptos"/>
                <a:ea typeface="Aptos"/>
                <a:cs typeface="Aptos"/>
              </a:defRPr>
            </a:defPPr>
            <a:lvl1pPr algn="l">
              <a:buNone/>
              <a:defRPr sz="1950" b="0">
                <a:solidFill>
                  <a:srgbClr val="157D80"/>
                </a:solidFill>
                <a:latin typeface="Aptos"/>
                <a:ea typeface="Aptos"/>
                <a:cs typeface="Aptos"/>
              </a:defRPr>
            </a:lvl1pPr>
            <a:lvl2pPr algn="l">
              <a:buNone/>
              <a:defRPr sz="1950" b="0">
                <a:solidFill>
                  <a:srgbClr val="157D80"/>
                </a:solidFill>
                <a:latin typeface="Aptos"/>
                <a:ea typeface="Aptos"/>
                <a:cs typeface="Aptos"/>
              </a:defRPr>
            </a:lvl2pPr>
            <a:lvl3pPr algn="l">
              <a:buNone/>
              <a:defRPr sz="1950" b="0">
                <a:solidFill>
                  <a:srgbClr val="157D80"/>
                </a:solidFill>
                <a:latin typeface="Aptos"/>
                <a:ea typeface="Aptos"/>
                <a:cs typeface="Aptos"/>
              </a:defRPr>
            </a:lvl3pPr>
            <a:lvl4pPr algn="l">
              <a:buNone/>
              <a:defRPr sz="1950" b="0">
                <a:solidFill>
                  <a:srgbClr val="157D80"/>
                </a:solidFill>
                <a:latin typeface="Aptos"/>
                <a:ea typeface="Aptos"/>
                <a:cs typeface="Aptos"/>
              </a:defRPr>
            </a:lvl4pPr>
            <a:lvl5pPr algn="l">
              <a:buNone/>
              <a:defRPr sz="1950" b="0">
                <a:solidFill>
                  <a:srgbClr val="157D80"/>
                </a:solidFill>
                <a:latin typeface="Aptos"/>
                <a:ea typeface="Aptos"/>
                <a:cs typeface="Aptos"/>
              </a:defRPr>
            </a:lvl5pPr>
            <a:lvl6pPr algn="l">
              <a:buNone/>
              <a:defRPr sz="1950" b="0">
                <a:solidFill>
                  <a:srgbClr val="157D80"/>
                </a:solidFill>
                <a:latin typeface="Aptos"/>
                <a:ea typeface="Aptos"/>
                <a:cs typeface="Aptos"/>
              </a:defRPr>
            </a:lvl6pPr>
            <a:lvl7pPr algn="l">
              <a:buNone/>
              <a:defRPr sz="1950" b="0">
                <a:solidFill>
                  <a:srgbClr val="157D80"/>
                </a:solidFill>
                <a:latin typeface="Aptos"/>
                <a:ea typeface="Aptos"/>
                <a:cs typeface="Aptos"/>
              </a:defRPr>
            </a:lvl7pPr>
            <a:lvl8pPr algn="l">
              <a:buNone/>
              <a:defRPr sz="1950" b="0">
                <a:solidFill>
                  <a:srgbClr val="157D80"/>
                </a:solidFill>
                <a:latin typeface="Aptos"/>
                <a:ea typeface="Aptos"/>
                <a:cs typeface="Aptos"/>
              </a:defRPr>
            </a:lvl8pPr>
            <a:lvl9pPr algn="l">
              <a:buNone/>
              <a:defRPr sz="1950" b="0">
                <a:solidFill>
                  <a:srgbClr val="157D80"/>
                </a:solidFill>
                <a:latin typeface="Aptos"/>
                <a:ea typeface="Aptos"/>
                <a:cs typeface="Aptos"/>
              </a:defRPr>
            </a:lvl9pPr>
          </a:lstStyle>
          <a:p xmlns:a="http://schemas.openxmlformats.org/drawingml/2006/main">
            <a:pPr algn="l">
              <a:buNone/>
              <a:defRPr sz="2025" b="0">
                <a:solidFill>
                  <a:srgbClr val="157D80"/>
                </a:solidFill>
                <a:latin typeface="Aptos"/>
                <a:ea typeface="Aptos"/>
                <a:cs typeface="Aptos"/>
              </a:defRPr>
            </a:pPr>
            <a:r>
              <a:rPr sz="1950" b="0">
                <a:solidFill>
                  <a:srgbClr val="157D80"/>
                </a:solidFill>
                <a:latin typeface="Aptos"/>
                <a:ea typeface="Aptos"/>
                <a:cs typeface="Aptos"/>
              </a:rPr>
              <a:t>System-generated draft</a:t>
            </a:r>
          </a:p>
          <a:p xmlns:a="http://schemas.openxmlformats.org/drawingml/2006/main">
            <a:pPr algn="l">
              <a:buNone/>
              <a:defRPr sz="2025" b="0">
                <a:solidFill>
                  <a:srgbClr val="157D80"/>
                </a:solidFill>
                <a:latin typeface="Aptos"/>
                <a:ea typeface="Aptos"/>
                <a:cs typeface="Aptos"/>
              </a:defRPr>
            </a:pPr>
            <a:r>
              <a:rPr sz="1950" b="0">
                <a:solidFill>
                  <a:srgbClr val="157D80"/>
                </a:solidFill>
                <a:latin typeface="Aptos"/>
                <a:ea typeface="Aptos"/>
                <a:cs typeface="Aptos"/>
              </a:rPr>
              <a:t>with agent critique</a:t>
            </a:r>
          </a:p>
        </p:txBody>
      </p:sp>
      <p:sp>
        <p:nvSpPr>
          <p:cNvPr id="18" name="text-226">
            <a:extLst xmlns:a="http://schemas.openxmlformats.org/drawingml/2006/main">
              <a:ext uri="{FF2B5EF4-FFF2-40B4-BE49-F238E27FC236}">
                <a16:creationId xmlns:a16="http://schemas.microsoft.com/office/drawing/2014/main" id="{119FA7FD-6420-4A53-B4FE-6BAFF2565CFE}"/>
              </a:ext>
            </a:extLst>
          </p:cNvPr>
          <p:cNvSpPr>
            <a:spLocks xmlns:a="http://schemas.openxmlformats.org/drawingml/2006/main" noGrp="1"/>
          </p:cNvSpPr>
          <p:nvPr/>
        </p:nvSpPr>
        <p:spPr>
          <a:xfrm xmlns:a="http://schemas.openxmlformats.org/drawingml/2006/main">
            <a:off x="11382375" y="7000875"/>
            <a:ext cx="3248025"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157D80"/>
                </a:solidFill>
                <a:latin typeface="Aptos"/>
                <a:ea typeface="Aptos"/>
                <a:cs typeface="Aptos"/>
              </a:defRPr>
            </a:defPPr>
            <a:lvl1pPr algn="l">
              <a:buNone/>
              <a:defRPr sz="1950" b="0">
                <a:solidFill>
                  <a:srgbClr val="157D80"/>
                </a:solidFill>
                <a:latin typeface="Aptos"/>
                <a:ea typeface="Aptos"/>
                <a:cs typeface="Aptos"/>
              </a:defRPr>
            </a:lvl1pPr>
            <a:lvl2pPr algn="l">
              <a:buNone/>
              <a:defRPr sz="1950" b="0">
                <a:solidFill>
                  <a:srgbClr val="157D80"/>
                </a:solidFill>
                <a:latin typeface="Aptos"/>
                <a:ea typeface="Aptos"/>
                <a:cs typeface="Aptos"/>
              </a:defRPr>
            </a:lvl2pPr>
            <a:lvl3pPr algn="l">
              <a:buNone/>
              <a:defRPr sz="1950" b="0">
                <a:solidFill>
                  <a:srgbClr val="157D80"/>
                </a:solidFill>
                <a:latin typeface="Aptos"/>
                <a:ea typeface="Aptos"/>
                <a:cs typeface="Aptos"/>
              </a:defRPr>
            </a:lvl3pPr>
            <a:lvl4pPr algn="l">
              <a:buNone/>
              <a:defRPr sz="1950" b="0">
                <a:solidFill>
                  <a:srgbClr val="157D80"/>
                </a:solidFill>
                <a:latin typeface="Aptos"/>
                <a:ea typeface="Aptos"/>
                <a:cs typeface="Aptos"/>
              </a:defRPr>
            </a:lvl4pPr>
            <a:lvl5pPr algn="l">
              <a:buNone/>
              <a:defRPr sz="1950" b="0">
                <a:solidFill>
                  <a:srgbClr val="157D80"/>
                </a:solidFill>
                <a:latin typeface="Aptos"/>
                <a:ea typeface="Aptos"/>
                <a:cs typeface="Aptos"/>
              </a:defRPr>
            </a:lvl5pPr>
            <a:lvl6pPr algn="l">
              <a:buNone/>
              <a:defRPr sz="1950" b="0">
                <a:solidFill>
                  <a:srgbClr val="157D80"/>
                </a:solidFill>
                <a:latin typeface="Aptos"/>
                <a:ea typeface="Aptos"/>
                <a:cs typeface="Aptos"/>
              </a:defRPr>
            </a:lvl6pPr>
            <a:lvl7pPr algn="l">
              <a:buNone/>
              <a:defRPr sz="1950" b="0">
                <a:solidFill>
                  <a:srgbClr val="157D80"/>
                </a:solidFill>
                <a:latin typeface="Aptos"/>
                <a:ea typeface="Aptos"/>
                <a:cs typeface="Aptos"/>
              </a:defRPr>
            </a:lvl7pPr>
            <a:lvl8pPr algn="l">
              <a:buNone/>
              <a:defRPr sz="1950" b="0">
                <a:solidFill>
                  <a:srgbClr val="157D80"/>
                </a:solidFill>
                <a:latin typeface="Aptos"/>
                <a:ea typeface="Aptos"/>
                <a:cs typeface="Aptos"/>
              </a:defRPr>
            </a:lvl8pPr>
            <a:lvl9pPr algn="l">
              <a:buNone/>
              <a:defRPr sz="1950" b="0">
                <a:solidFill>
                  <a:srgbClr val="157D80"/>
                </a:solidFill>
                <a:latin typeface="Aptos"/>
                <a:ea typeface="Aptos"/>
                <a:cs typeface="Aptos"/>
              </a:defRPr>
            </a:lvl9pPr>
          </a:lstStyle>
          <a:p xmlns:a="http://schemas.openxmlformats.org/drawingml/2006/main">
            <a:pPr algn="l">
              <a:buNone/>
              <a:defRPr sz="2025" b="0">
                <a:solidFill>
                  <a:srgbClr val="157D80"/>
                </a:solidFill>
                <a:latin typeface="Aptos"/>
                <a:ea typeface="Aptos"/>
                <a:cs typeface="Aptos"/>
              </a:defRPr>
            </a:pPr>
            <a:r>
              <a:rPr sz="1950" b="0">
                <a:solidFill>
                  <a:srgbClr val="157D80"/>
                </a:solidFill>
                <a:latin typeface="Aptos"/>
                <a:ea typeface="Aptos"/>
                <a:cs typeface="Aptos"/>
              </a:rPr>
              <a:t>Exact-version member action</a:t>
            </a:r>
          </a:p>
          <a:p xmlns:a="http://schemas.openxmlformats.org/drawingml/2006/main">
            <a:pPr algn="l">
              <a:buNone/>
              <a:defRPr sz="2025" b="0">
                <a:solidFill>
                  <a:srgbClr val="157D80"/>
                </a:solidFill>
                <a:latin typeface="Aptos"/>
                <a:ea typeface="Aptos"/>
                <a:cs typeface="Aptos"/>
              </a:defRPr>
            </a:pPr>
            <a:r>
              <a:rPr sz="1950" b="0">
                <a:solidFill>
                  <a:srgbClr val="157D80"/>
                </a:solidFill>
                <a:latin typeface="Aptos"/>
                <a:ea typeface="Aptos"/>
                <a:cs typeface="Aptos"/>
              </a:rPr>
              <a:t>V2 qualification pending</a:t>
            </a:r>
          </a:p>
        </p:txBody>
      </p:sp>
      <p:sp>
        <p:nvSpPr>
          <p:cNvPr id="20" name="partner-text-60">
            <a:extLst xmlns:a="http://schemas.openxmlformats.org/drawingml/2006/main">
              <a:ext uri="{FF2B5EF4-FFF2-40B4-BE49-F238E27FC236}">
                <a16:creationId xmlns:a16="http://schemas.microsoft.com/office/drawing/2014/main" id="{D9FAAC61-EA37-463A-9156-631276E6DC20}"/>
              </a:ext>
            </a:extLst>
          </p:cNvPr>
          <p:cNvSpPr>
            <a:spLocks xmlns:a="http://schemas.openxmlformats.org/drawingml/2006/main" noGrp="1"/>
          </p:cNvSpPr>
          <p:nvPr/>
        </p:nvSpPr>
        <p:spPr>
          <a:xfrm xmlns:a="http://schemas.openxmlformats.org/drawingml/2006/main">
            <a:off x="7791450" y="7000875"/>
            <a:ext cx="323850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157D80"/>
                </a:solidFill>
                <a:latin typeface="Aptos"/>
                <a:ea typeface="Aptos"/>
                <a:cs typeface="Aptos"/>
              </a:defRPr>
            </a:defPPr>
            <a:lvl1pPr algn="l">
              <a:buNone/>
              <a:defRPr sz="1950" b="0">
                <a:solidFill>
                  <a:srgbClr val="157D80"/>
                </a:solidFill>
                <a:latin typeface="Aptos"/>
                <a:ea typeface="Aptos"/>
                <a:cs typeface="Aptos"/>
              </a:defRPr>
            </a:lvl1pPr>
            <a:lvl2pPr algn="l">
              <a:buNone/>
              <a:defRPr sz="1950" b="0">
                <a:solidFill>
                  <a:srgbClr val="157D80"/>
                </a:solidFill>
                <a:latin typeface="Aptos"/>
                <a:ea typeface="Aptos"/>
                <a:cs typeface="Aptos"/>
              </a:defRPr>
            </a:lvl2pPr>
            <a:lvl3pPr algn="l">
              <a:buNone/>
              <a:defRPr sz="1950" b="0">
                <a:solidFill>
                  <a:srgbClr val="157D80"/>
                </a:solidFill>
                <a:latin typeface="Aptos"/>
                <a:ea typeface="Aptos"/>
                <a:cs typeface="Aptos"/>
              </a:defRPr>
            </a:lvl3pPr>
            <a:lvl4pPr algn="l">
              <a:buNone/>
              <a:defRPr sz="1950" b="0">
                <a:solidFill>
                  <a:srgbClr val="157D80"/>
                </a:solidFill>
                <a:latin typeface="Aptos"/>
                <a:ea typeface="Aptos"/>
                <a:cs typeface="Aptos"/>
              </a:defRPr>
            </a:lvl4pPr>
            <a:lvl5pPr algn="l">
              <a:buNone/>
              <a:defRPr sz="1950" b="0">
                <a:solidFill>
                  <a:srgbClr val="157D80"/>
                </a:solidFill>
                <a:latin typeface="Aptos"/>
                <a:ea typeface="Aptos"/>
                <a:cs typeface="Aptos"/>
              </a:defRPr>
            </a:lvl5pPr>
            <a:lvl6pPr algn="l">
              <a:buNone/>
              <a:defRPr sz="1950" b="0">
                <a:solidFill>
                  <a:srgbClr val="157D80"/>
                </a:solidFill>
                <a:latin typeface="Aptos"/>
                <a:ea typeface="Aptos"/>
                <a:cs typeface="Aptos"/>
              </a:defRPr>
            </a:lvl6pPr>
            <a:lvl7pPr algn="l">
              <a:buNone/>
              <a:defRPr sz="1950" b="0">
                <a:solidFill>
                  <a:srgbClr val="157D80"/>
                </a:solidFill>
                <a:latin typeface="Aptos"/>
                <a:ea typeface="Aptos"/>
                <a:cs typeface="Aptos"/>
              </a:defRPr>
            </a:lvl7pPr>
            <a:lvl8pPr algn="l">
              <a:buNone/>
              <a:defRPr sz="1950" b="0">
                <a:solidFill>
                  <a:srgbClr val="157D80"/>
                </a:solidFill>
                <a:latin typeface="Aptos"/>
                <a:ea typeface="Aptos"/>
                <a:cs typeface="Aptos"/>
              </a:defRPr>
            </a:lvl8pPr>
            <a:lvl9pPr algn="l">
              <a:buNone/>
              <a:defRPr sz="1950" b="0">
                <a:solidFill>
                  <a:srgbClr val="157D80"/>
                </a:solidFill>
                <a:latin typeface="Aptos"/>
                <a:ea typeface="Aptos"/>
                <a:cs typeface="Aptos"/>
              </a:defRPr>
            </a:lvl9pPr>
          </a:lstStyle>
          <a:p xmlns:a="http://schemas.openxmlformats.org/drawingml/2006/main">
            <a:pPr algn="l">
              <a:buNone/>
              <a:defRPr sz="1950" b="0">
                <a:solidFill>
                  <a:srgbClr val="157D80"/>
                </a:solidFill>
                <a:latin typeface="Aptos"/>
                <a:ea typeface="Aptos"/>
                <a:cs typeface="Aptos"/>
              </a:defRPr>
            </a:pPr>
            <a:r>
              <a:rPr sz="1950" b="0">
                <a:solidFill>
                  <a:srgbClr val="157D80"/>
                </a:solidFill>
                <a:latin typeface="Aptos"/>
                <a:ea typeface="Aptos"/>
                <a:cs typeface="Aptos"/>
              </a:rPr>
              <a:t>SQL evidence saved</a:t>
            </a:r>
          </a:p>
          <a:p xmlns:a="http://schemas.openxmlformats.org/drawingml/2006/main">
            <a:pPr algn="l">
              <a:buNone/>
              <a:defRPr sz="1950" b="0">
                <a:solidFill>
                  <a:srgbClr val="157D80"/>
                </a:solidFill>
                <a:latin typeface="Aptos"/>
                <a:ea typeface="Aptos"/>
                <a:cs typeface="Aptos"/>
              </a:defRPr>
            </a:pPr>
            <a:r>
              <a:rPr sz="1950" b="0">
                <a:solidFill>
                  <a:srgbClr val="157D80"/>
                </a:solidFill>
                <a:latin typeface="Aptos"/>
                <a:ea typeface="Aptos"/>
                <a:cs typeface="Aptos"/>
              </a:rPr>
              <a:t>and reused next run</a:t>
            </a:r>
          </a:p>
        </p:txBody>
      </p:sp>
    </p:spTree>
    <p:extLst>
      <p:ext uri="{BB962C8B-B14F-4D97-AF65-F5344CB8AC3E}">
        <p14:creationId xmlns:p14="http://schemas.microsoft.com/office/powerpoint/2010/main" val="40947466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2026-10-24T23:17:20.9730000Z</dcterms:created>
  <dcterms:modified xsi:type="dcterms:W3CDTF">2026-10-24T23:17:20.9730000Z</dcterms:modified>
</coreProperties>
</file>