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29521c72884945" /><Relationship Type="http://schemas.openxmlformats.org/officeDocument/2006/relationships/extended-properties" Target="/docProps/app.xml" Id="R5ca7b940c67a4da2" /><Relationship Type="http://schemas.openxmlformats.org/officeDocument/2006/relationships/officeDocument" Target="/ppt/presentation.xml" Id="R93642dd593904a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3ac91880a5454e"/>
  </p:sldMasterIdLst>
  <p:notesMasterIdLst>
    <p:notesMasterId xmlns:r="http://schemas.openxmlformats.org/officeDocument/2006/relationships" r:id="R565c0f89eef14973"/>
  </p:notesMasterIdLst>
  <p:sldIdLst>
    <p:sldId xmlns:r="http://schemas.openxmlformats.org/officeDocument/2006/relationships" id="256" r:id="R61af3860cbfb4f76"/>
    <p:sldId xmlns:r="http://schemas.openxmlformats.org/officeDocument/2006/relationships" id="257" r:id="Rb9391e72b1374f46"/>
    <p:sldId xmlns:r="http://schemas.openxmlformats.org/officeDocument/2006/relationships" id="258" r:id="R93e9e8d68d904378"/>
    <p:sldId xmlns:r="http://schemas.openxmlformats.org/officeDocument/2006/relationships" id="259" r:id="R15d2ec525f2e449e"/>
    <p:sldId xmlns:r="http://schemas.openxmlformats.org/officeDocument/2006/relationships" id="260" r:id="Rc7df1c9c7fd3442e"/>
    <p:sldId xmlns:r="http://schemas.openxmlformats.org/officeDocument/2006/relationships" id="261" r:id="R24343b718bcc40f3"/>
    <p:sldId xmlns:r="http://schemas.openxmlformats.org/officeDocument/2006/relationships" id="262" r:id="R0472f160c43c4b11"/>
    <p:sldId xmlns:r="http://schemas.openxmlformats.org/officeDocument/2006/relationships" id="263" r:id="Rb14ba0e698bb42a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177d7c6bba478e" /><Relationship Type="http://schemas.openxmlformats.org/officeDocument/2006/relationships/slideMaster" Target="/ppt/slideMasters/slideMaster1.xml" Id="Re63ac91880a5454e" /><Relationship Type="http://schemas.openxmlformats.org/officeDocument/2006/relationships/notesMaster" Target="/ppt/notesMasters/notesMaster1.xml" Id="R565c0f89eef14973" /><Relationship Type="http://schemas.openxmlformats.org/officeDocument/2006/relationships/presProps" Target="/ppt/presProps.xml" Id="R749921d113cf4140" /><Relationship Type="http://schemas.openxmlformats.org/officeDocument/2006/relationships/tableStyles" Target="/ppt/tableStyles.xml" Id="R641e0e90f9cd4139" /><Relationship Type="http://schemas.openxmlformats.org/officeDocument/2006/relationships/slide" Target="/ppt/slides/slide1.xml" Id="R61af3860cbfb4f76" /><Relationship Type="http://schemas.openxmlformats.org/officeDocument/2006/relationships/slide" Target="/ppt/slides/slide2.xml" Id="Rb9391e72b1374f46" /><Relationship Type="http://schemas.openxmlformats.org/officeDocument/2006/relationships/slide" Target="/ppt/slides/slide3.xml" Id="R93e9e8d68d904378" /><Relationship Type="http://schemas.openxmlformats.org/officeDocument/2006/relationships/slide" Target="/ppt/slides/slide4.xml" Id="R15d2ec525f2e449e" /><Relationship Type="http://schemas.openxmlformats.org/officeDocument/2006/relationships/slide" Target="/ppt/slides/slide5.xml" Id="Rc7df1c9c7fd3442e" /><Relationship Type="http://schemas.openxmlformats.org/officeDocument/2006/relationships/slide" Target="/ppt/slides/slide6.xml" Id="R24343b718bcc40f3" /><Relationship Type="http://schemas.openxmlformats.org/officeDocument/2006/relationships/slide" Target="/ppt/slides/slide7.xml" Id="R0472f160c43c4b11" /><Relationship Type="http://schemas.openxmlformats.org/officeDocument/2006/relationships/slide" Target="/ppt/slides/slide8.xml" Id="Rb14ba0e698bb42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e9bfe92b494c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74869a9a0146c4" /><Relationship Type="http://schemas.openxmlformats.org/officeDocument/2006/relationships/notesMaster" Target="/ppt/notesMasters/notesMaster1.xml" Id="Rbd7799e9fb9344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452e1b6f9043e0" /><Relationship Type="http://schemas.openxmlformats.org/officeDocument/2006/relationships/notesMaster" Target="/ppt/notesMasters/notesMaster1.xml" Id="R3c2ba806a07042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7ef6215f2de46c4" /><Relationship Type="http://schemas.openxmlformats.org/officeDocument/2006/relationships/notesMaster" Target="/ppt/notesMasters/notesMaster1.xml" Id="Rd5ba7606872648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3193efc3784bc4" /><Relationship Type="http://schemas.openxmlformats.org/officeDocument/2006/relationships/notesMaster" Target="/ppt/notesMasters/notesMaster1.xml" Id="R022f64ba26fe4f2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b88ab904d945cf" /><Relationship Type="http://schemas.openxmlformats.org/officeDocument/2006/relationships/notesMaster" Target="/ppt/notesMasters/notesMaster1.xml" Id="Ra9900b48ff824d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e91a6410d84a5a" /><Relationship Type="http://schemas.openxmlformats.org/officeDocument/2006/relationships/notesMaster" Target="/ppt/notesMasters/notesMaster1.xml" Id="R8f6e42812a734f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b83d6d69de42da" /><Relationship Type="http://schemas.openxmlformats.org/officeDocument/2006/relationships/notesMaster" Target="/ppt/notesMasters/notesMaster1.xml" Id="Re8bc1a047ec34a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20b8f575474027" /><Relationship Type="http://schemas.openxmlformats.org/officeDocument/2006/relationships/notesMaster" Target="/ppt/notesMasters/notesMaster1.xml" Id="Rfa8af6e9b47440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INERTIA-2026-10-23-r8. Sources: spec.md, testing.md, decisions.md, plan.md. Merged baseline https://github.com/NetRxn/Inertia/commit/ec26c1b850e7937a9d5b1561c1a27b43d06394de; PR 2 https://github.com/NetRxn/Inertia/pull/2; PR 3 https://github.com/NetRxn/Inertia/pull/3. Paperclip selected public release v2026.1012.0, bba6a45f0d364cfd962ac59b3bdf2426a8222adb. Buzz dc25198d530acc6237a0320b697365f29daf0ea6. PR 4 https://github.com/NetRxn/Inertia/pull/4 and PR 5 https://github.com/NetRxn/Inertia/pull/5 merged. PR 7 https://github.com/NetRxn/Inertia/pull/7 merged with 37 grant tests. PR 8 https://github.com/NetRxn/Inertia/pull/8 merged with packaging f68e8bb98df0bb05f9a946340d885e0bcfc6e188 independently reviewed; 149 combined tests, typecheck, build, fresh production install and native JSON-RPC worker handshake passed at PR8. PR10 https://github.com/NetRxn/Inertia/pull/10 adds the connected workflow: 152 total tests and five demos pass. External I/O and native work seeding are fixtures. See docs/implementation/live-handoff-checklist.md and docs/qualification/native-services.md. Actual pinned native services passed using PostgreSQL18.1; cloud HTTP startup was blocked by interface enumeration; the authorized isolated Docker fallback subsequently passed full HTTP/API qualification without shims. Latest published host/SDK remain 2026.1012.0 as of 23 October. PR11 https://github.com/NetRxn/Inertia/pull/11 upgrade workflow has 12 focused tests and isolated 152-test/package qualification. DAO organizational facts come from authorized website retrieval with citations and restricted audiences. No private execution-provider source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6dd8d85fd46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ba494aafa946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76e16ea4f84f5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a28e2a0d2d40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e73d5d90f467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5f3b84d2f45e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2BB04BB-C642-4AFE-B2AF-EA71054E0D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0BB485D-8C21-443F-9EA8-4CFA63D31D2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BED8EB3-3C72-4747-B8AF-6AA0FB6B83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60B105-9D39-465C-9FDA-541C011979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612016C-7988-4E4B-AF1B-845FB0D2C4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75AC54-C9AA-4B23-9A08-5EB093C973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F28D63-9C78-4795-BC3A-CC73D8833D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25E1A6-5B62-4DE3-BC6F-DAECC9F8F2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FC270D-D82C-4B56-A521-5FCB06B0E7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69944E-66CE-4C43-8BF8-3D6C205627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901f04919c45ac" /><Relationship Type="http://schemas.openxmlformats.org/officeDocument/2006/relationships/slideLayout" Target="/ppt/slideLayouts/slideLayout1.xml" Id="R6846bf5a52784031" /><Relationship Type="http://schemas.openxmlformats.org/officeDocument/2006/relationships/slideLayout" Target="/ppt/slideLayouts/slideLayout2.xml" Id="R27b90192727d4b6f" /><Relationship Type="http://schemas.openxmlformats.org/officeDocument/2006/relationships/slideLayout" Target="/ppt/slideLayouts/slideLayout3.xml" Id="R86f2907a34264d91" /><Relationship Type="http://schemas.openxmlformats.org/officeDocument/2006/relationships/slideLayout" Target="/ppt/slideLayouts/slideLayout4.xml" Id="R8696eeb5e57b422f" /><Relationship Type="http://schemas.openxmlformats.org/officeDocument/2006/relationships/slideLayout" Target="/ppt/slideLayouts/slideLayout5.xml" Id="Rccc8d6c9a01c44f9" /><Relationship Type="http://schemas.openxmlformats.org/officeDocument/2006/relationships/slideLayout" Target="/ppt/slideLayouts/slideLayout6.xml" Id="R9643191b62a84c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46bf5a52784031"/>
    <p:sldLayoutId xmlns:r="http://schemas.openxmlformats.org/officeDocument/2006/relationships" id="2147483650" r:id="R27b90192727d4b6f"/>
    <p:sldLayoutId xmlns:r="http://schemas.openxmlformats.org/officeDocument/2006/relationships" id="2147483651" r:id="R86f2907a34264d91"/>
    <p:sldLayoutId xmlns:r="http://schemas.openxmlformats.org/officeDocument/2006/relationships" id="2147483652" r:id="R8696eeb5e57b422f"/>
    <p:sldLayoutId xmlns:r="http://schemas.openxmlformats.org/officeDocument/2006/relationships" id="2147483653" r:id="Rccc8d6c9a01c44f9"/>
    <p:sldLayoutId xmlns:r="http://schemas.openxmlformats.org/officeDocument/2006/relationships" id="2147483654" r:id="R9643191b62a84ca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9e0fafb8b9440c" /><Relationship Type="http://schemas.openxmlformats.org/officeDocument/2006/relationships/notesSlide" Target="/ppt/notesSlides/notesSlide1.xml" Id="R5964466a1ce648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74c5372b6b4670" /><Relationship Type="http://schemas.openxmlformats.org/officeDocument/2006/relationships/notesSlide" Target="/ppt/notesSlides/notesSlide2.xml" Id="R58be108bfc104c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185d8bc844064" /><Relationship Type="http://schemas.openxmlformats.org/officeDocument/2006/relationships/notesSlide" Target="/ppt/notesSlides/notesSlide3.xml" Id="R227c57457dd643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fb086f4a574bb0" /><Relationship Type="http://schemas.openxmlformats.org/officeDocument/2006/relationships/notesSlide" Target="/ppt/notesSlides/notesSlide4.xml" Id="Rc956c1025d4946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a1c5cc11f46e4" /><Relationship Type="http://schemas.openxmlformats.org/officeDocument/2006/relationships/notesSlide" Target="/ppt/notesSlides/notesSlide5.xml" Id="R51165d9ad78741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9c095080c4fe2" /><Relationship Type="http://schemas.openxmlformats.org/officeDocument/2006/relationships/notesSlide" Target="/ppt/notesSlides/notesSlide6.xml" Id="R61c6b97bb1c542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fabba91adf4812" /><Relationship Type="http://schemas.openxmlformats.org/officeDocument/2006/relationships/notesSlide" Target="/ppt/notesSlides/notesSlide7.xml" Id="Rfcbef447911043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50516fd5f44d69" /><Relationship Type="http://schemas.openxmlformats.org/officeDocument/2006/relationships/notesSlide" Target="/ppt/notesSlides/notesSlide8.xml" Id="Re24960af0f9d44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39CF3-AEEB-4C70-9638-59803724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A061A-BB9A-46D9-9689-1E888F61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Inertia makes DAO work easier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64164-343D-4C7C-B71D-8030C1CF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 shared work system, with Buzz and the Paperclip dashboard as equal entry points.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3E234-E4AB-4F82-B0DF-2D097B8B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D05CB-D177-43A8-87B2-A8D4D710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04493-7DE5-4D72-9C1E-49BFA41D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53C1E-A0B4-45F5-A34D-24706DB5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8ECDB-2288-4E14-8C18-9F8332DA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Automatic meetings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68F73-56D2-467A-95DE-6505A99D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Gemini output in Drive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Clean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Verified website publication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Links back to the conversation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7301F-CADC-43B8-9DEC-48FBD257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6CEED-7B01-44E3-8A26-D63202FF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Current grant packet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AD8CC-CABF-460A-8D10-37945D42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scanner discovers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Team reviews the application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Blockchain vote binds the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keeps interests current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F943F2-0F20-41AD-9B1C-CE20548E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7ADE35-A4FA-44FC-89E1-5984054A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Member spare capacity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B9CA06-3D16-4139-B9AD-07875AA9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 an authorized agent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Acquire eligible work eagerly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a validated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Continue useful follow-ups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448B18-4CE1-4E33-87D1-75CE8159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One-command synthetic walkthrough: npm run demo:workflow. Deterministic receipt links the journey and pending live handoffs.</a:t>
            </a:r>
          </a:p>
        </p:txBody>
      </p:sp>
    </p:spTree>
    <p:extLst>
      <p:ext uri="{BB962C8B-B14F-4D97-AF65-F5344CB8AC3E}">
        <p14:creationId xmlns:p14="http://schemas.microsoft.com/office/powerpoint/2010/main" val="16493336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E402A-3371-447D-BE62-7E56C20F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6E497-2025-4C11-98AE-354E6125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Paperclip owns the operating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BB0FF-4EB5-4568-B42F-9D7CDC0A2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platform’s CEO, hiring, hierarchy and execution primitives.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10BFE3-49C7-402D-BB80-E5A145611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3C75B-38AD-44DE-B2C8-8E88B008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2CB773-7879-4FB3-8C25-21C9E9DF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500152-E36A-431D-9503-A0CB8F41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09222-0339-43C4-BD8B-9C62A1D0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Native platform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7DF129-E2D4-42BF-AF3A-0A51F797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Goals, issues and dependencies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Hiring and policy permissions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Checkout, runs and budgets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Documents and human decisions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F4D5F2-930E-4AEA-BCAD-C642871E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50ECB7-DB45-4D6F-904A-A3001E33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Thin Buzz bridge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C9D55-35D0-4BAB-8E3D-57AB6674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Signed requests and identity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native task IDs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Shared decisions and receipts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Durable delivery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978CF-E9C4-4AFB-9744-B48389DE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E4C0F-84D5-46C1-8AB7-B563943D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Existing infrastructure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EFF710-9337-4710-A8E0-C04D4711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Qualified hardened provider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Client-side task isolation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PlanetScale DAO database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Cloudflare available as needed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93648-BF1B-4CB2-9628-711602A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Latest Paperclip releases are the target. Reproducible builds qualify compatibility and migrations before promotion.</a:t>
            </a:r>
          </a:p>
        </p:txBody>
      </p:sp>
    </p:spTree>
    <p:extLst>
      <p:ext uri="{BB962C8B-B14F-4D97-AF65-F5344CB8AC3E}">
        <p14:creationId xmlns:p14="http://schemas.microsoft.com/office/powerpoint/2010/main" val="1708164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2BD0C8-8380-48F4-B41A-22984509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B7C36-E25D-4D85-888E-F11279DD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Automatic Roundtable publication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8477F-614C-4C0E-BDF2-15D0E0A1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Meet recording and Gemini processing feed the organization’s Drive folder.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15CD5-619F-447C-A583-39718694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31E50D-4E53-43DB-B757-9A76A371E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252E89-1542-40E1-AA32-AC5E1A86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E56381-D20D-49D9-9458-FD13F1C8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9AA49-6774-4A29-BD91-8DE661F4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Ready 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0655F-0101-403F-A8D6-EF15C102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Identify meeting and revision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Retain original source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uncertain wording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Handle notes-only input honestly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5903F5-2A8A-4308-970B-47D068AE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50C39F-073E-4E2F-A346-00DABCFD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Faithful transformation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FCBDD-6038-45D5-B44F-57237FA3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Separate transcript and notes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Cite source for action items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names and claims grounded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Members-only portal audience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2538B-46DC-42D3-B244-7DA2210A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4BB8A-2ED4-478B-9549-54A23EF0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Trusted publication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83532-EE44-401B-8727-3EF4856F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Upsert the website record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content and audience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Return the published URLs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corrections and retries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DAA6-478D-4D2E-8BAF-DD6A2332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After one-time setup, routine publication runs automatically. Exceptions name the precise action needed.</a:t>
            </a:r>
          </a:p>
        </p:txBody>
      </p:sp>
    </p:spTree>
    <p:extLst>
      <p:ext uri="{BB962C8B-B14F-4D97-AF65-F5344CB8AC3E}">
        <p14:creationId xmlns:p14="http://schemas.microsoft.com/office/powerpoint/2010/main" val="11589791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FC2F97-06D6-487E-9E98-F0CF5DE4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19D17-B4D7-4165-9735-337C0185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Grant decisions and Y2 updates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1FB3E-EF37-4DB3-804E-05DC4801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Reuse the grant scanner and preserve review before freezing the application.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0057-32A9-4CDE-8CAF-9C8508E5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69B78-35F0-466D-8891-22D1A755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D4A85-CE34-4979-B183-F73E644D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40562-795E-408A-B585-4034E91F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F1506-26F9-4B61-BAEC-7F29B4E4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Find and prepare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A406C-30FA-4F89-B70B-44F16C2E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Refresh opportunities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Retrieve authorized DAO facts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Build a cited, eligible packet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Preserve reviewer signoffs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059C5-02AF-48DA-A26B-D94D0E95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A4E9AD-D135-4F46-9AF3-15DE6FE1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Bind the vote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8635C9-7055-41C5-BADD-A2E8D6EA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Freeze packet version and hash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Verify required voting stages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Match network and authorized action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Apply the result once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A7BC55-6800-4838-BD72-2B0EF7E1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49A35-8A2C-4117-BB77-20908F30A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Continue the work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C1D98C-E8B9-4AB4-9738-AB7F2445E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Y2 registered interests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Updates attach to existing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Ordinary work proceeds normally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990 enrichment remains stretch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148134-573F-4265-A64F-F71B77D3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The demo demonstrates the ratified packet. Actual funder submission remains a separately authorized action.</a:t>
            </a:r>
          </a:p>
        </p:txBody>
      </p:sp>
    </p:spTree>
    <p:extLst>
      <p:ext uri="{BB962C8B-B14F-4D97-AF65-F5344CB8AC3E}">
        <p14:creationId xmlns:p14="http://schemas.microsoft.com/office/powerpoint/2010/main" val="11113057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7ACC79-1CF0-4DC2-8EC7-411BBF6B5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15DEA-F77A-4650-9924-2883B31F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Secure member contribution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D4525-7F46-4FAF-B3E9-449D6575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An enrolled member’s agent contributes from its own isolated execution environment.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761AB-B452-4F84-99B9-FF1857A2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01EC8-DCAD-4BA4-9CBC-6E48A58F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C95D2-C3B8-48D0-BE0C-145062C6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CC084F-3B85-481C-B48F-47A4B8C7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F790B-66E3-4E62-B9F3-06E9A350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Eager acquisition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A0B6D1-D035-46C2-A880-79420D73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CEO delegates work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Agent selects eligible tasks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Atomic checkout wins ownership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Budgets bound activity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E4B1B-1FD3-4A84-B7EF-946213685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1444B-85E9-4BEC-847B-00DBA1A4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Scoped execution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381AD-2A38-4B60-A263-259FC78B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Task-specific inputs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Sandbox and isolated worktree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Existing provider lifecycle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No shared publisher credentials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E5E843-8E02-486A-B4AF-0BDD3BF5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FBA71D-F0FD-4F35-9841-0EA6CD06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Useful result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53CC27-0E99-44C1-99B0-733914F5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Server validates the artifact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review accepts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Trusted adapter publishes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Bounded follow-ups preserve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ED2172-14D0-455D-A2D3-AF963514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Integrate through existing public execution contracts. Qualify runtime isolation and enrollment before live participation.</a:t>
            </a:r>
          </a:p>
        </p:txBody>
      </p:sp>
    </p:spTree>
    <p:extLst>
      <p:ext uri="{BB962C8B-B14F-4D97-AF65-F5344CB8AC3E}">
        <p14:creationId xmlns:p14="http://schemas.microsoft.com/office/powerpoint/2010/main" val="2041321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CA6908-0C5F-494D-8E37-4F50D6B7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08906D-7451-4BA2-8EE7-1AFFD273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Reliable operation without babysitting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8446B2-A9A7-4DB0-BFFB-B219131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One-time pairing and configuration support automatic normal work and recovery.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AA077-B11C-4848-A968-11FA6A0A4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27C7B-43DD-406E-998A-30B6075D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B58851-73DB-4E6F-B57A-89EA103C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81CA9-0659-487C-A0A4-5EC597FA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AF1F00-7C90-4503-A9CE-9436544F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Configure once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2F411D-1D3A-4868-8541-42DE864F4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Install verified archive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Use Node 24.11 or newer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Fill disabled configuration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Validate, pair and enable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3F7D5-698C-41DB-88E9-9FFE9FC4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D0783-38CD-4CCA-8286-76246F4D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Recover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71BE8C-5870-434A-8438-5F2B10EE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Persist receipts and checkpoints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Retry the same signed event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Respect server retry timing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Reconcile uncertain writes first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8E0E1-3059-4971-9916-4D45215F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ECE07-EEBC-4DFC-A69B-280E4BD5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Show what matters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3D53F-79D7-4286-A48B-4D0F116B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Useful same-thread results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Backlog and last successful sync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Clear permanent setup errors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UI for complex decisions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15EA-0035-4234-AB15-465CC631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Source text cannot grant authority. Current host permissions govern every human-attributed native action.</a:t>
            </a:r>
          </a:p>
        </p:txBody>
      </p:sp>
    </p:spTree>
    <p:extLst>
      <p:ext uri="{BB962C8B-B14F-4D97-AF65-F5344CB8AC3E}">
        <p14:creationId xmlns:p14="http://schemas.microsoft.com/office/powerpoint/2010/main" val="155855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DD18E3-0173-4FF7-BCD6-06267BFF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A63DD-2F71-459B-992C-9E6690BF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Build evidence on 23 October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35C1E-DAA9-47C2-B935-F934F1D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 reproducible source-checkout rehearsal joins the meeting, signed bridge and grant cores.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F0A8B-8314-43E1-91FA-C50D2A9A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A72B1-7E56-4D2D-9548-FAE08A6D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08A80E-6E1B-410B-9609-16EB5C76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C7F50-FC46-42A5-BB38-37983754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41C82-6FA2-4F14-A831-52A6AA6D5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Merged foundation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E1D75E-350D-4859-B2B0-AB40178F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Signed transport and native core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Connected bridge: 85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Roundtable core: 23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Actual website publisher pending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E77D0-1FD4-42F2-853C-75563BB8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843C58-41F6-40C4-8E5A-B03AAB2A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Grant packet binding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324EE-082D-4CBA-8F33-2EF64AAE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 7 grant core: 37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Packet, review and vote binding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Source freshness and replay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Production adapters 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8D0D77-81D9-4FF9-81B8-5D4A93C1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1063D-AE01-4575-82B7-B306C639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Connected walkthrough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C696F-F2EC-4437-AA34-2898C048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152 tests and five demos pass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One connected workflow command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Deterministic journey receipt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Native services and HTTP verified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F9082-3680-41B1-88E6-190A05E8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Native services and isolated Docker HTTP/API checks passed. External integrations and live deployment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93010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67FFF-EB96-4A56-8095-D54675D3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INERTIA / FORT WORTH DAO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0A5B7-447E-4220-8B45-71588DF9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3900"/>
            <a:ext cx="1409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32E38"/>
                </a:solidFill>
                <a:latin typeface="Aptos"/>
                <a:ea typeface="Aptos"/>
                <a:cs typeface="Aptos"/>
              </a:rPr>
              <a:t>Delivery focused on working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BC7E6-3CA6-4111-B860-790A3EA0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409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delivery sequence. Tested and reviewed feature branches merge into develop.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83D3ED-12AB-4AF0-ACF1-E019983D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962900"/>
            <a:ext cx="1409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9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8DC96-37BC-4084-88DA-9A431A02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105775"/>
            <a:ext cx="1314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INERTIA-2026-10-23-r8 · 23 October 2026 · Autonomous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EE5496-EAD2-4419-8C21-4EA0A4DD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0" y="80676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BCEAED-129F-4A04-ADE4-ED14C78E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C63AA-9576-4C6C-9AAA-088C1853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22–23 OCT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0408-B47D-4D49-BCBA-B19154F2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Bridge and domain cores merged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Plugin archive qualified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Website publisher pending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Keep artifacts aligned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C87D87-17FC-4C14-B243-ABA20610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04AB85-AA3F-478A-98AE-1CBD71E3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23–27 OCT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672BBB-ED90-449A-BE6C-57BDA842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Complete domain adapters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Run repeatable upgrade checks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Exercise member contribution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Test backup-based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122083-D8F6-4998-A5DD-7F6E8DFD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81250"/>
            <a:ext cx="4476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7D80"/>
            </a:solidFill>
            <a:prstDash val="dash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3B486-CFD9-4B91-B987-69295E0A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514600"/>
            <a:ext cx="4133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157D8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57D80"/>
                </a:solidFill>
                <a:latin typeface="Aptos"/>
                <a:ea typeface="Aptos"/>
                <a:cs typeface="Aptos"/>
              </a:rPr>
              <a:t>28–30 OCT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4D70B-183C-4629-8613-DBCE7474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048000"/>
            <a:ext cx="413385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Recovery and isolation tests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Proposed Oct 29 rehearsal buffer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Deck and reproducible evidence</a:t>
            </a:r>
          </a:p>
          <a:p xmlns:a="http://schemas.openxmlformats.org/drawingml/2006/main">
            <a:pPr>
              <a:defRPr sz="2250" b="0">
                <a:solidFill>
                  <a:srgbClr val="49616A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49616A"/>
                </a:solidFill>
                <a:latin typeface="Aptos"/>
                <a:ea typeface="Aptos"/>
                <a:cs typeface="Aptos"/>
              </a:rPr>
              <a:t>Oct 30 owner submission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BE28A-2F62-40D0-835D-1185992D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1409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32E38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32E38"/>
                </a:solidFill>
                <a:latin typeface="Aptos"/>
                <a:ea typeface="Aptos"/>
                <a:cs typeface="Aptos"/>
              </a:rPr>
              <a:t>Cloud-first execution. Laptop fallback only for a specific blocker. Main and the runtime archive stay unchanged.</a:t>
            </a:r>
          </a:p>
        </p:txBody>
      </p:sp>
    </p:spTree>
    <p:extLst>
      <p:ext uri="{BB962C8B-B14F-4D97-AF65-F5344CB8AC3E}">
        <p14:creationId xmlns:p14="http://schemas.microsoft.com/office/powerpoint/2010/main" val="301613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2026-10-23T02:12:30.0280000Z</dcterms:created>
  <dcterms:modified xsi:type="dcterms:W3CDTF">2026-10-23T02:12:30.0280000Z</dcterms:modified>
</coreProperties>
</file>