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7a12f0530e4790" /><Relationship Type="http://schemas.openxmlformats.org/officeDocument/2006/relationships/extended-properties" Target="/docProps/app.xml" Id="R3844fb8d02b64823" /><Relationship Type="http://schemas.openxmlformats.org/officeDocument/2006/relationships/officeDocument" Target="/ppt/presentation.xml" Id="R68c86d75eb4b45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3b139f7c044ff7"/>
  </p:sldMasterIdLst>
  <p:notesMasterIdLst>
    <p:notesMasterId xmlns:r="http://schemas.openxmlformats.org/officeDocument/2006/relationships" r:id="Rbaa4f659cae2406d"/>
  </p:notesMasterIdLst>
  <p:sldIdLst>
    <p:sldId xmlns:r="http://schemas.openxmlformats.org/officeDocument/2006/relationships" id="256" r:id="Rb2428aaf842a4875"/>
    <p:sldId xmlns:r="http://schemas.openxmlformats.org/officeDocument/2006/relationships" id="257" r:id="R59276d759b26441c"/>
    <p:sldId xmlns:r="http://schemas.openxmlformats.org/officeDocument/2006/relationships" id="258" r:id="R025705acd4d7429f"/>
    <p:sldId xmlns:r="http://schemas.openxmlformats.org/officeDocument/2006/relationships" id="259" r:id="R7fefb3c3e2714bbc"/>
    <p:sldId xmlns:r="http://schemas.openxmlformats.org/officeDocument/2006/relationships" id="260" r:id="Rdbc8884b250e4fd9"/>
    <p:sldId xmlns:r="http://schemas.openxmlformats.org/officeDocument/2006/relationships" id="261" r:id="R380d774362574d86"/>
    <p:sldId xmlns:r="http://schemas.openxmlformats.org/officeDocument/2006/relationships" id="262" r:id="Rbd70252bac4442fe"/>
    <p:sldId xmlns:r="http://schemas.openxmlformats.org/officeDocument/2006/relationships" id="263" r:id="R2d339179cb0b4cd0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963e8cba864cae" /><Relationship Type="http://schemas.openxmlformats.org/officeDocument/2006/relationships/slideMaster" Target="/ppt/slideMasters/slideMaster1.xml" Id="R273b139f7c044ff7" /><Relationship Type="http://schemas.openxmlformats.org/officeDocument/2006/relationships/notesMaster" Target="/ppt/notesMasters/notesMaster1.xml" Id="Rbaa4f659cae2406d" /><Relationship Type="http://schemas.openxmlformats.org/officeDocument/2006/relationships/presProps" Target="/ppt/presProps.xml" Id="R8c5f391733d3412d" /><Relationship Type="http://schemas.openxmlformats.org/officeDocument/2006/relationships/tableStyles" Target="/ppt/tableStyles.xml" Id="R9746a4f472614a06" /><Relationship Type="http://schemas.openxmlformats.org/officeDocument/2006/relationships/slide" Target="/ppt/slides/slide1.xml" Id="Rb2428aaf842a4875" /><Relationship Type="http://schemas.openxmlformats.org/officeDocument/2006/relationships/slide" Target="/ppt/slides/slide2.xml" Id="R59276d759b26441c" /><Relationship Type="http://schemas.openxmlformats.org/officeDocument/2006/relationships/slide" Target="/ppt/slides/slide3.xml" Id="R025705acd4d7429f" /><Relationship Type="http://schemas.openxmlformats.org/officeDocument/2006/relationships/slide" Target="/ppt/slides/slide4.xml" Id="R7fefb3c3e2714bbc" /><Relationship Type="http://schemas.openxmlformats.org/officeDocument/2006/relationships/slide" Target="/ppt/slides/slide5.xml" Id="Rdbc8884b250e4fd9" /><Relationship Type="http://schemas.openxmlformats.org/officeDocument/2006/relationships/slide" Target="/ppt/slides/slide6.xml" Id="R380d774362574d86" /><Relationship Type="http://schemas.openxmlformats.org/officeDocument/2006/relationships/slide" Target="/ppt/slides/slide7.xml" Id="Rbd70252bac4442fe" /><Relationship Type="http://schemas.openxmlformats.org/officeDocument/2006/relationships/slide" Target="/ppt/slides/slide8.xml" Id="R2d339179cb0b4c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a37fab476747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c9782a1d2f4bff" /><Relationship Type="http://schemas.openxmlformats.org/officeDocument/2006/relationships/notesMaster" Target="/ppt/notesMasters/notesMaster1.xml" Id="Rb15556f1cd8b49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3ff1604e744106" /><Relationship Type="http://schemas.openxmlformats.org/officeDocument/2006/relationships/notesMaster" Target="/ppt/notesMasters/notesMaster1.xml" Id="R8224a468a71049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4495460f6e4212" /><Relationship Type="http://schemas.openxmlformats.org/officeDocument/2006/relationships/notesMaster" Target="/ppt/notesMasters/notesMaster1.xml" Id="Rdb1051573b5149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717ef65f2d4e28" /><Relationship Type="http://schemas.openxmlformats.org/officeDocument/2006/relationships/notesMaster" Target="/ppt/notesMasters/notesMaster1.xml" Id="R6b6e65b8cd594f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16c4db14514121" /><Relationship Type="http://schemas.openxmlformats.org/officeDocument/2006/relationships/notesMaster" Target="/ppt/notesMasters/notesMaster1.xml" Id="Raab6246c3eed4d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f7220d38ae48f6" /><Relationship Type="http://schemas.openxmlformats.org/officeDocument/2006/relationships/notesMaster" Target="/ppt/notesMasters/notesMaster1.xml" Id="R1cf69186855c47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e777ec806e457c" /><Relationship Type="http://schemas.openxmlformats.org/officeDocument/2006/relationships/notesMaster" Target="/ppt/notesMasters/notesMaster1.xml" Id="Rc386690668d04ac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445e58fa8848d0" /><Relationship Type="http://schemas.openxmlformats.org/officeDocument/2006/relationships/notesMaster" Target="/ppt/notesMasters/notesMaster1.xml" Id="R057b820b32b249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INERTIA-2026-10-22-r6. Sources: spec.md, testing.md, decisions.md, plan.md. Merged baseline https://github.com/NetRxn/Inertia/commit/1d41eeb70b02275a488a7f7583c116c8d2c77f3c;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Combined 108 tests, typecheck, build and synthetic demo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INERTIA-2026-10-22-r6. Sources: spec.md, testing.md, decisions.md, plan.md. Merged baseline https://github.com/NetRxn/Inertia/commit/1d41eeb70b02275a488a7f7583c116c8d2c77f3c;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Combined 108 tests, typecheck, build and synthetic demo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INERTIA-2026-10-22-r6. Sources: spec.md, testing.md, decisions.md, plan.md. Merged baseline https://github.com/NetRxn/Inertia/commit/1d41eeb70b02275a488a7f7583c116c8d2c77f3c;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Combined 108 tests, typecheck, build and synthetic demo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INERTIA-2026-10-22-r6. Sources: spec.md, testing.md, decisions.md, plan.md. Merged baseline https://github.com/NetRxn/Inertia/commit/1d41eeb70b02275a488a7f7583c116c8d2c77f3c;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Combined 108 tests, typecheck, build and synthetic demo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INERTIA-2026-10-22-r6. Sources: spec.md, testing.md, decisions.md, plan.md. Merged baseline https://github.com/NetRxn/Inertia/commit/1d41eeb70b02275a488a7f7583c116c8d2c77f3c;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Combined 108 tests, typecheck, build and synthetic demo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INERTIA-2026-10-22-r6. Sources: spec.md, testing.md, decisions.md, plan.md. Merged baseline https://github.com/NetRxn/Inertia/commit/1d41eeb70b02275a488a7f7583c116c8d2c77f3c;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Combined 108 tests, typecheck, build and synthetic demo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INERTIA-2026-10-22-r6. Sources: spec.md, testing.md, decisions.md, plan.md. Merged baseline https://github.com/NetRxn/Inertia/commit/1d41eeb70b02275a488a7f7583c116c8d2c77f3c;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Combined 108 tests, typecheck, build and synthetic demo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INERTIA-2026-10-22-r6. Sources: spec.md, testing.md, decisions.md, plan.md. Merged baseline https://github.com/NetRxn/Inertia/commit/1d41eeb70b02275a488a7f7583c116c8d2c77f3c;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Combined 108 tests, typecheck, build and synthetic demo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973aea2ade40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2f400d2c854c1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d269494d3c43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90f04ea712430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c8ea9b80a5402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bd134c124047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F0810F-6050-4674-AAA8-ECA143DEEC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A6B8F91-5509-4B4B-9C3C-ED80D6C5251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1A9519E-FBF9-43FA-93B2-B31DDA0C14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A6BA450-EE2D-498A-B8C5-5E9E63F6AE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1F6EC7A-3BCB-494E-BDF6-A407637FBE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8072316-C6BD-4433-8CB6-8ED38FFF9D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365BC37-D593-4BE1-B8B4-A612C93CFD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79E7B16-753E-4015-8000-450742DCD2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43D337-3BC4-4995-A4E6-5F85B907D5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4349902-5219-49E5-9EF2-5FD7115225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38f8b2e54b49c0" /><Relationship Type="http://schemas.openxmlformats.org/officeDocument/2006/relationships/slideLayout" Target="/ppt/slideLayouts/slideLayout1.xml" Id="R8c57d72e0bc3468b" /><Relationship Type="http://schemas.openxmlformats.org/officeDocument/2006/relationships/slideLayout" Target="/ppt/slideLayouts/slideLayout2.xml" Id="R0293d6e23782453b" /><Relationship Type="http://schemas.openxmlformats.org/officeDocument/2006/relationships/slideLayout" Target="/ppt/slideLayouts/slideLayout3.xml" Id="Rf00b4e3903384bd5" /><Relationship Type="http://schemas.openxmlformats.org/officeDocument/2006/relationships/slideLayout" Target="/ppt/slideLayouts/slideLayout4.xml" Id="Rb962b177267a48d7" /><Relationship Type="http://schemas.openxmlformats.org/officeDocument/2006/relationships/slideLayout" Target="/ppt/slideLayouts/slideLayout5.xml" Id="R3057f58f9b084090" /><Relationship Type="http://schemas.openxmlformats.org/officeDocument/2006/relationships/slideLayout" Target="/ppt/slideLayouts/slideLayout6.xml" Id="Rcd59f86f3a4d47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57d72e0bc3468b"/>
    <p:sldLayoutId xmlns:r="http://schemas.openxmlformats.org/officeDocument/2006/relationships" id="2147483650" r:id="R0293d6e23782453b"/>
    <p:sldLayoutId xmlns:r="http://schemas.openxmlformats.org/officeDocument/2006/relationships" id="2147483651" r:id="Rf00b4e3903384bd5"/>
    <p:sldLayoutId xmlns:r="http://schemas.openxmlformats.org/officeDocument/2006/relationships" id="2147483652" r:id="Rb962b177267a48d7"/>
    <p:sldLayoutId xmlns:r="http://schemas.openxmlformats.org/officeDocument/2006/relationships" id="2147483653" r:id="R3057f58f9b084090"/>
    <p:sldLayoutId xmlns:r="http://schemas.openxmlformats.org/officeDocument/2006/relationships" id="2147483654" r:id="Rcd59f86f3a4d47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6e5eab4e404af8" /><Relationship Type="http://schemas.openxmlformats.org/officeDocument/2006/relationships/notesSlide" Target="/ppt/notesSlides/notesSlide1.xml" Id="R310a94be736b49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826170555043b3" /><Relationship Type="http://schemas.openxmlformats.org/officeDocument/2006/relationships/notesSlide" Target="/ppt/notesSlides/notesSlide2.xml" Id="R1a7731a32f9741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d24e480a0f4677" /><Relationship Type="http://schemas.openxmlformats.org/officeDocument/2006/relationships/notesSlide" Target="/ppt/notesSlides/notesSlide3.xml" Id="Rf322951f27e048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ada294f46d41ea" /><Relationship Type="http://schemas.openxmlformats.org/officeDocument/2006/relationships/notesSlide" Target="/ppt/notesSlides/notesSlide4.xml" Id="Rb5eeadf3f75d41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a70198d9c3430c" /><Relationship Type="http://schemas.openxmlformats.org/officeDocument/2006/relationships/notesSlide" Target="/ppt/notesSlides/notesSlide5.xml" Id="Rfb32a5c1825848e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26e96ae58c4613" /><Relationship Type="http://schemas.openxmlformats.org/officeDocument/2006/relationships/notesSlide" Target="/ppt/notesSlides/notesSlide6.xml" Id="R58931e34771f46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2c429f3c4d4a73" /><Relationship Type="http://schemas.openxmlformats.org/officeDocument/2006/relationships/notesSlide" Target="/ppt/notesSlides/notesSlide7.xml" Id="R0c6c356dcb8f45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8f7e99a4eb4a1d" /><Relationship Type="http://schemas.openxmlformats.org/officeDocument/2006/relationships/notesSlide" Target="/ppt/notesSlides/notesSlide8.xml" Id="R566a1adfe17c40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F0D5F2-C12D-4E15-A331-126E9EC3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B2C3C6-B61A-430B-8269-DCA1A805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Inertia makes DAO work easier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4B08E-70D2-48D4-BD99-32420D84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One shared work system, with Buzz and the Paperclip dashboard as equal entry points.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D2439-400F-47B7-BC8B-1B191BA7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203AED-F4B7-4FAC-8669-B1DE88056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INERTIA-2026-10-22-r6 · 22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EC293-047E-4D0D-9C76-83064891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BA0A8-A765-42A6-BFC7-70FD9067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15368-6FA2-4C94-BE4C-90CC68B0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Automatic meetings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9C0B7-880F-4130-8A84-708C4C36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Gemini output in Drive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Clean transcript and notes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Verified website publication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Links back to the conversation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F82BC-8350-4090-B196-DFE9144D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37A1F1-3FD0-4275-BCC6-12F1BA5D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Current grant packet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C78972-E46C-4B6F-BC16-BE2DAAC5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Existing scanner discovers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Team reviews the application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Blockchain vote binds the packet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Y2 keeps interests current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83E02F-EDCA-455C-B07A-662C6CD0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EFBBB1-2A79-4490-84C5-A53A0147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Member spare capacity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D4108-5BBB-4249-9AC9-1CE09E26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Connect an authorized agent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Acquire eligible work eagerly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Return a validated contribution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Continue useful follow-ups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AD2712-6E4F-481F-8740-D011F03C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Required demo outcomes: meeting publication, a packet-bound vote and a second member’s contribution.</a:t>
            </a:r>
          </a:p>
        </p:txBody>
      </p:sp>
    </p:spTree>
    <p:extLst>
      <p:ext uri="{BB962C8B-B14F-4D97-AF65-F5344CB8AC3E}">
        <p14:creationId xmlns:p14="http://schemas.microsoft.com/office/powerpoint/2010/main" val="2106116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DB1E3D-14E6-4B82-BA03-F8C55EC2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7186F9-1F90-452E-B2CC-2B9C61F2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Paperclip owns the operating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CFB54-6CB7-4E30-B7A0-879E1B63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Reuse the platform’s CEO, hiring, hierarchy and execution primitives.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22DEE-9BDB-4B9F-95D2-08D03800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B22CF7-2F37-4043-A998-15975885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INERTIA-2026-10-22-r6 · 22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0D08E-CA51-4233-B455-D689C042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44DB16-86B0-4A3A-B776-408D486A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656FB-4476-44A8-9041-21949A6D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Native platform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EA6574-CEA2-48F0-8CE6-A9322B13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Goals, issues and dependencies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Hiring and policy permissions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Checkout, runs and budgets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Documents and human decisions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9BDC6-461C-45CA-B060-03EEB742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968B24-F8F6-446A-801A-08FDEFAE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Thin Buzz 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A10BD4-424D-4F69-877C-BCB1DF97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Signed requests and identity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Existing native task IDs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Shared decisions and receipts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Durable delivery recovery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B4E859-0FAF-4674-AB2F-3EDE7D32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6A4B57-50B5-4EDB-9D4A-DAEB97B4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Existing infrastructure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A0B8E-E7B4-4CDA-A507-50859BBB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Qualified hardened provider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Client-side task isolation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PlanetScale DAO database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Cloudflare available as needed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1BEF74-5AF5-4DF4-880A-ADC2EDE4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A narrow plugin fits the selected Paperclip release. Shared records keep the two interfaces coherent.</a:t>
            </a:r>
          </a:p>
        </p:txBody>
      </p:sp>
    </p:spTree>
    <p:extLst>
      <p:ext uri="{BB962C8B-B14F-4D97-AF65-F5344CB8AC3E}">
        <p14:creationId xmlns:p14="http://schemas.microsoft.com/office/powerpoint/2010/main" val="5590183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9E6743-03AF-46EE-A123-BC527760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5E0A98-4101-4121-B59A-D41F4724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Automatic Roundtable publication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296B7-3458-4C32-A4AA-B18835F0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Meet recording and Gemini processing feed the organization’s Drive folder.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013BEB-9F03-4C4B-8E9B-783A5CCE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6CEA3E-86F4-47E3-935A-39DF16D2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INERTIA-2026-10-22-r6 · 22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07308A-CE4F-4AC5-9B17-2DB64AEA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D3E445-5CDC-4B45-A494-8A1E92FE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4DD690-7815-45AC-9050-77846EBB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Ready source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5587FC-D2CE-4C8A-AB54-900FC19A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Identify meeting and revision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Retain original source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Preserve uncertain wording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Handle notes-only input honestly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E04DA-B97B-4FCB-A922-EDB04BE4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2D52CC-DEE8-483A-ABCC-CF759180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Faithful transformation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AE2A79-0B08-464E-94C2-934ED636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Separate transcript and notes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Cite source for action items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Keep names and claims grounded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Apply the configured audience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19A24-69A3-416A-907D-87F0F746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17FEF-C16B-4B76-9439-AC8CAD19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Trusted publication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91D38A-A662-46F7-83F6-E54B1578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Upsert the website record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Verify content and audience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Return the published URLs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Reconcile corrections and retries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2587C-D93F-449E-86C7-87C9C292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After one-time setup, routine publication runs automatically. Exceptions name the precise action needed.</a:t>
            </a:r>
          </a:p>
        </p:txBody>
      </p:sp>
    </p:spTree>
    <p:extLst>
      <p:ext uri="{BB962C8B-B14F-4D97-AF65-F5344CB8AC3E}">
        <p14:creationId xmlns:p14="http://schemas.microsoft.com/office/powerpoint/2010/main" val="20743615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4E56A8-E93D-4BF6-91D3-30736877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FBF5F0-28E8-4CB1-9871-8468B497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Grant decisions and Y2 updates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7085AC-D644-425E-A57D-0D58449A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Reuse the grant scanner and preserve review before freezing the application.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2BBE7-D64F-42D4-AB77-AB310598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EA21DC-01D7-4BAB-A59D-12DE4B2A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INERTIA-2026-10-22-r6 · 22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8372E9-7FE1-47FF-8D84-627DB2AE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71157-418A-4879-AD0A-2DCEFBCA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46F52-B48E-41BA-9C5D-0A7A16DF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Find and prepare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3A761-3DFA-4BB5-8F6C-B2059421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Refresh opportunities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Check deadline and eligibility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Build a cited draft packet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Preserve reviewer signoffs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78F3C7-4E5E-4CEE-AE48-F92FA04D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174286-6403-46E8-B0CE-D480B04A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Bind the vote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23B582-C87C-4427-B28D-C6416FA4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Freeze packet version and hash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Verify network and finality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Match the authorized action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Apply the result once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CDE4C2-8AA6-40DB-B988-7CF7DCBB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B3BFD3-5B6A-45B8-A51E-B0CE4B3A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Continue the work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83E20B-5C82-4BE8-B9E5-C4F9F6EB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Y2 registered interests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Updates attach to existing work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Ordinary work proceeds normally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990 enrichment remains stretch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2FF771-3120-4382-863F-6D88BFDC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The demo demonstrates the ratified packet. Actual funder submission remains a separately authorized action.</a:t>
            </a:r>
          </a:p>
        </p:txBody>
      </p:sp>
    </p:spTree>
    <p:extLst>
      <p:ext uri="{BB962C8B-B14F-4D97-AF65-F5344CB8AC3E}">
        <p14:creationId xmlns:p14="http://schemas.microsoft.com/office/powerpoint/2010/main" val="12421499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6211E4-D234-458A-B578-6151D91E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B7133-0C95-4B40-A558-1916441D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Secure member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5CA979-ACCF-4D4D-BDA9-2D920874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An enrolled member’s agent contributes from its own isolated execution environment.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198B50-92B1-41C2-BF0F-E134EECB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D66A7-A791-47FC-AADD-968044D0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INERTIA-2026-10-22-r6 · 22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48AE7C-4502-41EC-A036-EBB8C1EF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AEB412-1793-4D76-8880-420EAE6B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15837-2254-47DA-8A79-0B276DF6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Eager acquisition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F8E25-211A-4D1A-9D69-13414168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CEO delegates work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Agent selects eligible tasks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Atomic checkout wins ownership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Budgets bound activity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083009-1B2E-4505-B370-7E58503D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B6383-E041-412D-8AB2-70E73D0C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Scoped 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591E1-06DB-4383-A7FB-0097C6C0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Task-specific inputs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Sandbox and isolated worktree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Existing provider lifecycle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No shared publisher credentials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AF23CF-14FD-40C7-BEE2-1B0894CA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F6E3C3-8538-407D-8323-0B92B83E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Useful result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72C7BA-02D4-41A2-AD17-667D5D2D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Server validates the artifact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review accepts evidence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Trusted adapter publishes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Bounded follow-ups preserve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3E80F0-9A88-48A2-A43F-ABA3D488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Integrate through existing public execution contracts. Qualify runtime isolation and enrollment before live participation.</a:t>
            </a:r>
          </a:p>
        </p:txBody>
      </p:sp>
    </p:spTree>
    <p:extLst>
      <p:ext uri="{BB962C8B-B14F-4D97-AF65-F5344CB8AC3E}">
        <p14:creationId xmlns:p14="http://schemas.microsoft.com/office/powerpoint/2010/main" val="11431661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BFF74A-1AD1-4C6B-BD01-419D45C7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A7959-6D24-4DD6-B1B5-C19B68B9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Reliable operation without babysitting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4F7FF-0C2A-4EC3-BCF8-F4102420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One-time pairing and configuration support automatic normal work and recovery.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793082-B249-4DC4-8471-1FAF88E7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0EF64-F932-411E-8306-4801C24B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INERTIA-2026-10-22-r6 · 22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040D9-DFD2-43A0-B283-F6C92C8B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D3A75D-EB6A-4B80-B076-2247FB90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F6F3B-F4F9-4584-B905-4DE2B777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Configure once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382C3-5A6C-4D06-9556-6809EE84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Admit the plugin and provider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Bind company, channel and task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Pair authorized identities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Choose source and publication policy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41B63E-9811-45C2-B0C2-D454743A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656AD3-8B73-4D89-ADF5-37D3C637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Recover automatically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4F498A-6FFD-4234-A00E-64B2C10C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Persist receipts and checkpoints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Retry the same signed event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Respect server retry timing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Reconcile uncertain writes first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7EE58A-D433-4144-8B73-EDB41BE1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624BE-028A-40D7-AF2A-29F9DD5E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Show what matters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D4E954-651E-496F-8F4E-1115F08B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Useful same-thread results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Backlog and last successful sync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Clear permanent setup errors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UI for complex decisions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AAD5B6-0DB4-4A3C-8838-782ACA83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Source text cannot grant authority. Current host permissions govern every human-attributed native action.</a:t>
            </a:r>
          </a:p>
        </p:txBody>
      </p:sp>
    </p:spTree>
    <p:extLst>
      <p:ext uri="{BB962C8B-B14F-4D97-AF65-F5344CB8AC3E}">
        <p14:creationId xmlns:p14="http://schemas.microsoft.com/office/powerpoint/2010/main" val="17961079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493966-7999-40A3-83FF-AB2B04D8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52D4F-9531-4529-B538-197B671F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Build evidence on 22 October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EF57FD-C9F4-4EC6-B9EB-88FFEFCB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Connected bridge and Roundtable core are merged into develop.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6D756-27A0-4527-9667-A1692532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F36929-593B-48E1-B7F8-53BE82B0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INERTIA-2026-10-22-r6 · 22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7FF4B2-2E49-4723-8518-73C80825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B87E8A-366F-4EA9-BA12-2F34D9CD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B2ABF-5E1E-44D2-BBCA-26EAEA7E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Merged foundation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45F3C5-0478-4887-A909-6C912399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 2: 36 transport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 3: combined 60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Real signatures and SQL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Typecheck, build and fixture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A97F40-E346-4BDC-9132-7BEED9E2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8C2A2F-813A-4942-8559-A14A91E6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Connected plugin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C2D438-195B-4E88-8B61-DA5CEDCB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 4 merged: 85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Durable retry and backfill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Company-scoped health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Addressed-card privacy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9E9C16-C0B5-4EA7-93EB-B9B63408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CB03B-8C2C-4AE9-829F-FBBD7F80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Next product slices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7EEB5C-4180-4597-AA18-E563072A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 5: 23 Roundtable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108 combined tests passing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Website publisher still pending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Grant and member adapters next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3246D1-918B-4CE3-859E-EE9ADEC0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Fixture evidence uses real bridge code with substituted external I/O. Deployment and live rehearsal are still ahead.</a:t>
            </a:r>
          </a:p>
        </p:txBody>
      </p:sp>
    </p:spTree>
    <p:extLst>
      <p:ext uri="{BB962C8B-B14F-4D97-AF65-F5344CB8AC3E}">
        <p14:creationId xmlns:p14="http://schemas.microsoft.com/office/powerpoint/2010/main" val="17191251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F36360-C342-4961-B6BB-833D725C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0FAFB-FC91-4239-9015-A95D85B1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Delivery focused on working outcomes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FBB0F3-049A-4480-90E3-C75A3E63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Proposed delivery sequence. Tested and reviewed feature branches merge into develop.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8A4F3-0E50-44E9-9A25-06979A47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81E94F-2EB8-4076-AFB3-0324B76F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INERTIA-2026-10-22-r6 · 22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4DE2E-A6A4-446E-AC81-0F455F23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BE7E97-517E-42DB-9A82-F072C413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7074E-E5B4-4F3A-AEE7-CD3E3BCF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22–23 OCT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EE5B33-E5A6-491B-AED2-645B84F2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Bridge and core merged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Continue website publisher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Grant slice now active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Keep artifacts aligned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CF7EC8-8239-4E90-B2BD-E87B6944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0FAE3F-48DD-4E6D-A5A4-04715DDE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23–27 OCT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513E19-DC8F-4038-9D60-2C703B48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Complete domain adapters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Integrate approved targets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Exercise member contribution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Verify normal automatic recovery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0894CB-2A24-4773-B711-3DBB03AD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D29861-A92C-43B0-87FE-E7557E15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28–30 OCT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29169D-E3DB-4D23-8915-953CE26B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Recovery and isolation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Proposed Oct 29 rehearsal buffer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Deck and reproducible evidence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Oct 30 owner submission handoff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8ECAB8-73DF-4DFF-8904-5D3F99F4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Main stays untouched. Helix is de-prioritized. Configuration details stay in one decision register.</a:t>
            </a:r>
          </a:p>
        </p:txBody>
      </p:sp>
    </p:spTree>
    <p:extLst>
      <p:ext uri="{BB962C8B-B14F-4D97-AF65-F5344CB8AC3E}">
        <p14:creationId xmlns:p14="http://schemas.microsoft.com/office/powerpoint/2010/main" val="2989207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2026-10-22T23:55:25.7960000Z</dcterms:created>
  <dcterms:modified xsi:type="dcterms:W3CDTF">2026-10-22T23:55:25.7960000Z</dcterms:modified>
</coreProperties>
</file>