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e86b67f883444b" /><Relationship Type="http://schemas.openxmlformats.org/officeDocument/2006/relationships/extended-properties" Target="/docProps/app.xml" Id="R6f93c85e07d247fe" /><Relationship Type="http://schemas.openxmlformats.org/officeDocument/2006/relationships/officeDocument" Target="/ppt/presentation.xml" Id="Rcc5afae4783141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22085dea574879"/>
  </p:sldMasterIdLst>
  <p:notesMasterIdLst>
    <p:notesMasterId xmlns:r="http://schemas.openxmlformats.org/officeDocument/2006/relationships" r:id="R85a23800730c45d9"/>
  </p:notesMasterIdLst>
  <p:sldIdLst>
    <p:sldId xmlns:r="http://schemas.openxmlformats.org/officeDocument/2006/relationships" id="256" r:id="Rf1fed21ed4354fc8"/>
    <p:sldId xmlns:r="http://schemas.openxmlformats.org/officeDocument/2006/relationships" id="257" r:id="Rddf49720d4544dd2"/>
    <p:sldId xmlns:r="http://schemas.openxmlformats.org/officeDocument/2006/relationships" id="258" r:id="R1095a1afbde74181"/>
    <p:sldId xmlns:r="http://schemas.openxmlformats.org/officeDocument/2006/relationships" id="259" r:id="R47b2dd4ced1b4c3e"/>
    <p:sldId xmlns:r="http://schemas.openxmlformats.org/officeDocument/2006/relationships" id="260" r:id="R37bcb76b39084b56"/>
    <p:sldId xmlns:r="http://schemas.openxmlformats.org/officeDocument/2006/relationships" id="261" r:id="R37960745e2e04e7e"/>
    <p:sldId xmlns:r="http://schemas.openxmlformats.org/officeDocument/2006/relationships" id="262" r:id="R418cf28906d6438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e1a4b4a58a4881" /><Relationship Type="http://schemas.openxmlformats.org/officeDocument/2006/relationships/slideMaster" Target="/ppt/slideMasters/slideMaster1.xml" Id="R7522085dea574879" /><Relationship Type="http://schemas.openxmlformats.org/officeDocument/2006/relationships/notesMaster" Target="/ppt/notesMasters/notesMaster1.xml" Id="R85a23800730c45d9" /><Relationship Type="http://schemas.openxmlformats.org/officeDocument/2006/relationships/presProps" Target="/ppt/presProps.xml" Id="R37efdd39ef234ba1" /><Relationship Type="http://schemas.openxmlformats.org/officeDocument/2006/relationships/tableStyles" Target="/ppt/tableStyles.xml" Id="Raf40da1f3044434a" /><Relationship Type="http://schemas.openxmlformats.org/officeDocument/2006/relationships/slide" Target="/ppt/slides/slide1.xml" Id="Rf1fed21ed4354fc8" /><Relationship Type="http://schemas.openxmlformats.org/officeDocument/2006/relationships/slide" Target="/ppt/slides/slide2.xml" Id="Rddf49720d4544dd2" /><Relationship Type="http://schemas.openxmlformats.org/officeDocument/2006/relationships/slide" Target="/ppt/slides/slide3.xml" Id="R1095a1afbde74181" /><Relationship Type="http://schemas.openxmlformats.org/officeDocument/2006/relationships/slide" Target="/ppt/slides/slide4.xml" Id="R47b2dd4ced1b4c3e" /><Relationship Type="http://schemas.openxmlformats.org/officeDocument/2006/relationships/slide" Target="/ppt/slides/slide5.xml" Id="R37bcb76b39084b56" /><Relationship Type="http://schemas.openxmlformats.org/officeDocument/2006/relationships/slide" Target="/ppt/slides/slide6.xml" Id="R37960745e2e04e7e" /><Relationship Type="http://schemas.openxmlformats.org/officeDocument/2006/relationships/slide" Target="/ppt/slides/slide7.xml" Id="R418cf28906d643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785b25a0bc41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d83018bb044d4d" /><Relationship Type="http://schemas.openxmlformats.org/officeDocument/2006/relationships/notesMaster" Target="/ppt/notesMasters/notesMaster1.xml" Id="R868b0969ae7749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f9d8c39a264699" /><Relationship Type="http://schemas.openxmlformats.org/officeDocument/2006/relationships/notesMaster" Target="/ppt/notesMasters/notesMaster1.xml" Id="R3e64eafd271f4e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46c41572d5455d" /><Relationship Type="http://schemas.openxmlformats.org/officeDocument/2006/relationships/notesMaster" Target="/ppt/notesMasters/notesMaster1.xml" Id="Rd73b4a4d3bb84f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f041203dd24761" /><Relationship Type="http://schemas.openxmlformats.org/officeDocument/2006/relationships/notesMaster" Target="/ppt/notesMasters/notesMaster1.xml" Id="Rb178ede4ec8a4c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34e0dfb4e14bb5" /><Relationship Type="http://schemas.openxmlformats.org/officeDocument/2006/relationships/notesMaster" Target="/ppt/notesMasters/notesMaster1.xml" Id="R0c9d4ba5154b42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d7abcaac324a50" /><Relationship Type="http://schemas.openxmlformats.org/officeDocument/2006/relationships/notesMaster" Target="/ppt/notesMasters/notesMaster1.xml" Id="R7da0bc61e6b040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d9ab8b1b4e4e80" /><Relationship Type="http://schemas.openxmlformats.org/officeDocument/2006/relationships/notesMaster" Target="/ppt/notesMasters/notesMaster1.xml" Id="R2fff1a41cc594f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INERTIA-2026-10-22-r5. Design refinement. See spec.md, testing.md, decisions.md and plan.md. Paperclip source 341b622604b639b056fc58b10e2dd3312d40385c; Buzz source dc25198d530acc6237a0320b697365f29daf0ea6. Source review established native capability surfaces; selected runtime qualification and detailed design review precede implementation. Original overview remains unchanged. Public repo https://github.com/NetRxn/Inertia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b3112eb9947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5e721645dc40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1466a4d1604b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9c2995c8c4c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0a9e78e554a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ecfed142242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96E375-8DAF-49D1-B9B8-4D497B8E2C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52AB539-0D1A-4CAD-B305-70F08784E45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B86BD6A-B536-4CC4-8C31-CACCB91869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121D69-91E0-4F8C-A577-9E331BFD15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6CED398-DBC2-4AE9-B16F-B805668D88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05DE1DC-5B02-4BC9-870C-7990ACEAB6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6C1047-B568-43DD-82A9-87C43A65FF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6E3E9C7-2112-469E-BC77-56D947FE14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ED7CBB-3927-4608-B3FD-395C26DD16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652C21-222F-45C1-92D2-E4E5C9EB38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6eedfa35be48c6" /><Relationship Type="http://schemas.openxmlformats.org/officeDocument/2006/relationships/slideLayout" Target="/ppt/slideLayouts/slideLayout1.xml" Id="R6e1d382a9f844b7c" /><Relationship Type="http://schemas.openxmlformats.org/officeDocument/2006/relationships/slideLayout" Target="/ppt/slideLayouts/slideLayout2.xml" Id="R80faeb746418477c" /><Relationship Type="http://schemas.openxmlformats.org/officeDocument/2006/relationships/slideLayout" Target="/ppt/slideLayouts/slideLayout3.xml" Id="Rcec9c4c97530455a" /><Relationship Type="http://schemas.openxmlformats.org/officeDocument/2006/relationships/slideLayout" Target="/ppt/slideLayouts/slideLayout4.xml" Id="R72f278bcceab47f9" /><Relationship Type="http://schemas.openxmlformats.org/officeDocument/2006/relationships/slideLayout" Target="/ppt/slideLayouts/slideLayout5.xml" Id="Rea35dcf0d8a64f00" /><Relationship Type="http://schemas.openxmlformats.org/officeDocument/2006/relationships/slideLayout" Target="/ppt/slideLayouts/slideLayout6.xml" Id="R1eb39f78f78f4c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1d382a9f844b7c"/>
    <p:sldLayoutId xmlns:r="http://schemas.openxmlformats.org/officeDocument/2006/relationships" id="2147483650" r:id="R80faeb746418477c"/>
    <p:sldLayoutId xmlns:r="http://schemas.openxmlformats.org/officeDocument/2006/relationships" id="2147483651" r:id="Rcec9c4c97530455a"/>
    <p:sldLayoutId xmlns:r="http://schemas.openxmlformats.org/officeDocument/2006/relationships" id="2147483652" r:id="R72f278bcceab47f9"/>
    <p:sldLayoutId xmlns:r="http://schemas.openxmlformats.org/officeDocument/2006/relationships" id="2147483653" r:id="Rea35dcf0d8a64f00"/>
    <p:sldLayoutId xmlns:r="http://schemas.openxmlformats.org/officeDocument/2006/relationships" id="2147483654" r:id="R1eb39f78f78f4c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fc41ee243d41d9" /><Relationship Type="http://schemas.openxmlformats.org/officeDocument/2006/relationships/notesSlide" Target="/ppt/notesSlides/notesSlide1.xml" Id="Rb2a9a3bc88cc4c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aab2c433a4a1e" /><Relationship Type="http://schemas.openxmlformats.org/officeDocument/2006/relationships/notesSlide" Target="/ppt/notesSlides/notesSlide2.xml" Id="Rc5ab0b1499c34a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407b7a6eee47b8" /><Relationship Type="http://schemas.openxmlformats.org/officeDocument/2006/relationships/notesSlide" Target="/ppt/notesSlides/notesSlide3.xml" Id="Rcf95a1ebcd5f41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255ffbef0d40e2" /><Relationship Type="http://schemas.openxmlformats.org/officeDocument/2006/relationships/notesSlide" Target="/ppt/notesSlides/notesSlide4.xml" Id="Rabedfa0d3cf246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bbe8eee3464d2e" /><Relationship Type="http://schemas.openxmlformats.org/officeDocument/2006/relationships/notesSlide" Target="/ppt/notesSlides/notesSlide5.xml" Id="Rb33bda3974054f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6211ef4f0348a7" /><Relationship Type="http://schemas.openxmlformats.org/officeDocument/2006/relationships/notesSlide" Target="/ppt/notesSlides/notesSlide6.xml" Id="R61727f0badf645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c2c9434cc14bc1" /><Relationship Type="http://schemas.openxmlformats.org/officeDocument/2006/relationships/notesSlide" Target="/ppt/notesSlides/notesSlide7.xml" Id="Ref698302e1214c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6643E8-4A51-44FF-96C5-984E3B87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AEA9F-5337-4E4B-BDE6-1A7387D9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One operating platform, two interfaces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6819D-1D9F-4E1B-B252-AEFD74D9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Paperclip owns the work. Buzz and the dashboard present the same tasks, hierarchy and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E4F01-69B6-42F2-9C9F-B71E671D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B2F2F-AEFD-4A06-A67F-20F6C003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BA034-4D2C-4B83-A1C8-101533A1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2933E-4012-4530-99E1-4548AC11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5D347-45B9-4800-A344-607494CB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Paperclip operations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44F71-DB82-426A-ADE6-E2252C95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CEO and hiring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Goals, issues and dependencies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checkout and routines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Decisions, documents and budgets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8DA48-5590-45CE-BF05-1F4E8F7D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019C3-174B-4453-9A5D-2E6A2195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Buzz +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5AD85-E06A-4221-9FBE-CB232796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Shared task and interaction IDs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Explicit human / agent pairing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Bidirectional results and decisions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 execution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5D2DD-B817-4FBB-ABD9-57808386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03F2C3-A3A5-4F4D-A8C2-39C668F1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Domain integrations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940CE0-147C-472D-BAC6-039E3924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Meetings → DAO publication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Scanner → packet-bound vote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Member agents → contributions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updates → linked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5D7A4-C2AF-4551-88A8-D86CB472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Design rule: reuse native capabilities and existing execution hardening before adding custom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1300162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4D608-470A-4F36-9D2B-C16B3154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52950-3C07-406E-A543-F35860ED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Automatic Roundtable publication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0A9A-3817-4C6B-9E44-A9FA5F78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 video → Gemini → organization Drive → cleaned transcript and separate notes → DAO website.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A3F52-B7F9-4DD3-AEEE-DD6D4E61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010E9-6791-418F-8641-F34D3924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0FA42-C48D-4CD7-A1EA-68E9FF5E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1D690-10BE-4A88-93D8-A06C4B62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6A3F9-262F-404A-A441-6E18E7EC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Observe + preserve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12766-2657-48C8-B0E0-5B788AF6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Authorized ready source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Meeting ID, revision and hash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Original retained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Summary-only exception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D4A56-340B-4307-A853-D85B16CD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90455-1471-467C-BDFF-4A3E774C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Transform + publish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AA448-2019-4765-971E-0A116902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Faithful cleaned transcript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Source-linked notes and actions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Fixed audience and policy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Automatic in-policy upsert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C7741-A4DE-4B3F-AAAC-1CBA38BB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F0496-2AB9-4634-A7A8-A22A6D95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Verify + recover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E531EA-E7AD-4124-AEDB-65ABC036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Read back content and audience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verified URLs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uncertain writes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Version corrected outputs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06EF6-B0DA-496F-8B3A-AC52D648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Publication uses a trusted domain adapter; source text cannot choose new destinations or permissions.</a:t>
            </a:r>
          </a:p>
        </p:txBody>
      </p:sp>
    </p:spTree>
    <p:extLst>
      <p:ext uri="{BB962C8B-B14F-4D97-AF65-F5344CB8AC3E}">
        <p14:creationId xmlns:p14="http://schemas.microsoft.com/office/powerpoint/2010/main" val="7424300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5C6AD-A984-4057-9566-8542FDFE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6EC6F-AE16-48E6-ADEA-69970579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Current grant → reviewed packet → vote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63B03-8C3F-46C7-9904-5AB4229D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existing scanner and review workflow. Bind voted authority to an immutable application packet.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AB282-21E4-466B-9CEB-D809B4A2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3687A-47FC-472D-891E-9825A8EF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6D167-DDA4-4D86-9E17-17590E70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6AE13-C2A4-43C9-B282-3583691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84069-B9F1-4938-800C-4111ED3E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Find +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28254B-DB4A-4D20-9ABF-83E58C3D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Fresh sources and deadlines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Eligibility and applicant route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Template-based cited draft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review and signoffs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D0A01-A777-413A-8204-046FEB19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398F4-7623-440C-B013-75BA81A0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Freeze + decide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9C82A9-92F5-48E0-846E-79A5F890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Packet ID, version and hash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Blockchain proposal binding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Finality and result validation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Changed packet needs new vote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9DFC5-F393-418E-8E66-3999BB7B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4C03D3-11F5-412E-B789-96DD0EA5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Watch + advance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CCE6B-4340-4F75-A668-307C3586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registered interests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Updates linked to existing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Ordinary tasks need no vote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990 enrichment remains stretch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FDFFE-29F1-437B-B4FD-0C9F8B93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Required demo: verified packet-bound decision. Actual funder submission is a separately controlled step.</a:t>
            </a:r>
          </a:p>
        </p:txBody>
      </p:sp>
    </p:spTree>
    <p:extLst>
      <p:ext uri="{BB962C8B-B14F-4D97-AF65-F5344CB8AC3E}">
        <p14:creationId xmlns:p14="http://schemas.microsoft.com/office/powerpoint/2010/main" val="1999123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F8A8D8-EDCA-442A-9022-3F847DF7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E0806-B5C9-4309-85F5-A59B35AA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Eager agents, native execution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D090A-EECF-43B9-A823-AE1746A9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Member-owned capacity contributes through Paperclip’s qualified runner and execution interfaces.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69476-A46D-48C7-A765-C68839D3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55172-D817-4636-A0F4-B10FEC79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9E2E7-2817-44CF-BA5E-7D562504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11F28-569F-423D-8C86-10CBBF4E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6A17EA-762A-47EC-A1D5-4D25F603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Native coordination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B8415-54B5-4E97-8378-6BEB46A2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CEO delegates and unblocks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Eligible work acquired eagerly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Atomic checkout ownership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Hiring and budget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56ABAF-3F4C-469B-B565-D54E68ED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F14A6-6E7D-4710-AE15-23428B9C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Qualified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CE0F0-15D9-4BA8-A137-5667C83A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Client-side sandbox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Isolated task workspace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Narrow data and tool scopes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lifecycle and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E0F909-2EB6-41F3-872E-4D654DB6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2AD8B-F944-4D7F-A9F0-91F48C00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Validated contribution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B069C1-E350-4034-8C47-44E7F7EE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Server-side artifact validation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Trusted publication adapter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Follow-ups with reason + parent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Deduplication and bounded depth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20610-18AE-4734-AE85-849243E9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Reuse existing execution hardening against the selected Paperclip release; verify SDK support and serving admission.</a:t>
            </a:r>
          </a:p>
        </p:txBody>
      </p:sp>
    </p:spTree>
    <p:extLst>
      <p:ext uri="{BB962C8B-B14F-4D97-AF65-F5344CB8AC3E}">
        <p14:creationId xmlns:p14="http://schemas.microsoft.com/office/powerpoint/2010/main" val="9795373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6A641C-D281-409C-8535-1D50B361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78E90-E384-48FB-9828-A2833E0D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Bridge contract: shared identity and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29C0D-9781-438E-83F5-3AD4E08D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Choose a native Buzz provider or bounded plugin bridge after compatibility qualification.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16EEB-B82C-4A3F-B47D-D9D27AF7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01EA0-C2CC-4F61-8DB3-761B1415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CB3E7-2BEF-4C59-A679-991B4A40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A76CD-56EE-45C5-B880-78B6E3EF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4302E0-A19B-45C4-8690-E9B6E74A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842E7-CA6D-4BA1-8573-8794B806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Relay/channel/thread mapping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Paired human or agent identity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Durable event deduplication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Origin marker prevents echoes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093884-3572-4106-9365-426876EF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B46EDF-1986-4F2C-8BCC-67A5D174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C444E-7833-4BFE-B15D-9AF3BE4F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interaction ID + revision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Current authorization at apply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Stale/conflicting answer handling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Agent ≠ human approval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409CEF-4B5D-416E-B84A-9888DB2E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249FF-515C-457F-BC9B-E8BD8A41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Recovery + audience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0B54A4-31E8-4BB5-B111-B6329E8F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Persisted cursor and receipts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edits and disconnects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Same-thread result presentation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No cross-company data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91D1A3-FF01-49CA-A27E-E64DC44F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 Buzz trigger and native routine must never create two schedulers for the same admitted work.</a:t>
            </a:r>
          </a:p>
        </p:txBody>
      </p:sp>
    </p:spTree>
    <p:extLst>
      <p:ext uri="{BB962C8B-B14F-4D97-AF65-F5344CB8AC3E}">
        <p14:creationId xmlns:p14="http://schemas.microsoft.com/office/powerpoint/2010/main" val="7887786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E1D18-6CD2-4E5D-9269-E8B44CAD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A3FB14-B136-4215-BFFD-14D05040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Tests that establish the connected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9A190-9750-456D-AC46-04A9BD91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Define fixtures first; retain exact code/config versions, expected outcomes and readback receipts.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92A80-8B78-4F76-AB52-C70FA6E2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D642A-3B63-4889-B24D-D89B18BF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546A4-25BA-46E8-A584-C9DA42E9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94246-0EE4-4527-B38D-0D68B579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DA315-9578-41AE-BB7D-99027E8A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Bridge contracts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77AE1D-82A2-4B26-918E-D6794834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Pairing and revocation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Duplicate event and echo loop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Stale/conflicting decisions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Reconnect and one scheduler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4F03D-DD9D-4E29-AD60-3800092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7D5B2-DC0C-470A-8F4A-CF08AB22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Domain acceptance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11C16-55CC-4C3E-B88F-583F197C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Faithful meeting publication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Audience and upsert readback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Current grant + immutable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Vote hash/network/finality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23EF8-110A-43EF-A098-D9ABFF43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0498A9-0FEA-4EC3-9075-9E2ADB1C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Member boundaries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D2CD91-4760-4A7D-8302-5090D711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Second member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Cross-task access denial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Sandbox and artifact validation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Follow-up limits and recovery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890B4-F980-4243-ACEC-EA3034B3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G1 compatibility → G2 reviewed design → G3 contract acceptance → G4 end-to-end demo evidence.</a:t>
            </a:r>
          </a:p>
        </p:txBody>
      </p:sp>
    </p:spTree>
    <p:extLst>
      <p:ext uri="{BB962C8B-B14F-4D97-AF65-F5344CB8AC3E}">
        <p14:creationId xmlns:p14="http://schemas.microsoft.com/office/powerpoint/2010/main" val="16632504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D369A-0929-47EB-AE6A-007377F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C625F-9237-482B-91AC-7D3F03CB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Compatibility first, then concrete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F6768-4815-46D9-912A-D16D3034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Three required outcomes remain the target. The next review selects supported interfaces and deployment topology.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044AF-BE43-4CDD-A043-3E574B8C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CACAF-275D-4EF3-8FC3-4E0AF3BF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INERTIA-2026-10-22-r5 · 22 October 2026 · Design refinement · Compatibility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C9AEC-253D-403E-9B1A-6C4F6206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4C447-32FF-4521-935D-2D681E74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B8ED6-81F4-4300-B98F-8846CDFA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22–23 OCT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519E0-C3C8-44E1-A338-394258AA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Pin versions and serving routes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Qualify execution integration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Resolve identity and policies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Review exact bridge contracts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F59DE-F0BD-469B-9BB3-91D97D64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AF292-1641-4CC4-A216-4273FF19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23–27 OCT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9E812-4497-418E-B5BF-2A15D816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Automatic meetings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Grant packet vote and Y2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Member eager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Shared Buzz/dashboard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9261A-17B1-471E-8F79-95CE1781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29B88-2A05-47D0-8A24-044EBFB4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28–30 OCT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16340-2053-4EEE-9B2D-4BB03B90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Adversarial and recovery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Three-flow rehearsal by Oct 29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Synchronized docs and deck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Submission window Oct 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AEE01F-AC1D-46AE-8041-F73A1BEE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Configuration questions live in decisions.md. PlanetScale stays; Cloudflare is available; Helix is de-prioritized.</a:t>
            </a:r>
          </a:p>
        </p:txBody>
      </p:sp>
    </p:spTree>
    <p:extLst>
      <p:ext uri="{BB962C8B-B14F-4D97-AF65-F5344CB8AC3E}">
        <p14:creationId xmlns:p14="http://schemas.microsoft.com/office/powerpoint/2010/main" val="1562188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2026-10-22T22:52:35.3860000Z</dcterms:created>
  <dcterms:modified xsi:type="dcterms:W3CDTF">2026-10-22T22:52:35.3860000Z</dcterms:modified>
</coreProperties>
</file>